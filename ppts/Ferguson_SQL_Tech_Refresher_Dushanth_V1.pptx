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4"/>
  </p:sldMasterIdLst>
  <p:notesMasterIdLst>
    <p:notesMasterId r:id="rId46"/>
  </p:notesMasterIdLst>
  <p:handoutMasterIdLst>
    <p:handoutMasterId r:id="rId47"/>
  </p:handoutMasterIdLst>
  <p:sldIdLst>
    <p:sldId id="256" r:id="rId15"/>
    <p:sldId id="2147481670" r:id="rId16"/>
    <p:sldId id="2147482451" r:id="rId17"/>
    <p:sldId id="2147482469" r:id="rId18"/>
    <p:sldId id="2147482470" r:id="rId19"/>
    <p:sldId id="2147482471" r:id="rId20"/>
    <p:sldId id="2147482472" r:id="rId21"/>
    <p:sldId id="2147482473" r:id="rId22"/>
    <p:sldId id="2147482474" r:id="rId23"/>
    <p:sldId id="2147482475" r:id="rId24"/>
    <p:sldId id="2147482476" r:id="rId25"/>
    <p:sldId id="2147482477" r:id="rId26"/>
    <p:sldId id="2147482478" r:id="rId27"/>
    <p:sldId id="2147482479" r:id="rId28"/>
    <p:sldId id="2147482480" r:id="rId29"/>
    <p:sldId id="2147482481" r:id="rId30"/>
    <p:sldId id="2147482482" r:id="rId31"/>
    <p:sldId id="2147482483" r:id="rId32"/>
    <p:sldId id="2147482484" r:id="rId33"/>
    <p:sldId id="2147482485" r:id="rId34"/>
    <p:sldId id="2147482486" r:id="rId35"/>
    <p:sldId id="2147482487" r:id="rId36"/>
    <p:sldId id="2147482488" r:id="rId37"/>
    <p:sldId id="2147482489" r:id="rId38"/>
    <p:sldId id="2147482490" r:id="rId39"/>
    <p:sldId id="2147482491" r:id="rId40"/>
    <p:sldId id="2147482461" r:id="rId41"/>
    <p:sldId id="2147482492" r:id="rId42"/>
    <p:sldId id="2147482493" r:id="rId43"/>
    <p:sldId id="2147482494" r:id="rId44"/>
    <p:sldId id="26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62"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slide" Target="slides/slide30.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notesMaster" Target="notesMasters/notesMaster1.xml"/><Relationship Id="rId20" Type="http://schemas.openxmlformats.org/officeDocument/2006/relationships/slide" Target="slides/slide6.xml"/><Relationship Id="rId41"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customXml" Target="../customXml/item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61ADCD-0986-466F-BCF4-F140374402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solidFill>
                <a:schemeClr val="accent1"/>
              </a:solidFill>
            </a:endParaRPr>
          </a:p>
        </p:txBody>
      </p:sp>
      <p:sp>
        <p:nvSpPr>
          <p:cNvPr id="3" name="Date Placeholder 2">
            <a:extLst>
              <a:ext uri="{FF2B5EF4-FFF2-40B4-BE49-F238E27FC236}">
                <a16:creationId xmlns:a16="http://schemas.microsoft.com/office/drawing/2014/main" id="{6FAD45B1-DDA3-4823-B57F-398ED6D7CE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C51DD8-B00C-4794-9F38-603E28FD22A0}" type="datetime1">
              <a:rPr lang="en-GB" sz="800" smtClean="0">
                <a:solidFill>
                  <a:schemeClr val="accent1"/>
                </a:solidFill>
              </a:rPr>
              <a:t>01/09/2026</a:t>
            </a:fld>
            <a:endParaRPr lang="en-GB" sz="800">
              <a:solidFill>
                <a:schemeClr val="accent1"/>
              </a:solidFill>
            </a:endParaRPr>
          </a:p>
        </p:txBody>
      </p:sp>
      <p:sp>
        <p:nvSpPr>
          <p:cNvPr id="4" name="Slide Number Placeholder 3">
            <a:extLst>
              <a:ext uri="{FF2B5EF4-FFF2-40B4-BE49-F238E27FC236}">
                <a16:creationId xmlns:a16="http://schemas.microsoft.com/office/drawing/2014/main" id="{7A3B3C53-DC75-4A5C-81E7-5D7CB96E12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F6EE6-6533-46A0-A8FB-DBC252423243}" type="slidenum">
              <a:rPr lang="en-GB" sz="800" smtClean="0">
                <a:solidFill>
                  <a:schemeClr val="accent1"/>
                </a:solidFill>
              </a:rPr>
              <a:t>‹#›</a:t>
            </a:fld>
            <a:endParaRPr lang="en-GB" sz="800">
              <a:solidFill>
                <a:schemeClr val="accent1"/>
              </a:solidFill>
            </a:endParaRPr>
          </a:p>
        </p:txBody>
      </p:sp>
      <p:sp>
        <p:nvSpPr>
          <p:cNvPr id="5" name="Footer Placeholder 4">
            <a:extLst>
              <a:ext uri="{FF2B5EF4-FFF2-40B4-BE49-F238E27FC236}">
                <a16:creationId xmlns:a16="http://schemas.microsoft.com/office/drawing/2014/main" id="{9891B013-C79C-4BAB-9591-CE1E1BF2A9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solidFill>
                <a:schemeClr val="accent1"/>
              </a:solidFill>
            </a:endParaRPr>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38611-CB23-4A11-B466-01829FB3E64B}"/>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solidFill>
                  <a:schemeClr val="accent1"/>
                </a:solidFill>
              </a:defRPr>
            </a:lvl1pPr>
          </a:lstStyle>
          <a:p>
            <a:fld id="{1B1D025B-ACD2-45C1-B156-1DDB470CE319}" type="slidenum">
              <a:rPr lang="en-GB" smtClean="0"/>
              <a:pPr/>
              <a:t>‹#›</a:t>
            </a:fld>
            <a:endParaRPr lang="en-GB"/>
          </a:p>
        </p:txBody>
      </p:sp>
      <p:sp>
        <p:nvSpPr>
          <p:cNvPr id="3" name="Notes Placeholder 2">
            <a:extLst>
              <a:ext uri="{FF2B5EF4-FFF2-40B4-BE49-F238E27FC236}">
                <a16:creationId xmlns:a16="http://schemas.microsoft.com/office/drawing/2014/main" id="{05F8BE06-C1AD-4FF4-9212-678516BAB91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410225-CB48-4A2A-9739-463AD2DBC31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solidFill>
                  <a:schemeClr val="accent1"/>
                </a:solidFill>
              </a:defRPr>
            </a:lvl1pPr>
          </a:lstStyle>
          <a:p>
            <a:fld id="{307F57C2-DC98-4654-8193-8947FB5885F5}" type="datetime1">
              <a:rPr lang="en-GB" smtClean="0"/>
              <a:pPr/>
              <a:t>01/09/2026</a:t>
            </a:fld>
            <a:endParaRPr lang="en-GB"/>
          </a:p>
        </p:txBody>
      </p:sp>
      <p:sp>
        <p:nvSpPr>
          <p:cNvPr id="5" name="Header Placeholder 4">
            <a:extLst>
              <a:ext uri="{FF2B5EF4-FFF2-40B4-BE49-F238E27FC236}">
                <a16:creationId xmlns:a16="http://schemas.microsoft.com/office/drawing/2014/main" id="{668863D3-1D0C-412C-99BB-873840116A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solidFill>
                  <a:schemeClr val="accent1"/>
                </a:solidFill>
              </a:defRPr>
            </a:lvl1pPr>
          </a:lstStyle>
          <a:p>
            <a:endParaRPr lang="en-GB"/>
          </a:p>
        </p:txBody>
      </p:sp>
      <p:sp>
        <p:nvSpPr>
          <p:cNvPr id="6" name="Slide Image Placeholder 5">
            <a:extLst>
              <a:ext uri="{FF2B5EF4-FFF2-40B4-BE49-F238E27FC236}">
                <a16:creationId xmlns:a16="http://schemas.microsoft.com/office/drawing/2014/main" id="{5E44B7E2-ED93-42BE-81A6-FE398D91C1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7" name="Footer Placeholder 6">
            <a:extLst>
              <a:ext uri="{FF2B5EF4-FFF2-40B4-BE49-F238E27FC236}">
                <a16:creationId xmlns:a16="http://schemas.microsoft.com/office/drawing/2014/main" id="{75691570-C65F-4C66-9CB2-8798BF7E897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solidFill>
                  <a:schemeClr val="accent1"/>
                </a:solidFill>
              </a:defRPr>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hf/>
  <p:notesStyle>
    <a:lvl1pPr marL="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1pPr>
    <a:lvl2pPr marL="18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2pPr>
    <a:lvl3pPr marL="36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3pPr>
    <a:lvl4pPr marL="54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4pPr>
    <a:lvl5pPr marL="72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r>
              <a:t>WELCOME (2 min)</a:t>
            </a:r>
          </a:p>
          <a:p>
            <a:r>
              <a:t>Say: 'Good morning everyone, and a very warm welcome to Ferguson! Today we are going to spend two hours together on one of the most useful skills you will ever learn in IT - SQL. No matter which team you finally land in - development, testing, data, or support - you WILL use SQL. My promise: by the end of this session you will be able to read and write real queries confidently.'</a:t>
            </a:r>
          </a:p>
          <a:p>
            <a:endParaRPr/>
          </a:p>
          <a:p>
            <a:r>
              <a:t>Tip: Keep this slide on screen while people settle in. Smile, make eye contact, ask 'How many of you have written at least one SQL query in college?' - a show of hands instantly makes the room interactive.</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A16CFAD1-D197-4A88-B173-A6412E995EE5}" type="slidenum">
              <a:rPr lang="en-US" smtClean="0"/>
              <a:pPr/>
              <a:t>1</a:t>
            </a:fld>
            <a:endParaRPr lang="en-US"/>
          </a:p>
        </p:txBody>
      </p:sp>
      <p:sp>
        <p:nvSpPr>
          <p:cNvPr id="5" name="Date Placeholder 4">
            <a:extLst>
              <a:ext uri="{FF2B5EF4-FFF2-40B4-BE49-F238E27FC236}">
                <a16:creationId xmlns:a16="http://schemas.microsoft.com/office/drawing/2014/main" id="{431B2F52-14E2-45D5-A249-78CC2A66BD96}"/>
              </a:ext>
            </a:extLst>
          </p:cNvPr>
          <p:cNvSpPr>
            <a:spLocks noGrp="1"/>
          </p:cNvSpPr>
          <p:nvPr>
            <p:ph type="dt" idx="1"/>
          </p:nvPr>
        </p:nvSpPr>
        <p:spPr/>
        <p:txBody>
          <a:bodyPr/>
          <a:lstStyle/>
          <a:p>
            <a:fld id="{9EEDCFBE-27A6-4833-8A02-6F090B5FDABE}" type="datetime1">
              <a:rPr lang="en-US" smtClean="0"/>
              <a:t>9/1/2026</a:t>
            </a:fld>
            <a:endParaRPr lang="en-US"/>
          </a:p>
        </p:txBody>
      </p:sp>
      <p:sp>
        <p:nvSpPr>
          <p:cNvPr id="6" name="Footer Placeholder 5">
            <a:extLst>
              <a:ext uri="{FF2B5EF4-FFF2-40B4-BE49-F238E27FC236}">
                <a16:creationId xmlns:a16="http://schemas.microsoft.com/office/drawing/2014/main" id="{EA18B06C-D1C0-4719-87F3-6E1B46C516CF}"/>
              </a:ext>
            </a:extLst>
          </p:cNvPr>
          <p:cNvSpPr>
            <a:spLocks noGrp="1"/>
          </p:cNvSpPr>
          <p:nvPr>
            <p:ph type="ftr" sz="quarter" idx="4"/>
          </p:nvPr>
        </p:nvSpPr>
        <p:spPr/>
        <p:txBody>
          <a:bodyPr/>
          <a:lstStyle/>
          <a:p>
            <a:endParaRPr lang="en-US"/>
          </a:p>
        </p:txBody>
      </p:sp>
      <p:sp>
        <p:nvSpPr>
          <p:cNvPr id="7" name="Header Placeholder 6">
            <a:extLst>
              <a:ext uri="{FF2B5EF4-FFF2-40B4-BE49-F238E27FC236}">
                <a16:creationId xmlns:a16="http://schemas.microsoft.com/office/drawing/2014/main" id="{8A4D158C-A6AB-44D9-9E3E-40314B363B1E}"/>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1285082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(1 min)</a:t>
            </a:r>
          </a:p>
          <a:p>
            <a:r>
              <a:t>Say: 'Here is our 2-hour journey. We start with WHY databases and SQL exist, then learn to ask questions to a database with SELECT, then summarising data with grouping, then the most important skill - combining tables with JOINS. We close with best practices, a fun quiz, and hands-on exercises where YOU write queries.'</a:t>
            </a:r>
          </a:p>
          <a:p>
            <a:endParaRPr/>
          </a:p>
          <a:p>
            <a:r>
              <a:t>Tip: Tell them - 'Please stop me anytime, this is a conversation, not a lecture. There are no silly questions today.'</a:t>
            </a:r>
          </a:p>
        </p:txBody>
      </p:sp>
      <p:sp>
        <p:nvSpPr>
          <p:cNvPr id="4" name="Slide Number Placeholder 3"/>
          <p:cNvSpPr>
            <a:spLocks noGrp="1"/>
          </p:cNvSpPr>
          <p:nvPr>
            <p:ph type="sldNum" sz="quarter" idx="5"/>
          </p:nvPr>
        </p:nvSpPr>
        <p:spPr/>
        <p:txBody>
          <a:bodyPr/>
          <a:lstStyle/>
          <a:p>
            <a:fld id="{1B1D025B-ACD2-45C1-B156-1DDB470CE319}" type="slidenum">
              <a:rPr lang="en-GB" smtClean="0"/>
              <a:pPr/>
              <a:t>2</a:t>
            </a:fld>
            <a:endParaRPr lang="en-GB"/>
          </a:p>
        </p:txBody>
      </p:sp>
      <p:sp>
        <p:nvSpPr>
          <p:cNvPr id="5" name="Date Placeholder 4"/>
          <p:cNvSpPr>
            <a:spLocks noGrp="1"/>
          </p:cNvSpPr>
          <p:nvPr>
            <p:ph type="dt" idx="1"/>
          </p:nvPr>
        </p:nvSpPr>
        <p:spPr/>
        <p:txBody>
          <a:bodyPr/>
          <a:lstStyle/>
          <a:p>
            <a:fld id="{307F57C2-DC98-4654-8193-8947FB5885F5}" type="datetime1">
              <a:rPr lang="en-GB" smtClean="0"/>
              <a:pPr/>
              <a:t>01/09/2026</a:t>
            </a:fld>
            <a:endParaRPr lang="en-GB"/>
          </a:p>
        </p:txBody>
      </p:sp>
      <p:sp>
        <p:nvSpPr>
          <p:cNvPr id="6" name="Header Placeholder 5"/>
          <p:cNvSpPr>
            <a:spLocks noGrp="1"/>
          </p:cNvSpPr>
          <p:nvPr>
            <p:ph type="hdr" sz="quarter"/>
          </p:nvPr>
        </p:nvSpPr>
        <p:spPr/>
        <p:txBody>
          <a:bodyPr/>
          <a:lstStyle/>
          <a:p>
            <a:endParaRPr lang="en-GB"/>
          </a:p>
        </p:txBody>
      </p:sp>
      <p:sp>
        <p:nvSpPr>
          <p:cNvPr id="7" name="Footer Placeholder 6"/>
          <p:cNvSpPr>
            <a:spLocks noGrp="1"/>
          </p:cNvSpPr>
          <p:nvPr>
            <p:ph type="ftr" sz="quarter" idx="4"/>
          </p:nvPr>
        </p:nvSpPr>
        <p:spPr/>
        <p:txBody>
          <a:bodyPr/>
          <a:lstStyle/>
          <a:p>
            <a:endParaRPr lang="en-GB"/>
          </a:p>
        </p:txBody>
      </p:sp>
    </p:spTree>
    <p:extLst>
      <p:ext uri="{BB962C8B-B14F-4D97-AF65-F5344CB8AC3E}">
        <p14:creationId xmlns:p14="http://schemas.microsoft.com/office/powerpoint/2010/main" val="486386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TRAINER INTRO (2 min)</a:t>
            </a:r>
          </a:p>
          <a:p>
            <a:r>
              <a:t>Say: 'Quick intro about me - I am Dushanth. I joined Ferguson GCC a year ago, and I am happy and proud to say I was the 6th employee of Ferguson GCC - so I have literally watched this office grow from a handful of people to what you see today! I carry 8 years of experience in the IT industry, and right now I work in the Enterprise Data Tower here at Ferguson, where data and SQL are my daily bread and butter.'</a:t>
            </a:r>
          </a:p>
          <a:p>
            <a:endParaRPr/>
          </a:p>
          <a:p>
            <a:r>
              <a:t>Tip: Add one personal line (hobby / hometown) - it makes freshers comfortable. Then ask each fresher to say their name + college in 10 seconds. This 'warm-up' makes them far more likely to answer questions later.</a:t>
            </a:r>
          </a:p>
        </p:txBody>
      </p:sp>
      <p:sp>
        <p:nvSpPr>
          <p:cNvPr id="4" name="Slide Number Placeholder 3"/>
          <p:cNvSpPr>
            <a:spLocks noGrp="1"/>
          </p:cNvSpPr>
          <p:nvPr>
            <p:ph type="sldNum" sz="quarter" idx="5"/>
          </p:nvPr>
        </p:nvSpPr>
        <p:spPr/>
        <p:txBody>
          <a:bodyPr/>
          <a:lstStyle/>
          <a:p>
            <a:fld id="{1B1D025B-ACD2-45C1-B156-1DDB470CE319}" type="slidenum">
              <a:rPr lang="en-GB" smtClean="0"/>
              <a:pPr/>
              <a:t>3</a:t>
            </a:fld>
            <a:endParaRPr lang="en-GB"/>
          </a:p>
        </p:txBody>
      </p:sp>
      <p:sp>
        <p:nvSpPr>
          <p:cNvPr id="5" name="Date Placeholder 4"/>
          <p:cNvSpPr>
            <a:spLocks noGrp="1"/>
          </p:cNvSpPr>
          <p:nvPr>
            <p:ph type="dt" idx="1"/>
          </p:nvPr>
        </p:nvSpPr>
        <p:spPr/>
        <p:txBody>
          <a:bodyPr/>
          <a:lstStyle/>
          <a:p>
            <a:fld id="{307F57C2-DC98-4654-8193-8947FB5885F5}" type="datetime1">
              <a:rPr lang="en-GB" smtClean="0"/>
              <a:pPr/>
              <a:t>01/09/2026</a:t>
            </a:fld>
            <a:endParaRPr lang="en-GB"/>
          </a:p>
        </p:txBody>
      </p:sp>
      <p:sp>
        <p:nvSpPr>
          <p:cNvPr id="6" name="Header Placeholder 5"/>
          <p:cNvSpPr>
            <a:spLocks noGrp="1"/>
          </p:cNvSpPr>
          <p:nvPr>
            <p:ph type="hdr" sz="quarter"/>
          </p:nvPr>
        </p:nvSpPr>
        <p:spPr/>
        <p:txBody>
          <a:bodyPr/>
          <a:lstStyle/>
          <a:p>
            <a:endParaRPr lang="en-GB"/>
          </a:p>
        </p:txBody>
      </p:sp>
      <p:sp>
        <p:nvSpPr>
          <p:cNvPr id="7" name="Footer Placeholder 6"/>
          <p:cNvSpPr>
            <a:spLocks noGrp="1"/>
          </p:cNvSpPr>
          <p:nvPr>
            <p:ph type="ftr" sz="quarter" idx="4"/>
          </p:nvPr>
        </p:nvSpPr>
        <p:spPr/>
        <p:txBody>
          <a:bodyPr/>
          <a:lstStyle/>
          <a:p>
            <a:endParaRPr lang="en-GB"/>
          </a:p>
        </p:txBody>
      </p:sp>
    </p:spTree>
    <p:extLst>
      <p:ext uri="{BB962C8B-B14F-4D97-AF65-F5344CB8AC3E}">
        <p14:creationId xmlns:p14="http://schemas.microsoft.com/office/powerpoint/2010/main" val="3770830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F6A6-FD17-8F4C-7044-ABFEEA21A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1703A-7F34-0354-48EF-A894969F4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A9356-B0D7-2C31-86F2-9D8D1C6728EA}"/>
              </a:ext>
            </a:extLst>
          </p:cNvPr>
          <p:cNvSpPr>
            <a:spLocks noGrp="1"/>
          </p:cNvSpPr>
          <p:nvPr>
            <p:ph type="body" idx="1"/>
          </p:nvPr>
        </p:nvSpPr>
        <p:spPr/>
        <p:txBody>
          <a:bodyPr/>
          <a:lstStyle/>
          <a:p>
            <a:r>
              <a:t>WHY SQL (5 min)</a:t>
            </a:r>
          </a:p>
          <a:p>
            <a:r>
              <a:t>Explain the flow diagram left to right: 'Imagine you open the Ferguson app and click My Orders. The app itself does not remember your orders - it sends an SQL query to the database, the database finds your rows and sends them back, and the app just displays them. So the application is the FACE, the database is the MEMORY, and SQL is the LANGUAGE between them.'</a:t>
            </a:r>
          </a:p>
          <a:p>
            <a:endParaRPr/>
          </a:p>
          <a:p>
            <a:r>
              <a:t>Then the 4 cards: as a developer you write SQL inside your code; when debugging you query the DB directly; reports are just big SELECT statements; and interviews love SQL because it never goes out of fashion.</a:t>
            </a:r>
          </a:p>
          <a:p>
            <a:endParaRPr/>
          </a:p>
          <a:p>
            <a:r>
              <a:t>Interactive: Ask 'When you check your bank balance on your phone, where is that balance actually stored?' Answer: in the bank's database - the app just runs a query. This one example makes SQL feel real.</a:t>
            </a:r>
          </a:p>
        </p:txBody>
      </p:sp>
      <p:sp>
        <p:nvSpPr>
          <p:cNvPr id="4" name="Slide Number Placeholder 3">
            <a:extLst>
              <a:ext uri="{FF2B5EF4-FFF2-40B4-BE49-F238E27FC236}">
                <a16:creationId xmlns:a16="http://schemas.microsoft.com/office/drawing/2014/main" id="{0B95975D-6B64-ED21-F0EC-3AE161FA64F5}"/>
              </a:ext>
            </a:extLst>
          </p:cNvPr>
          <p:cNvSpPr>
            <a:spLocks noGrp="1"/>
          </p:cNvSpPr>
          <p:nvPr>
            <p:ph type="sldNum" sz="quarter" idx="5"/>
          </p:nvPr>
        </p:nvSpPr>
        <p:spPr/>
        <p:txBody>
          <a:bodyPr/>
          <a:lstStyle/>
          <a:p>
            <a:fld id="{1B1D025B-ACD2-45C1-B156-1DDB470CE319}" type="slidenum">
              <a:rPr lang="en-GB" smtClean="0"/>
              <a:pPr/>
              <a:t>4</a:t>
            </a:fld>
            <a:endParaRPr lang="en-GB"/>
          </a:p>
        </p:txBody>
      </p:sp>
      <p:sp>
        <p:nvSpPr>
          <p:cNvPr id="5" name="Date Placeholder 4">
            <a:extLst>
              <a:ext uri="{FF2B5EF4-FFF2-40B4-BE49-F238E27FC236}">
                <a16:creationId xmlns:a16="http://schemas.microsoft.com/office/drawing/2014/main" id="{E7B2260F-4373-E5F5-0D82-6B3B07452A69}"/>
              </a:ext>
            </a:extLst>
          </p:cNvPr>
          <p:cNvSpPr>
            <a:spLocks noGrp="1"/>
          </p:cNvSpPr>
          <p:nvPr>
            <p:ph type="dt" idx="1"/>
          </p:nvPr>
        </p:nvSpPr>
        <p:spPr/>
        <p:txBody>
          <a:bodyPr/>
          <a:lstStyle/>
          <a:p>
            <a:fld id="{307F57C2-DC98-4654-8193-8947FB5885F5}" type="datetime1">
              <a:rPr lang="en-GB" smtClean="0"/>
              <a:pPr/>
              <a:t>01/09/2026</a:t>
            </a:fld>
            <a:endParaRPr lang="en-GB"/>
          </a:p>
        </p:txBody>
      </p:sp>
      <p:sp>
        <p:nvSpPr>
          <p:cNvPr id="6" name="Header Placeholder 5">
            <a:extLst>
              <a:ext uri="{FF2B5EF4-FFF2-40B4-BE49-F238E27FC236}">
                <a16:creationId xmlns:a16="http://schemas.microsoft.com/office/drawing/2014/main" id="{63793B49-0AAD-38A9-92B4-DC3E084F872C}"/>
              </a:ext>
            </a:extLst>
          </p:cNvPr>
          <p:cNvSpPr>
            <a:spLocks noGrp="1"/>
          </p:cNvSpPr>
          <p:nvPr>
            <p:ph type="hdr" sz="quarter"/>
          </p:nvPr>
        </p:nvSpPr>
        <p:spPr/>
        <p:txBody>
          <a:bodyPr/>
          <a:lstStyle/>
          <a:p>
            <a:endParaRPr lang="en-GB"/>
          </a:p>
        </p:txBody>
      </p:sp>
      <p:sp>
        <p:nvSpPr>
          <p:cNvPr id="7" name="Footer Placeholder 6">
            <a:extLst>
              <a:ext uri="{FF2B5EF4-FFF2-40B4-BE49-F238E27FC236}">
                <a16:creationId xmlns:a16="http://schemas.microsoft.com/office/drawing/2014/main" id="{F0AEFF9A-CB40-3348-9E8F-318B43070F5B}"/>
              </a:ext>
            </a:extLst>
          </p:cNvPr>
          <p:cNvSpPr>
            <a:spLocks noGrp="1"/>
          </p:cNvSpPr>
          <p:nvPr>
            <p:ph type="ftr" sz="quarter" idx="4"/>
          </p:nvPr>
        </p:nvSpPr>
        <p:spPr/>
        <p:txBody>
          <a:bodyPr/>
          <a:lstStyle/>
          <a:p>
            <a:endParaRPr lang="en-GB"/>
          </a:p>
        </p:txBody>
      </p:sp>
    </p:spTree>
    <p:extLst>
      <p:ext uri="{BB962C8B-B14F-4D97-AF65-F5344CB8AC3E}">
        <p14:creationId xmlns:p14="http://schemas.microsoft.com/office/powerpoint/2010/main" val="180788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DATABASE BASICS (4 min)</a:t>
            </a:r>
          </a:p>
          <a:p>
            <a:r>
              <a:t>Walk the 4 boxes: 'Data alone is just values - Ravi, 25, Bengaluru. Put it in an organised, searchable structure and you get a Database. The software that manages that database - handles saving, searching, security - is a DBMS. And when the DBMS stores everything in TABLES that can be RELATED to each other, it becomes an RDBMS - Relational DBMS. That is what SQL Server, Oracle, MySQL and PostgreSQL are.'</a:t>
            </a:r>
          </a:p>
          <a:p>
            <a:endParaRPr/>
          </a:p>
          <a:p>
            <a:r>
              <a:t>Analogy that always works: Database = a library. DBMS = the librarian. Tables = the shelves. SQL = the language you use to ask the librarian for a book.</a:t>
            </a:r>
          </a:p>
          <a:p>
            <a:endParaRPr/>
          </a:p>
          <a:p>
            <a:r>
              <a:t>Interactive: Ask 'Why not just store everything in one big Excel sheet?' Let them think, then answer: Excel breaks at a few lakh rows, has no rules to stop wrong data, and two people cannot safely update it at once. Databases solve exactly these problems.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RELATIONAL CONCEPTS (5 min) - This slide is the FOUNDATION for joins later, so go slow.</a:t>
            </a:r>
          </a:p>
          <a:p>
            <a:r>
              <a:t>Point at the Employees table: 'Each ROW is one employee, each COLUMN is one piece of information about them. EmpID is the PRIMARY KEY - like your Aadhaar number, it uniquely identifies you; it can never repeat and can never be empty.'</a:t>
            </a:r>
          </a:p>
          <a:p>
            <a:endParaRPr/>
          </a:p>
          <a:p>
            <a:r>
              <a:t>Now the magic: 'See DeptID in Employees? It is a FOREIGN KEY - it points to the Primary Key of the Departments table. Instead of writing the department name again and again for every employee, we just store the number 10, and the Departments table tells us 10 = IT. This LINK between tables is what makes the database RELATIONAL.'</a:t>
            </a:r>
          </a:p>
          <a:p>
            <a:endParaRPr/>
          </a:p>
          <a:p>
            <a:r>
              <a:t>Point at Sneha's NULL: 'Sneha has no department yet - so DeptID is NULL. NULL means unknown/no value. It is NOT zero and NOT blank text. Remember NULL - it will come back when we learn joins and COALESCE.'</a:t>
            </a:r>
          </a:p>
          <a:p>
            <a:endParaRPr/>
          </a:p>
          <a:p>
            <a:r>
              <a:t>Interactive: Ask 'Why not store DeptName directly inside Employees?' Answer: if the department is renamed, you would have to update thousands of rows - with a FK you update ONE row in Departments. This is called avoiding redundancy.</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COMMAND FAMILIES (4 min)</a:t>
            </a:r>
          </a:p>
          <a:p>
            <a:r>
              <a:t>Say: 'Think of it this way - DDL builds the house (the table structure), DML moves the furniture (the data inside), DQL looks through the window (reading data), DCL decides who gets a key to the house (permissions), and TCL is the undo/save button (transactions).'</a:t>
            </a:r>
          </a:p>
          <a:p>
            <a:endParaRPr/>
          </a:p>
          <a:p>
            <a:r>
              <a:t>Emphasise: 'As application developers, 90% of your day is DQL - SELECT. Another 9% is DML - INSERT, UPDATE, DELETE. The rest you will use occasionally. That is why today we focus mostly on SELECT and reading data.'</a:t>
            </a:r>
          </a:p>
          <a:p>
            <a:endParaRPr/>
          </a:p>
          <a:p>
            <a:r>
              <a:t>Walk the code box quickly - one real statement per family, no need to deep-dive yet.</a:t>
            </a:r>
          </a:p>
          <a:p>
            <a:endParaRPr/>
          </a:p>
          <a:p>
            <a:r>
              <a:t>Interactive: quick rapid-fire - shout a command (UPDATE! CREATE! SELECT!) and let them shout back the family. 30 seconds, great energy booster.</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SELECT &amp; WHERE (5 min)</a:t>
            </a:r>
          </a:p>
          <a:p>
            <a:r>
              <a:t>Say: 'Every query is just three questions - WHAT columns do I want (SELECT), from WHERE (FROM), and WHICH rows (WHERE). Read the example aloud like English: Select the name and salary from employees where salary is greater than 52000. SQL is designed to read like English - that is its superpower.'</a:t>
            </a:r>
          </a:p>
          <a:p>
            <a:endParaRPr/>
          </a:p>
          <a:p>
            <a:r>
              <a:t>Mention: SELECT * means all columns - fine for exploring, avoid in real application code (we will see why in best practices).</a:t>
            </a:r>
          </a:p>
          <a:p>
            <a:endParaRPr/>
          </a:p>
          <a:p>
            <a:r>
              <a:t>Operators: focus on IN (cleaner than many ORs), BETWEEN (inclusive!), LIKE with % wildcard ('R%' = starts with R, '%a%' = contains a), and the golden rule: NULL is never tested with = NULL, always IS NULL, because NULL is unknown and unknown never equals anything - not even another unknown.</a:t>
            </a:r>
          </a:p>
          <a:p>
            <a:endParaRPr/>
          </a:p>
          <a:p>
            <a:r>
              <a:t>Interactive: 'Write in your head: find all employees whose name starts with P.' Answer together: SELECT * FROM Employees WHERE Name LIKE 'P%'.</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ORDER BY vs GROUP BY (4 min) - a classic interview question!</a:t>
            </a:r>
          </a:p>
          <a:p>
            <a:r>
              <a:t>Left side: 'ORDER BY simply sorts. 4 employees in, 4 employees out - just arranged by salary, highest first because of DESC. Default is ASC.'</a:t>
            </a:r>
          </a:p>
          <a:p>
            <a:endParaRPr/>
          </a:p>
          <a:p>
            <a:r>
              <a:t>Right side: 'GROUP BY is different - it COLLAPSES rows. All employees of dept 10 become ONE row, dept 20 becomes ONE row. Once collapsed, you can only show two kinds of things: the grouping column itself (DeptID) or an aggregate over the group (COUNT, SUM...). That is why the rule says: every column in SELECT that is not aggregated MUST be in GROUP BY.'</a:t>
            </a:r>
          </a:p>
          <a:p>
            <a:endParaRPr/>
          </a:p>
          <a:p>
            <a:r>
              <a:t>Analogy: ORDER BY = arranging students in a line by height. GROUP BY = splitting students into sections A, B, C and reporting one number per section.</a:t>
            </a:r>
          </a:p>
          <a:p>
            <a:endParaRPr/>
          </a:p>
          <a:p>
            <a:r>
              <a:t>Interactive: Ask 'If Employees has 1000 rows across 5 departments, how many rows does GROUP BY DeptID return?' Answer: 5 (one per department).</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AGGREGATE FUNCTIONS (4 min)</a:t>
            </a:r>
          </a:p>
          <a:p>
            <a:r>
              <a:t>Say: 'Aggregates take MANY rows and give you ONE answer. COUNT - how many, SUM - total, AVG - average, MIN/MAX - smallest and largest. These five power every dashboard you have ever seen.'</a:t>
            </a:r>
          </a:p>
          <a:p>
            <a:endParaRPr/>
          </a:p>
          <a:p>
            <a:r>
              <a:t>Walk the query: point at each line and its answer in the comment. The tricky one: COUNT(*) vs COUNT(column). COUNT(*) counts rows. COUNT(DeptID) counts only non-NULL values - Sneha's NULL department is skipped, so 3 not 4. This is a favourite interview trap!</a:t>
            </a:r>
          </a:p>
          <a:p>
            <a:endParaRPr/>
          </a:p>
          <a:p>
            <a:r>
              <a:t>Also: aggregates usually appear WITH GROUP BY - 'average salary PER department' = AVG + GROUP BY DeptID.</a:t>
            </a:r>
          </a:p>
          <a:p>
            <a:endParaRPr/>
          </a:p>
          <a:p>
            <a:r>
              <a:t>Interactive: 'Swiggy shows you - Your total orders: 132, Total spent: 45,000. Which aggregates are these?' (COUNT and SUM.)</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WHERE vs HAVING (4 min) - top-3 interview question!</a:t>
            </a:r>
          </a:p>
          <a:p>
            <a:r>
              <a:t>Core line to say: 'WHERE filters ROWS before grouping. HAVING filters GROUPS after grouping. That is the whole difference.'</a:t>
            </a:r>
          </a:p>
          <a:p>
            <a:endParaRPr/>
          </a:p>
          <a:p>
            <a:r>
              <a:t>Use the code: 'First WHERE throws away inactive employees - row by row. Then GROUP BY makes one group per department. Then HAVING throws away whole GROUPS whose average is too low. Then ORDER BY sorts what is left.'</a:t>
            </a:r>
          </a:p>
          <a:p>
            <a:endParaRPr/>
          </a:p>
          <a:p>
            <a:r>
              <a:t>The killer explanation is the execution order box: SQL runs FROM, then WHERE, then GROUP BY, then HAVING, then SELECT, then ORDER BY. When WHERE runs, no groups exist yet - so asking WHERE AVG(Salary) &gt; 52000 is like asking the class average before the exam is conducted. Impossible - hence the error.</a:t>
            </a:r>
          </a:p>
          <a:p>
            <a:endParaRPr/>
          </a:p>
          <a:p>
            <a:r>
              <a:t>Interactive: 'I want departments having MORE THAN 50 employees - WHERE or HAVING?' Answer: HAVING COUNT(*) &gt; 50, because counting happens per group.</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JOINS OVERVIEW (4 min) - announce this as THE most important slide of the day.</a:t>
            </a:r>
          </a:p>
          <a:p>
            <a:r>
              <a:t>Say: 'Remember we split data into Employees and Departments to avoid duplication? Joins are how we put them back together for display. The ON clause tells SQL which columns link the tables - almost always FK = PK.'</a:t>
            </a:r>
          </a:p>
          <a:p>
            <a:endParaRPr/>
          </a:p>
          <a:p>
            <a:r>
              <a:t>Walk the Venn diagrams: 'Think of two circles - left circle is Employees, right is Departments. INNER JOIN = only the overlap - rows that match on both sides. LEFT JOIN = the whole left circle - every employee, even Sneha who has no department (her dept shows NULL). RIGHT JOIN = mirror image - every department even if it has no employees. FULL JOIN = both circles - everything, with NULLs filling the gaps.'</a:t>
            </a:r>
          </a:p>
          <a:p>
            <a:endParaRPr/>
          </a:p>
          <a:p>
            <a:r>
              <a:t>Show the syntax: FROM = left table, JOIN = right table, ON = the link. Aliases e and d are just nicknames to type less.</a:t>
            </a:r>
          </a:p>
          <a:p>
            <a:endParaRPr/>
          </a:p>
          <a:p>
            <a:r>
              <a:t>Interactive: 'If I want to list ALL departments including empty ones with employee count - which join keeps all departments?' Answer: RIGHT JOIN from Employees, or better, LEFT JOIN from Departments.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INNER JOIN (4 min)</a:t>
            </a:r>
          </a:p>
          <a:p>
            <a:r>
              <a:t>Walk it visually: 'SQL takes each employee, looks at their DeptID, and searches Departments for the same DeptID. Ravi has 10 → 10 is IT → Ravi-IT goes to the result. Same for Arun. Priya has 20 → Finance. Sneha has NULL → NULL matches nothing → she is dropped. And HR - department 30 - no employee references it, so it is also dropped.'</a:t>
            </a:r>
          </a:p>
          <a:p>
            <a:endParaRPr/>
          </a:p>
          <a:p>
            <a:r>
              <a:t>Key sentence: 'INNER JOIN is a strict matchmaker - if you do not have a partner on the other side, you are out.'</a:t>
            </a:r>
          </a:p>
          <a:p>
            <a:endParaRPr/>
          </a:p>
          <a:p>
            <a:r>
              <a:t>Real-time example: order details page - Orders INNER JOIN Customers - you only want orders that genuinely belong to a customer.</a:t>
            </a:r>
          </a:p>
          <a:p>
            <a:endParaRPr/>
          </a:p>
          <a:p>
            <a:r>
              <a:t>Note: writing just JOIN means INNER JOIN - it is the default.</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LEFT &amp; RIGHT JOIN (4 min)</a:t>
            </a:r>
          </a:p>
          <a:p>
            <a:r>
              <a:t>Left panel: 'LEFT JOIN keeps EVERY row of the left table - Employees. Sneha has no department, but she is NOT dropped - the department column simply shows NULL. Compare with INNER JOIN where she vanished.'</a:t>
            </a:r>
          </a:p>
          <a:p>
            <a:endParaRPr/>
          </a:p>
          <a:p>
            <a:r>
              <a:t>Right panel: 'RIGHT JOIN is the mirror - every department survives, even HR which has no employees, and the employee side shows NULL.'</a:t>
            </a:r>
          </a:p>
          <a:p>
            <a:endParaRPr/>
          </a:p>
          <a:p>
            <a:r>
              <a:t>Pro tip to share: most teams write everything as LEFT JOIN (just swap table order) - it reads more naturally. RIGHT JOIN is rare in real codebases.</a:t>
            </a:r>
          </a:p>
          <a:p>
            <a:endParaRPr/>
          </a:p>
          <a:p>
            <a:r>
              <a:t>The POWER pattern: LEFT JOIN + WHERE right-side IS NULL = 'find rows WITHOUT a match'. Customers with no orders, products never sold, employees with no assigned project - this pattern appears everywhere including interviews.</a:t>
            </a:r>
          </a:p>
          <a:p>
            <a:endParaRPr/>
          </a:p>
          <a:p>
            <a:r>
              <a:t>Interactive: 'How do I find departments with ZERO employees?' Answer: Departments LEFT JOIN Employees ON ... WHERE e.EmpID IS NULL.</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FULL / CROSS / SELF (4 min)</a:t>
            </a:r>
          </a:p>
          <a:p>
            <a:r>
              <a:t>FULL JOIN: 'LEFT + RIGHT together - nobody is dropped. Sneha appears with NULL department AND HR appears with NULL employee. Perfect for reconciliation - comparing two systems and finding what exists only in one.'</a:t>
            </a:r>
          </a:p>
          <a:p>
            <a:endParaRPr/>
          </a:p>
          <a:p>
            <a:r>
              <a:t>CROSS JOIN: 'No ON condition - it pairs EVERY row with EVERY row. 3 sizes and 4 colours gives 12 combinations - great for generating product variants. But warn them: cross joining two big tables can explode into millions of rows. If you ever see a crazy huge result, check whether you forgot the ON condition - a missing ON accidentally creates a cross join!'</a:t>
            </a:r>
          </a:p>
          <a:p>
            <a:endParaRPr/>
          </a:p>
          <a:p>
            <a:r>
              <a:t>SELF JOIN: 'The mind-bender. The Employees table has a ManagerID column - the manager is ALSO an employee in the same table. So we open the same table twice with two nicknames: e for the employee, m for the manager, and join e.ManagerID = m.EmpID. LEFT JOIN so the CEO (no manager) still appears.'</a:t>
            </a:r>
          </a:p>
          <a:p>
            <a:endParaRPr/>
          </a:p>
          <a:p>
            <a:r>
              <a:t>Interactive: 'Why LEFT join in the self-join example instead of INNER?' Answer: the top boss has ManagerID NULL - INNER would drop him.</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SUBQUERIES (4 min)</a:t>
            </a:r>
          </a:p>
          <a:p>
            <a:r>
              <a:t>Say: 'A subquery is simply a query inside brackets that runs FIRST, and its answer is used by the outer query. Exactly like maths - solve the bracket first.'</a:t>
            </a:r>
          </a:p>
          <a:p>
            <a:endParaRPr/>
          </a:p>
          <a:p>
            <a:r>
              <a:t>Walk the example: 'I cannot write WHERE Salary &gt; average - SQL needs a number. So the inner query computes the average - 60000 - and the outer query becomes WHERE Salary &gt; 60000. Priya and Sneha qualify.'</a:t>
            </a:r>
          </a:p>
          <a:p>
            <a:endParaRPr/>
          </a:p>
          <a:p>
            <a:r>
              <a:t>Three homes for subqueries: inside WHERE (compare to a value), inside FROM (use a result as a temp table - must give it an alias), and with IN (match a list, e.g. employees in departments located in Bengaluru).</a:t>
            </a:r>
          </a:p>
          <a:p>
            <a:endParaRPr/>
          </a:p>
          <a:p>
            <a:r>
              <a:t>Keep it simple for freshers - just mention that correlated subqueries (inner query referring to outer row) exist and are slower; they will meet them later.</a:t>
            </a:r>
          </a:p>
          <a:p>
            <a:endParaRPr/>
          </a:p>
          <a:p>
            <a:r>
              <a:t>Interactive: 'Find employees earning the MAXIMUM salary - how?' Answer: WHERE Salary = (SELECT MAX(Salary) FROM Employees).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UNION vs UNION ALL (3 min)</a:t>
            </a:r>
          </a:p>
          <a:p>
            <a:r>
              <a:t>First clarify the direction: 'Joins glue tables sideways - more COLUMNS. UNION glues results vertically - more ROWS. Example: customers from the 2024 table and the 2025 table stacked into one list.'</a:t>
            </a:r>
          </a:p>
          <a:p>
            <a:endParaRPr/>
          </a:p>
          <a:p>
            <a:r>
              <a:t>The difference is one word: 'UNION quietly removes duplicate rows - Bengaluru appearing in both years shows once. UNION ALL keeps everything - Bengaluru shows twice. And because UNION must compare every row to find duplicates, it is SLOWER.'</a:t>
            </a:r>
          </a:p>
          <a:p>
            <a:endParaRPr/>
          </a:p>
          <a:p>
            <a:r>
              <a:t>Practical advice: if you know duplicates cannot exist, or duplicates are meaningful (log entries, transactions), use UNION ALL - it is faster and safer for counts.</a:t>
            </a:r>
          </a:p>
          <a:p>
            <a:endParaRPr/>
          </a:p>
          <a:p>
            <a:r>
              <a:t>Interactive: 'I am merging error logs from two servers to count total errors - UNION or UNION ALL?' Answer: UNION ALL - removing duplicates would corrupt the count.</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COALESCE vs ISNULL (4 min)</a:t>
            </a:r>
          </a:p>
          <a:p>
            <a:r>
              <a:t>Setup: 'NULLs look ugly on screen - you never want a customer seeing the word NULL. These two functions replace NULL with something sensible.'</a:t>
            </a:r>
          </a:p>
          <a:p>
            <a:endParaRPr/>
          </a:p>
          <a:p>
            <a:r>
              <a:t>ISNULL: exactly two arguments - the value and its backup. SQL Server specific.</a:t>
            </a:r>
          </a:p>
          <a:p>
            <a:endParaRPr/>
          </a:p>
          <a:p>
            <a:r>
              <a:t>COALESCE: the smarter sibling - takes MANY arguments and returns the FIRST non-NULL, left to right. Try Mobile; if NULL try HomePhone; if that's NULL too, show 'No Contact'. It is ANSI standard - the same line works in SQL Server, Oracle, MySQL, PostgreSQL.</a:t>
            </a:r>
          </a:p>
          <a:p>
            <a:endParaRPr/>
          </a:p>
          <a:p>
            <a:r>
              <a:t>Mention the data-type row briefly: ISNULL forces the type of the first argument (can silently truncate longer strings!), COALESCE picks the highest-precedence type - one more reason COALESCE is safer.</a:t>
            </a:r>
          </a:p>
          <a:p>
            <a:endParaRPr/>
          </a:p>
          <a:p>
            <a:r>
              <a:t>Interactive: 'COALESCE(NULL, NULL, 5, 10) returns what?' Answer: 5 - the FIRST non-NULL, and it stops there.</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DELETE vs TRUNCATE vs DROP (4 min) - guaranteed interview question!</a:t>
            </a:r>
          </a:p>
          <a:p>
            <a:r>
              <a:t>The notebook analogy carries this slide: 'DELETE erases some pencil lines - you choose which rows with WHERE, and each erased line is logged so you can undo. TRUNCATE tears out the entire page - all rows gone instantly, but the page (table structure) still exists and you can write again. DROP burns the whole notebook - table, structure, indexes, everything is gone.'</a:t>
            </a:r>
          </a:p>
          <a:p>
            <a:endParaRPr/>
          </a:p>
          <a:p>
            <a:r>
              <a:t>Key differences to stress: 1) Only DELETE can have WHERE. 2) DELETE is row-by-row and logged (slow but safe); TRUNCATE deallocates pages (very fast, minimal logging). 3) After TRUNCATE, identity/auto-increment restarts from 1; after DELETE it continues. 4) In SQL Server all three CAN be rolled back if wrapped in a transaction - but TRUNCATE/DROP outside a transaction are effectively goodbye.</a:t>
            </a:r>
          </a:p>
          <a:p>
            <a:endParaRPr/>
          </a:p>
          <a:p>
            <a:r>
              <a:t>Safety habit to teach: ALWAYS write and run the SELECT first - SELECT * FROM Employees WHERE DeptID=30 - check the rows, THEN change SELECT * to DELETE. This habit prevents production disasters.</a:t>
            </a:r>
          </a:p>
          <a:p>
            <a:endParaRPr/>
          </a:p>
          <a:p>
            <a:r>
              <a:t>Interactive: 'I want to empty a 10-million-row staging table before tomorrow's load - which one?' Answer: TRUNCATE - fastest, keeps structure.</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RANKING FUNCTIONS (5 min)</a:t>
            </a:r>
          </a:p>
          <a:p>
            <a:r>
              <a:t>Setup: 'These are window functions - they add a calculated column to every row WITHOUT collapsing rows like GROUP BY does. OVER(ORDER BY Salary DESC) says: rank by salary, highest first.'</a:t>
            </a:r>
          </a:p>
          <a:p>
            <a:endParaRPr/>
          </a:p>
          <a:p>
            <a:r>
              <a:t>The tie is everything - point at Priya and Arun, both 65,000:</a:t>
            </a:r>
          </a:p>
          <a:p>
            <a:r>
              <a:t>- ROW_NUMBER does not care about ties - it just numbers 1,2,3,4. Priya gets 2 and Arun gets 3 arbitrarily.</a:t>
            </a:r>
          </a:p>
          <a:p>
            <a:r>
              <a:t>- RANK gives both position 2, but then SKIPS 3 - Ravi is 4th. Like the Olympics: two silver medals means no bronze - next is 4th place.</a:t>
            </a:r>
          </a:p>
          <a:p>
            <a:r>
              <a:t>- DENSE_RANK gives both 2, and Ravi gets 3 - no gaps. 'Dense' = tightly packed.</a:t>
            </a:r>
          </a:p>
          <a:p>
            <a:endParaRPr/>
          </a:p>
          <a:p>
            <a:r>
              <a:t>Memory line: ROW_NUMBER = roll numbers (always unique). RANK = Olympic ranking (skips). DENSE_RANK = dense, no gaps.</a:t>
            </a:r>
          </a:p>
          <a:p>
            <a:endParaRPr/>
          </a:p>
          <a:p>
            <a:r>
              <a:t>Mention PARTITION BY: adding PARTITION BY DeptID restarts ranking inside each department - that is how you get top-3 per category.</a:t>
            </a:r>
          </a:p>
          <a:p>
            <a:endParaRPr/>
          </a:p>
          <a:p>
            <a:r>
              <a:t>Interactive: 'Scores 100, 90, 90, 80 - what does each function give the last row?' Answer: ROW_NUMBER 4, RANK 4, DENSE_RANK 3.</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DUPLICATES (4 min) - a real production skill AND an interview favourite.</a:t>
            </a:r>
          </a:p>
          <a:p>
            <a:r>
              <a:t>Story to tell: 'A user clicks Submit twice, or a data load runs twice - now customer ravi@x.com exists 3 times. This genuinely happens in production. Three tools:'</a:t>
            </a:r>
          </a:p>
          <a:p>
            <a:endParaRPr/>
          </a:p>
          <a:p>
            <a:r>
              <a:t>1) FIND: group identical emails together and keep only groups having more than one member - classic GROUP BY + HAVING from earlier slides. See how concepts stack!</a:t>
            </a:r>
          </a:p>
          <a:p>
            <a:endParaRPr/>
          </a:p>
          <a:p>
            <a:r>
              <a:t>2) DISTINCT: only affects the DISPLAY - shows unique values but changes nothing in the table.</a:t>
            </a:r>
          </a:p>
          <a:p>
            <a:endParaRPr/>
          </a:p>
          <a:p>
            <a:r>
              <a:t>3) DELETE-but-keep-one: the star pattern. ROW_NUMBER with PARTITION BY Email numbers each email's copies 1,2,3 ordered by CreatedDate. The oldest gets rn=1. Delete everything with rn&gt;1 - each email keeps exactly one row. The WITH block is a CTE - think of it as naming an intermediate result so the DELETE can use it.</a:t>
            </a:r>
          </a:p>
          <a:p>
            <a:endParaRPr/>
          </a:p>
          <a:p>
            <a:r>
              <a:t>Safety reminder: run the SELECT version first, count the rows, then delete.</a:t>
            </a:r>
          </a:p>
          <a:p>
            <a:endParaRPr/>
          </a:p>
          <a:p>
            <a:r>
              <a:t>Interactive: 'What changes if I ORDER BY CreatedDate DESC?' Answer: the NEWEST copy gets rn=1 and is kept instead.</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REAL-TIME EXAMPLES (5 min) - this is where it all clicks for freshers.</a:t>
            </a:r>
          </a:p>
          <a:p>
            <a:r>
              <a:t>Say: 'Let us connect today's learning to an app you use daily - any shopping app.'</a:t>
            </a:r>
          </a:p>
          <a:p>
            <a:endParaRPr/>
          </a:p>
          <a:p>
            <a:r>
              <a:t>Login: 'When you tap Sign In, the app runs a SELECT with your email and password hash. One row back = welcome; zero rows = invalid credentials. Notice @email and @hash - these are PARAMETERS. The app never glues user input directly into the SQL string, because a hacker could type SQL into the login box and hijack the query - that attack is called SQL Injection. Parameters make it impossible.'</a:t>
            </a:r>
          </a:p>
          <a:p>
            <a:endParaRPr/>
          </a:p>
          <a:p>
            <a:r>
              <a:t>My Orders: 'One simple screen needs THREE tables - Orders for the header, OrderItems for quantities, Products for names. Joined on their keys, filtered to you, newest first. Now you see why we spent 25 minutes on joins!'</a:t>
            </a:r>
          </a:p>
          <a:p>
            <a:endParaRPr/>
          </a:p>
          <a:p>
            <a:r>
              <a:t>Dashboard: 'Management wants revenue per category above 1 lakh, biggest first. Look - JOIN, GROUP BY, SUM, HAVING, ORDER BY - literally every concept from today in one real query. You can already read this. That is your progress in 90 minutes!'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BEST PRACTICES (3 min)</a:t>
            </a:r>
          </a:p>
          <a:p>
            <a:r>
              <a:t>Walk quickly - one line each:</a:t>
            </a:r>
          </a:p>
          <a:p>
            <a:r>
              <a:t>1) SELECT * is lazy - name your columns. Apps break when someone adds a column and position-based code shifts.</a:t>
            </a:r>
          </a:p>
          <a:p>
            <a:r>
              <a:t>2) The scariest moment in any developer's life is running DELETE without WHERE. Habit: write SELECT first, verify the rows, then change to DELETE. Say it twice - it will save someone's job someday.</a:t>
            </a:r>
          </a:p>
          <a:p>
            <a:r>
              <a:t>3) Parameters (@email) instead of gluing strings - stops SQL Injection completely. Non-negotiable in application code.</a:t>
            </a:r>
          </a:p>
          <a:p>
            <a:r>
              <a:t>4) Filter in the database, not in the application - fetching a million rows to keep a hundred wastes everything. And functions around indexed columns (YEAR(OrderDate)=2026) stop the index from being used - use date ranges instead.</a:t>
            </a:r>
          </a:p>
          <a:p>
            <a:r>
              <a:t>5) Format for humans - SQL ignores whitespace, teammates do not.</a:t>
            </a:r>
          </a:p>
          <a:p>
            <a:r>
              <a:t>6) While practising, add TOP 100 so mistakes are cheap; learn what indexes exist on your tables.</a:t>
            </a:r>
          </a:p>
          <a:p>
            <a:endParaRPr/>
          </a:p>
          <a:p>
            <a:r>
              <a:t>Tip: share a 30-second story of a real (anonymised) production incident - freshers remember stories, not rules.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COMMON MISTAKES (3 min)</a:t>
            </a:r>
          </a:p>
          <a:p>
            <a:r>
              <a:t>Frame it: 'Every senior engineer has made at least three of these. Make them here in training, not in production!'</a:t>
            </a:r>
          </a:p>
          <a:p>
            <a:endParaRPr/>
          </a:p>
          <a:p>
            <a:r>
              <a:t>1) = NULL: the query runs fine but returns nothing - the worst kind of bug, no error, just silence. NULL is unknown; unknown = unknown is still unknown. IS NULL only.</a:t>
            </a:r>
          </a:p>
          <a:p>
            <a:r>
              <a:t>2) Missing ON: the join becomes a cross join and multiplies the tables. If a query suddenly returns crores of rows or hangs - check your ONs first.</a:t>
            </a:r>
          </a:p>
          <a:p>
            <a:r>
              <a:t>3) Aggregates in WHERE: remember the execution order slide - WHERE runs before groups exist. HAVING is the place.</a:t>
            </a:r>
          </a:p>
          <a:p>
            <a:r>
              <a:t>4) The GROUP BY rule: every SELECTed column is either grouped or aggregated - no exceptions.</a:t>
            </a:r>
          </a:p>
          <a:p>
            <a:r>
              <a:t>5) UPDATE without WHERE - tell them about transactions: BEGIN TRAN, run it, check, COMMIT or ROLLBACK - a seatbelt while learning.</a:t>
            </a:r>
          </a:p>
          <a:p>
            <a:r>
              <a:t>6) UNION dropping duplicates silently corrupts sums and counts - UNION ALL for merges.</a:t>
            </a:r>
          </a:p>
          <a:p>
            <a:endParaRPr/>
          </a:p>
          <a:p>
            <a:r>
              <a:t>Interactive: read each card and ask 'What is wrong here?' before revealing - freshers love spotting mistakes.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QUIZ (7-8 min) - run it with energy; give 20-30 seconds per question.</a:t>
            </a:r>
          </a:p>
          <a:p>
            <a:endParaRPr/>
          </a:p>
          <a:p>
            <a:r>
              <a:t>A1: 8 rows - one per department. (If some employees have NULL DeptID, NULL forms its own group → 9.)</a:t>
            </a:r>
          </a:p>
          <a:p>
            <a:endParaRPr/>
          </a:p>
          <a:p>
            <a:r>
              <a:t>A2: LEFT JOIN ... WHERE d.DeptID IS NULL. INNER JOIN drops non-matches entirely, so it can never find them. This pattern = 'find rows without a match'.</a:t>
            </a:r>
          </a:p>
          <a:p>
            <a:endParaRPr/>
          </a:p>
          <a:p>
            <a:r>
              <a:t>A3: DENSE_RANK: 95→1, 88→2, 88→2, 76→3. No gaps. (RANK would give 4; ROW_NUMBER also 4.)</a:t>
            </a:r>
          </a:p>
          <a:p>
            <a:endParaRPr/>
          </a:p>
          <a:p>
            <a:r>
              <a:t>A4: DELETE. TRUNCATE is all-or-nothing DDL - no WHERE allowed.</a:t>
            </a:r>
          </a:p>
          <a:p>
            <a:endParaRPr/>
          </a:p>
          <a:p>
            <a:r>
              <a:t>A5: 'A' - the FIRST non-NULL from the left, then it stops (B is never reached).</a:t>
            </a:r>
          </a:p>
          <a:p>
            <a:endParaRPr/>
          </a:p>
          <a:p>
            <a:r>
              <a:t>A6: True - UNION ALL just appends; UNION must find and remove duplicates first.</a:t>
            </a:r>
          </a:p>
          <a:p>
            <a:endParaRPr/>
          </a:p>
          <a:p>
            <a:r>
              <a:t>Wrap: 'If you got 4+, you are genuinely ready for the hands-on. Let's write some SQL ourselves!'</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RECAP OF JOURNEY (2 min)</a:t>
            </a:r>
          </a:p>
          <a:p>
            <a:r>
              <a:t>Say: 'Look how far you came in under two hours - foundations, reading data, summarising, combining tables, power tools, and professional discipline. You will NOT remember everything - that is normal and expected. What matters is you now know what exists and where to look.'</a:t>
            </a:r>
          </a:p>
          <a:p>
            <a:endParaRPr/>
          </a:p>
          <a:p>
            <a:r>
              <a:t>Growth path: 'Fifteen minutes of practice a day beats five hours once a month. Start with HackerRank SQL easy problems - they mirror exactly what we did today. And the best trick: open any query in our repositories, read it line by line, and explain it to yourself - within a month these will look like plain English.'</a:t>
            </a:r>
          </a:p>
          <a:p>
            <a:endParaRPr/>
          </a:p>
          <a:p>
            <a:r>
              <a:t>Transition: 'But first - nothing beats writing SQL with your own hands. Hands-on time!'</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0E6CE-79BC-5EEA-0260-2AFF9EC92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4B87A-6723-929E-975F-1DCE2F7B1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F9300-D3C2-B9F2-4E12-4F5B99B713E1}"/>
              </a:ext>
            </a:extLst>
          </p:cNvPr>
          <p:cNvSpPr>
            <a:spLocks noGrp="1"/>
          </p:cNvSpPr>
          <p:nvPr>
            <p:ph type="body" idx="1"/>
          </p:nvPr>
        </p:nvSpPr>
        <p:spPr/>
        <p:txBody>
          <a:bodyPr/>
          <a:lstStyle/>
          <a:p>
            <a:r>
              <a:t>TRANSITION (30 sec)</a:t>
            </a:r>
          </a:p>
          <a:p>
            <a:r>
              <a:t>Say: 'The next 15-20 minutes are yours. Open the practice database (or paper if systems are not ready). Work in pairs - discussing queries out loud is the fastest way to learn. I will walk around and help. Solutions are with me - try honestly before asking!'</a:t>
            </a:r>
          </a:p>
          <a:p>
            <a:endParaRPr/>
          </a:p>
          <a:p>
            <a:r>
              <a:t>Setup tip: have the two practice tables (Employees, Departments from the slides) pre-created in a shared dev DB, or share a printout of the table data so everyone works on the same rows.</a:t>
            </a:r>
          </a:p>
        </p:txBody>
      </p:sp>
      <p:sp>
        <p:nvSpPr>
          <p:cNvPr id="4" name="Slide Number Placeholder 3">
            <a:extLst>
              <a:ext uri="{FF2B5EF4-FFF2-40B4-BE49-F238E27FC236}">
                <a16:creationId xmlns:a16="http://schemas.microsoft.com/office/drawing/2014/main" id="{F0F7ABDE-A858-6AC1-ADC1-CA20BB7D2D8A}"/>
              </a:ext>
            </a:extLst>
          </p:cNvPr>
          <p:cNvSpPr>
            <a:spLocks noGrp="1"/>
          </p:cNvSpPr>
          <p:nvPr>
            <p:ph type="sldNum" sz="quarter" idx="5"/>
          </p:nvPr>
        </p:nvSpPr>
        <p:spPr/>
        <p:txBody>
          <a:bodyPr/>
          <a:lstStyle/>
          <a:p>
            <a:fld id="{1B1D025B-ACD2-45C1-B156-1DDB470CE319}" type="slidenum">
              <a:rPr lang="en-GB" smtClean="0"/>
              <a:pPr/>
              <a:t>27</a:t>
            </a:fld>
            <a:endParaRPr lang="en-GB"/>
          </a:p>
        </p:txBody>
      </p:sp>
      <p:sp>
        <p:nvSpPr>
          <p:cNvPr id="5" name="Date Placeholder 4">
            <a:extLst>
              <a:ext uri="{FF2B5EF4-FFF2-40B4-BE49-F238E27FC236}">
                <a16:creationId xmlns:a16="http://schemas.microsoft.com/office/drawing/2014/main" id="{2A14C56D-81A9-D61A-3A4B-48717F7EFAA0}"/>
              </a:ext>
            </a:extLst>
          </p:cNvPr>
          <p:cNvSpPr>
            <a:spLocks noGrp="1"/>
          </p:cNvSpPr>
          <p:nvPr>
            <p:ph type="dt" idx="1"/>
          </p:nvPr>
        </p:nvSpPr>
        <p:spPr/>
        <p:txBody>
          <a:bodyPr/>
          <a:lstStyle/>
          <a:p>
            <a:fld id="{307F57C2-DC98-4654-8193-8947FB5885F5}" type="datetime1">
              <a:rPr lang="en-GB" smtClean="0"/>
              <a:pPr/>
              <a:t>01/09/2026</a:t>
            </a:fld>
            <a:endParaRPr lang="en-GB"/>
          </a:p>
        </p:txBody>
      </p:sp>
      <p:sp>
        <p:nvSpPr>
          <p:cNvPr id="6" name="Header Placeholder 5">
            <a:extLst>
              <a:ext uri="{FF2B5EF4-FFF2-40B4-BE49-F238E27FC236}">
                <a16:creationId xmlns:a16="http://schemas.microsoft.com/office/drawing/2014/main" id="{0A9B612D-F8A5-A2EC-B089-5AE97C4B215E}"/>
              </a:ext>
            </a:extLst>
          </p:cNvPr>
          <p:cNvSpPr>
            <a:spLocks noGrp="1"/>
          </p:cNvSpPr>
          <p:nvPr>
            <p:ph type="hdr" sz="quarter"/>
          </p:nvPr>
        </p:nvSpPr>
        <p:spPr/>
        <p:txBody>
          <a:bodyPr/>
          <a:lstStyle/>
          <a:p>
            <a:endParaRPr lang="en-GB"/>
          </a:p>
        </p:txBody>
      </p:sp>
      <p:sp>
        <p:nvSpPr>
          <p:cNvPr id="7" name="Footer Placeholder 6">
            <a:extLst>
              <a:ext uri="{FF2B5EF4-FFF2-40B4-BE49-F238E27FC236}">
                <a16:creationId xmlns:a16="http://schemas.microsoft.com/office/drawing/2014/main" id="{3736E356-0E56-35AC-A718-735E692BB6D9}"/>
              </a:ext>
            </a:extLst>
          </p:cNvPr>
          <p:cNvSpPr>
            <a:spLocks noGrp="1"/>
          </p:cNvSpPr>
          <p:nvPr>
            <p:ph type="ftr" sz="quarter" idx="4"/>
          </p:nvPr>
        </p:nvSpPr>
        <p:spPr/>
        <p:txBody>
          <a:bodyPr/>
          <a:lstStyle/>
          <a:p>
            <a:endParaRPr lang="en-GB"/>
          </a:p>
        </p:txBody>
      </p:sp>
    </p:spTree>
    <p:extLst>
      <p:ext uri="{BB962C8B-B14F-4D97-AF65-F5344CB8AC3E}">
        <p14:creationId xmlns:p14="http://schemas.microsoft.com/office/powerpoint/2010/main" val="42728091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LEVEL 1 SOLUTIONS (walk around, reveal after ~8 min):</a:t>
            </a:r>
          </a:p>
          <a:p>
            <a:endParaRPr/>
          </a:p>
          <a:p>
            <a:r>
              <a:t>Ex1: SELECT Name, Salary FROM Employees WHERE Salary &gt; 52000;</a:t>
            </a:r>
          </a:p>
          <a:p>
            <a:endParaRPr/>
          </a:p>
          <a:p>
            <a:r>
              <a:t>Ex2: SELECT * FROM Employees WHERE Name LIKE 'P%';</a:t>
            </a:r>
          </a:p>
          <a:p>
            <a:endParaRPr/>
          </a:p>
          <a:p>
            <a:r>
              <a:t>Ex3: SELECT * FROM Employees ORDER BY Salary DESC;</a:t>
            </a:r>
          </a:p>
          <a:p>
            <a:endParaRPr/>
          </a:p>
          <a:p>
            <a:r>
              <a:t>Ex4: SELECT SUM(Salary) AS Total, AVG(Salary) AS Avg, MIN(Salary) AS Min, MAX(Salary) AS Max FROM Employees;</a:t>
            </a:r>
          </a:p>
          <a:p>
            <a:endParaRPr/>
          </a:p>
          <a:p>
            <a:r>
              <a:t>Ex5: SELECT DeptID, COUNT(*) AS EmpCount FROM Employees GROUP BY DeptID;</a:t>
            </a:r>
          </a:p>
          <a:p>
            <a:endParaRPr/>
          </a:p>
          <a:p>
            <a:r>
              <a:t>Ex6: SELECT DeptID, COUNT(*) AS EmpCount FROM Employees GROUP BY DeptID HAVING COUNT(*) &gt; 1;</a:t>
            </a:r>
          </a:p>
          <a:p>
            <a:endParaRPr/>
          </a:p>
          <a:p>
            <a:r>
              <a:t>Coaching notes: In Ex2 someone will write LIKE '%P%' - discuss the difference (contains vs starts-with). In Ex6 someone will try WHERE COUNT(*)&gt;1 - perfect teaching moment to reinforce WHERE vs HAVING.</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LEVEL 2 SOLUTIONS:</a:t>
            </a:r>
          </a:p>
          <a:p>
            <a:endParaRPr/>
          </a:p>
          <a:p>
            <a:r>
              <a:t>Ex7: SELECT e.Name, d.DeptName FROM Employees e INNER JOIN Departments d ON e.DeptID = d.DeptID;  → Sneha is missing (NULL DeptID never matches).</a:t>
            </a:r>
          </a:p>
          <a:p>
            <a:endParaRPr/>
          </a:p>
          <a:p>
            <a:r>
              <a:t>Ex8: SELECT e.Name FROM Employees e LEFT JOIN Departments d ON e.DeptID = d.DeptID WHERE d.DeptID IS NULL;  (or simply WHERE e.DeptID IS NULL on the single table - accept both, discuss the pattern.)</a:t>
            </a:r>
          </a:p>
          <a:p>
            <a:endParaRPr/>
          </a:p>
          <a:p>
            <a:r>
              <a:t>Ex9: SELECT d.DeptName, AVG(e.Salary) AS AvgSal FROM Employees e JOIN Departments d ON e.DeptID = d.DeptID GROUP BY d.DeptName ORDER BY AvgSal DESC;</a:t>
            </a:r>
          </a:p>
          <a:p>
            <a:endParaRPr/>
          </a:p>
          <a:p>
            <a:r>
              <a:t>Ex10: SELECT Name, Salary FROM Employees WHERE Salary &gt; (SELECT AVG(Salary) FROM Employees);</a:t>
            </a:r>
          </a:p>
          <a:p>
            <a:endParaRPr/>
          </a:p>
          <a:p>
            <a:r>
              <a:t>Ex11: SELECT Name, COALESCE(CAST(DeptID AS VARCHAR(10)), 'Not Assigned') AS Dept FROM Employees;  → teaching point: COALESCE arguments must be type-compatible, hence the CAST.</a:t>
            </a:r>
          </a:p>
          <a:p>
            <a:endParaRPr/>
          </a:p>
          <a:p>
            <a:r>
              <a:t>Ex12: DENSE_RANK() OVER(ORDER BY Salary DESC) - 'no gaps for ties' is the keyword pointing to DENSE_RANK.</a:t>
            </a:r>
          </a:p>
          <a:p>
            <a:endParaRPr/>
          </a:p>
          <a:p>
            <a:r>
              <a:t>Close the exercise block by asking one volunteer to explain their Ex9 query aloud - explaining is the deepest form of learning.</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5"/>
          </p:nvPr>
        </p:nvSpPr>
        <p:spPr/>
      </p:sp>
      <p:sp>
        <p:nvSpPr>
          <p:cNvPr id="3" name="Notes Placeholder 2"/>
          <p:cNvSpPr>
            <a:spLocks noGrp="1"/>
          </p:cNvSpPr>
          <p:nvPr>
            <p:ph type="body" sz="quarter" idx="3"/>
          </p:nvPr>
        </p:nvSpPr>
        <p:spPr/>
        <p:txBody>
          <a:bodyPr/>
          <a:lstStyle/>
          <a:p>
            <a:r>
              <a:t>FINAL RECAP (3 min)</a:t>
            </a:r>
          </a:p>
          <a:p>
            <a:r>
              <a:t>Read the 8 lines slowly - these are the one-line answers to the 8 most common SQL interview questions. Suggest they photograph this slide.</a:t>
            </a:r>
          </a:p>
          <a:p>
            <a:endParaRPr/>
          </a:p>
          <a:p>
            <a:r>
              <a:t>Say: 'If you remember only these eight lines, you can already hold a five-minute SQL conversation in any interview or standup. Everything else grows from practice.'</a:t>
            </a:r>
          </a:p>
          <a:p>
            <a:endParaRPr/>
          </a:p>
          <a:p>
            <a:r>
              <a:t>Open the floor for questions (keep ~5 min). If silent, seed one: 'A common doubt is when to use a subquery versus a join - anyone want to guess?' (Answer: compare-against-one-value → subquery; need columns from both tables → join.)</a:t>
            </a:r>
          </a:p>
          <a:p>
            <a:endParaRPr/>
          </a:p>
          <a:p>
            <a:r>
              <a:t>Close by pointing to the exercises: 'Re-do all 12 exercises tomorrow WITHOUT looking at solutions - that is your homework, and I will ask two of you to demo one query each in our next catch-up!'</a:t>
            </a:r>
          </a:p>
        </p:txBody>
      </p:sp>
      <p:sp>
        <p:nvSpPr>
          <p:cNvPr id="4" name="Slide Image Placeholder 3"/>
          <p:cNvSpPr>
            <a:spLocks noGrp="1" noRot="1" noChangeAspect="1"/>
          </p:cNvSpPr>
          <p:nvPr>
            <p:ph type="sldImg" idx="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(1 min)</a:t>
            </a:r>
          </a:p>
          <a:p>
            <a:r>
              <a:t>Say: 'Thank you all for the energy today! Welcome once again to Ferguson - you are joining a company where data truly matters, and today you took your first real step into it. My door - and my Teams chat - is always open. Happy querying!'</a:t>
            </a:r>
          </a:p>
          <a:p>
            <a:endParaRPr/>
          </a:p>
          <a:p>
            <a:r>
              <a:t>Practical closers: share the deck + practice scripts on the team channel, share your Teams/email, and schedule a 30-min doubt-clearing session for next week while the material is fresh.</a:t>
            </a:r>
          </a:p>
        </p:txBody>
      </p:sp>
      <p:sp>
        <p:nvSpPr>
          <p:cNvPr id="4" name="Slide Number Placeholder 3"/>
          <p:cNvSpPr>
            <a:spLocks noGrp="1"/>
          </p:cNvSpPr>
          <p:nvPr>
            <p:ph type="sldNum" sz="quarter" idx="5"/>
          </p:nvPr>
        </p:nvSpPr>
        <p:spPr/>
        <p:txBody>
          <a:bodyPr/>
          <a:lstStyle/>
          <a:p>
            <a:fld id="{1B1D025B-ACD2-45C1-B156-1DDB470CE319}" type="slidenum">
              <a:rPr lang="en-GB" smtClean="0"/>
              <a:pPr/>
              <a:t>31</a:t>
            </a:fld>
            <a:endParaRPr lang="en-GB"/>
          </a:p>
        </p:txBody>
      </p:sp>
      <p:sp>
        <p:nvSpPr>
          <p:cNvPr id="5" name="Date Placeholder 4"/>
          <p:cNvSpPr>
            <a:spLocks noGrp="1"/>
          </p:cNvSpPr>
          <p:nvPr>
            <p:ph type="dt" idx="1"/>
          </p:nvPr>
        </p:nvSpPr>
        <p:spPr/>
        <p:txBody>
          <a:bodyPr/>
          <a:lstStyle/>
          <a:p>
            <a:fld id="{307F57C2-DC98-4654-8193-8947FB5885F5}" type="datetime1">
              <a:rPr lang="en-GB" smtClean="0"/>
              <a:pPr/>
              <a:t>01/09/2026</a:t>
            </a:fld>
            <a:endParaRPr lang="en-GB"/>
          </a:p>
        </p:txBody>
      </p:sp>
      <p:sp>
        <p:nvSpPr>
          <p:cNvPr id="6" name="Header Placeholder 5"/>
          <p:cNvSpPr>
            <a:spLocks noGrp="1"/>
          </p:cNvSpPr>
          <p:nvPr>
            <p:ph type="hdr" sz="quarter"/>
          </p:nvPr>
        </p:nvSpPr>
        <p:spPr/>
        <p:txBody>
          <a:bodyPr/>
          <a:lstStyle/>
          <a:p>
            <a:endParaRPr lang="en-GB"/>
          </a:p>
        </p:txBody>
      </p:sp>
      <p:sp>
        <p:nvSpPr>
          <p:cNvPr id="7" name="Footer Placeholder 6"/>
          <p:cNvSpPr>
            <a:spLocks noGrp="1"/>
          </p:cNvSpPr>
          <p:nvPr>
            <p:ph type="ftr" sz="quarter" idx="4"/>
          </p:nvPr>
        </p:nvSpPr>
        <p:spPr/>
        <p:txBody>
          <a:bodyPr/>
          <a:lstStyle/>
          <a:p>
            <a:endParaRPr lang="en-GB"/>
          </a:p>
        </p:txBody>
      </p:sp>
    </p:spTree>
    <p:extLst>
      <p:ext uri="{BB962C8B-B14F-4D97-AF65-F5344CB8AC3E}">
        <p14:creationId xmlns:p14="http://schemas.microsoft.com/office/powerpoint/2010/main" val="12169756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
    <p:bg>
      <p:bgPr>
        <a:solidFill>
          <a:schemeClr val="accent1"/>
        </a:solidFill>
        <a:effectLst/>
      </p:bgPr>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40F0538-9B96-48A2-E0D3-51997329E811}"/>
              </a:ext>
            </a:extLst>
          </p:cNvPr>
          <p:cNvSpPr/>
          <p:nvPr userDrawn="1"/>
        </p:nvSpPr>
        <p:spPr>
          <a:xfrm>
            <a:off x="0" y="0"/>
            <a:ext cx="121932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a:p>
        </p:txBody>
      </p:sp>
      <p:pic>
        <p:nvPicPr>
          <p:cNvPr id="7" name="Graphic 6">
            <a:extLst>
              <a:ext uri="{FF2B5EF4-FFF2-40B4-BE49-F238E27FC236}">
                <a16:creationId xmlns:a16="http://schemas.microsoft.com/office/drawing/2014/main" id="{A2A287E5-3103-5FAA-E5AA-89A6192368D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01729" y="0"/>
            <a:ext cx="6932892" cy="6858000"/>
          </a:xfrm>
          <a:prstGeom prst="rect">
            <a:avLst/>
          </a:prstGeom>
        </p:spPr>
      </p:pic>
      <p:pic>
        <p:nvPicPr>
          <p:cNvPr id="9" name="Logo">
            <a:extLst>
              <a:ext uri="{FF2B5EF4-FFF2-40B4-BE49-F238E27FC236}">
                <a16:creationId xmlns:a16="http://schemas.microsoft.com/office/drawing/2014/main" id="{76796D24-E52C-91B9-433F-A5D1C511A85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914400"/>
            <a:ext cx="2743200" cy="333010"/>
          </a:xfrm>
          <a:prstGeom prst="rect">
            <a:avLst/>
          </a:prstGeom>
        </p:spPr>
      </p:pic>
      <p:sp>
        <p:nvSpPr>
          <p:cNvPr id="2" name="Title 1"/>
          <p:cNvSpPr>
            <a:spLocks noGrp="1"/>
          </p:cNvSpPr>
          <p:nvPr>
            <p:ph type="ctrTitle" hasCustomPrompt="1"/>
          </p:nvPr>
        </p:nvSpPr>
        <p:spPr bwMode="white">
          <a:xfrm>
            <a:off x="914400" y="2638800"/>
            <a:ext cx="7002000" cy="1286506"/>
          </a:xfrm>
        </p:spPr>
        <p:txBody>
          <a:bodyPr anchor="b" anchorCtr="0">
            <a:spAutoFit/>
          </a:bodyPr>
          <a:lstStyle>
            <a:lvl1pPr algn="l">
              <a:lnSpc>
                <a:spcPct val="95000"/>
              </a:lnSpc>
              <a:defRPr sz="4400">
                <a:solidFill>
                  <a:schemeClr val="tx1"/>
                </a:solidFill>
              </a:defRPr>
            </a:lvl1pPr>
          </a:lstStyle>
          <a:p>
            <a:r>
              <a:rPr lang="en-US"/>
              <a:t>Click to add title, two lines optional</a:t>
            </a:r>
          </a:p>
        </p:txBody>
      </p:sp>
      <p:sp>
        <p:nvSpPr>
          <p:cNvPr id="3" name="Subtitle 2"/>
          <p:cNvSpPr>
            <a:spLocks noGrp="1"/>
          </p:cNvSpPr>
          <p:nvPr>
            <p:ph type="subTitle" idx="1" hasCustomPrompt="1"/>
          </p:nvPr>
        </p:nvSpPr>
        <p:spPr bwMode="white">
          <a:xfrm>
            <a:off x="914400" y="4219200"/>
            <a:ext cx="5090400" cy="332399"/>
          </a:xfrm>
        </p:spPr>
        <p:txBody>
          <a:bodyPr>
            <a:spAutoFit/>
          </a:bodyPr>
          <a:lstStyle>
            <a:lvl1pPr marL="0" indent="0" algn="l">
              <a:lnSpc>
                <a:spcPct val="90000"/>
              </a:lnSpc>
              <a:spcBef>
                <a:spcPts val="0"/>
              </a:spcBef>
              <a:spcAft>
                <a:spcPts val="0"/>
              </a:spcAft>
              <a:buFont typeface="Arial" panose="020B0604020202020204" pitchFamily="34" charset="0"/>
              <a:buChar char="​"/>
              <a:defRPr sz="2400" b="0">
                <a:solidFill>
                  <a:schemeClr val="accent3"/>
                </a:solidFill>
              </a:defRPr>
            </a:lvl1pPr>
            <a:lvl2pPr marL="0" indent="0" algn="l">
              <a:lnSpc>
                <a:spcPct val="90000"/>
              </a:lnSpc>
              <a:spcBef>
                <a:spcPts val="0"/>
              </a:spcBef>
              <a:spcAft>
                <a:spcPts val="0"/>
              </a:spcAft>
              <a:buFont typeface="Arial" panose="020B0604020202020204" pitchFamily="34" charset="0"/>
              <a:buChar char="​"/>
              <a:defRPr sz="2400" b="0">
                <a:solidFill>
                  <a:schemeClr val="accent3"/>
                </a:solidFill>
              </a:defRPr>
            </a:lvl2pPr>
            <a:lvl3pPr marL="0" indent="0" algn="l">
              <a:lnSpc>
                <a:spcPct val="90000"/>
              </a:lnSpc>
              <a:spcBef>
                <a:spcPts val="0"/>
              </a:spcBef>
              <a:spcAft>
                <a:spcPts val="0"/>
              </a:spcAft>
              <a:buFont typeface="Arial" panose="020B0604020202020204" pitchFamily="34" charset="0"/>
              <a:buChar char="​"/>
              <a:defRPr sz="2400" b="0">
                <a:solidFill>
                  <a:schemeClr val="accent3"/>
                </a:solidFill>
              </a:defRPr>
            </a:lvl3pPr>
            <a:lvl4pPr marL="0" indent="0" algn="l">
              <a:lnSpc>
                <a:spcPct val="90000"/>
              </a:lnSpc>
              <a:spcBef>
                <a:spcPts val="0"/>
              </a:spcBef>
              <a:spcAft>
                <a:spcPts val="0"/>
              </a:spcAft>
              <a:buFont typeface="Arial" panose="020B0604020202020204" pitchFamily="34" charset="0"/>
              <a:buChar char="​"/>
              <a:defRPr sz="2400" b="0">
                <a:solidFill>
                  <a:schemeClr val="accent3"/>
                </a:solidFill>
              </a:defRPr>
            </a:lvl4pPr>
            <a:lvl5pPr marL="0" indent="0" algn="l">
              <a:lnSpc>
                <a:spcPct val="90000"/>
              </a:lnSpc>
              <a:spcBef>
                <a:spcPts val="0"/>
              </a:spcBef>
              <a:spcAft>
                <a:spcPts val="0"/>
              </a:spcAft>
              <a:buFont typeface="Arial" panose="020B0604020202020204" pitchFamily="34" charset="0"/>
              <a:buChar char="​"/>
              <a:defRPr sz="2400" b="0">
                <a:solidFill>
                  <a:schemeClr val="accent3"/>
                </a:solidFill>
              </a:defRPr>
            </a:lvl5pPr>
            <a:lvl6pPr marL="0" indent="0" algn="l">
              <a:lnSpc>
                <a:spcPct val="90000"/>
              </a:lnSpc>
              <a:spcBef>
                <a:spcPts val="0"/>
              </a:spcBef>
              <a:spcAft>
                <a:spcPts val="0"/>
              </a:spcAft>
              <a:buFont typeface="Arial" panose="020B0604020202020204" pitchFamily="34" charset="0"/>
              <a:buChar char="​"/>
              <a:defRPr sz="2400" b="0">
                <a:solidFill>
                  <a:schemeClr val="accent3"/>
                </a:solidFill>
              </a:defRPr>
            </a:lvl6pPr>
            <a:lvl7pPr marL="0" indent="0" algn="l">
              <a:lnSpc>
                <a:spcPct val="90000"/>
              </a:lnSpc>
              <a:spcBef>
                <a:spcPts val="0"/>
              </a:spcBef>
              <a:spcAft>
                <a:spcPts val="0"/>
              </a:spcAft>
              <a:buFont typeface="Arial" panose="020B0604020202020204" pitchFamily="34" charset="0"/>
              <a:buChar char="​"/>
              <a:defRPr sz="2400" b="0">
                <a:solidFill>
                  <a:schemeClr val="accent3"/>
                </a:solidFill>
              </a:defRPr>
            </a:lvl7pPr>
            <a:lvl8pPr marL="0" indent="0" algn="l">
              <a:lnSpc>
                <a:spcPct val="90000"/>
              </a:lnSpc>
              <a:spcBef>
                <a:spcPts val="0"/>
              </a:spcBef>
              <a:spcAft>
                <a:spcPts val="0"/>
              </a:spcAft>
              <a:buFont typeface="Arial" panose="020B0604020202020204" pitchFamily="34" charset="0"/>
              <a:buChar char="​"/>
              <a:defRPr sz="2400" b="0">
                <a:solidFill>
                  <a:schemeClr val="accent3"/>
                </a:solidFill>
              </a:defRPr>
            </a:lvl8pPr>
            <a:lvl9pPr marL="0" indent="0" algn="l">
              <a:lnSpc>
                <a:spcPct val="90000"/>
              </a:lnSpc>
              <a:spcBef>
                <a:spcPts val="0"/>
              </a:spcBef>
              <a:spcAft>
                <a:spcPts val="0"/>
              </a:spcAft>
              <a:buFont typeface="Arial" panose="020B0604020202020204" pitchFamily="34" charset="0"/>
              <a:buChar char="​"/>
              <a:defRPr sz="2400" b="0">
                <a:solidFill>
                  <a:schemeClr val="accent3"/>
                </a:solidFill>
              </a:defRPr>
            </a:lvl9pPr>
          </a:lstStyle>
          <a:p>
            <a:r>
              <a:rPr lang="en-US"/>
              <a:t>Click to add subtitle, one line optional</a:t>
            </a:r>
          </a:p>
        </p:txBody>
      </p:sp>
      <p:sp>
        <p:nvSpPr>
          <p:cNvPr id="14" name="Text Placeholder 13">
            <a:extLst>
              <a:ext uri="{FF2B5EF4-FFF2-40B4-BE49-F238E27FC236}">
                <a16:creationId xmlns:a16="http://schemas.microsoft.com/office/drawing/2014/main" id="{07E77017-6870-5AD9-B646-1D87C34A5963}"/>
              </a:ext>
            </a:extLst>
          </p:cNvPr>
          <p:cNvSpPr>
            <a:spLocks noGrp="1"/>
          </p:cNvSpPr>
          <p:nvPr>
            <p:ph type="body" sz="quarter" idx="18" hasCustomPrompt="1"/>
          </p:nvPr>
        </p:nvSpPr>
        <p:spPr bwMode="white">
          <a:xfrm>
            <a:off x="914400" y="5490000"/>
            <a:ext cx="5090400" cy="184666"/>
          </a:xfrm>
        </p:spPr>
        <p:txBody>
          <a:bodyPr anchor="b" anchorCtr="0">
            <a:spAutoFit/>
          </a:bodyPr>
          <a:lstStyle>
            <a:lvl1pPr marL="0" indent="0">
              <a:lnSpc>
                <a:spcPct val="100000"/>
              </a:lnSpc>
              <a:spcBef>
                <a:spcPts val="600"/>
              </a:spcBef>
              <a:spcAft>
                <a:spcPts val="300"/>
              </a:spcAft>
              <a:buFontTx/>
              <a:buNone/>
              <a:defRPr sz="1200" b="1" cap="none">
                <a:solidFill>
                  <a:schemeClr val="accent3"/>
                </a:solidFill>
              </a:defRPr>
            </a:lvl1pPr>
            <a:lvl2pPr marL="0" indent="0">
              <a:lnSpc>
                <a:spcPct val="100000"/>
              </a:lnSpc>
              <a:spcBef>
                <a:spcPts val="600"/>
              </a:spcBef>
              <a:spcAft>
                <a:spcPts val="300"/>
              </a:spcAft>
              <a:buFontTx/>
              <a:buNone/>
              <a:defRPr sz="1200" b="1" cap="none">
                <a:solidFill>
                  <a:schemeClr val="accent3"/>
                </a:solidFill>
              </a:defRPr>
            </a:lvl2pPr>
            <a:lvl3pPr marL="0" indent="0">
              <a:lnSpc>
                <a:spcPct val="100000"/>
              </a:lnSpc>
              <a:spcBef>
                <a:spcPts val="600"/>
              </a:spcBef>
              <a:spcAft>
                <a:spcPts val="300"/>
              </a:spcAft>
              <a:buFontTx/>
              <a:buNone/>
              <a:defRPr sz="1200" b="1" cap="none">
                <a:solidFill>
                  <a:schemeClr val="accent3"/>
                </a:solidFill>
              </a:defRPr>
            </a:lvl3pPr>
            <a:lvl4pPr marL="0" indent="0">
              <a:lnSpc>
                <a:spcPct val="100000"/>
              </a:lnSpc>
              <a:spcBef>
                <a:spcPts val="600"/>
              </a:spcBef>
              <a:spcAft>
                <a:spcPts val="300"/>
              </a:spcAft>
              <a:buFontTx/>
              <a:buNone/>
              <a:defRPr sz="1200" b="1" cap="none">
                <a:solidFill>
                  <a:schemeClr val="accent3"/>
                </a:solidFill>
              </a:defRPr>
            </a:lvl4pPr>
            <a:lvl5pPr marL="0" indent="0">
              <a:lnSpc>
                <a:spcPct val="100000"/>
              </a:lnSpc>
              <a:spcBef>
                <a:spcPts val="600"/>
              </a:spcBef>
              <a:spcAft>
                <a:spcPts val="300"/>
              </a:spcAft>
              <a:buFontTx/>
              <a:buNone/>
              <a:defRPr sz="1200" b="1" cap="none">
                <a:solidFill>
                  <a:schemeClr val="accent3"/>
                </a:solidFill>
              </a:defRPr>
            </a:lvl5pPr>
            <a:lvl6pPr marL="0" indent="0">
              <a:lnSpc>
                <a:spcPct val="100000"/>
              </a:lnSpc>
              <a:spcBef>
                <a:spcPts val="600"/>
              </a:spcBef>
              <a:spcAft>
                <a:spcPts val="300"/>
              </a:spcAft>
              <a:buFontTx/>
              <a:buNone/>
              <a:defRPr sz="1200" b="1" cap="none">
                <a:solidFill>
                  <a:schemeClr val="accent3"/>
                </a:solidFill>
              </a:defRPr>
            </a:lvl6pPr>
            <a:lvl7pPr marL="0" indent="0">
              <a:lnSpc>
                <a:spcPct val="100000"/>
              </a:lnSpc>
              <a:spcBef>
                <a:spcPts val="600"/>
              </a:spcBef>
              <a:spcAft>
                <a:spcPts val="300"/>
              </a:spcAft>
              <a:buFontTx/>
              <a:buNone/>
              <a:defRPr sz="1200" b="1" cap="none">
                <a:solidFill>
                  <a:schemeClr val="accent3"/>
                </a:solidFill>
              </a:defRPr>
            </a:lvl7pPr>
            <a:lvl8pPr marL="0" indent="0">
              <a:lnSpc>
                <a:spcPct val="100000"/>
              </a:lnSpc>
              <a:spcBef>
                <a:spcPts val="600"/>
              </a:spcBef>
              <a:spcAft>
                <a:spcPts val="300"/>
              </a:spcAft>
              <a:buFontTx/>
              <a:buNone/>
              <a:defRPr sz="1200" b="1" cap="none">
                <a:solidFill>
                  <a:schemeClr val="accent3"/>
                </a:solidFill>
              </a:defRPr>
            </a:lvl8pPr>
            <a:lvl9pPr marL="0" indent="0">
              <a:lnSpc>
                <a:spcPct val="100000"/>
              </a:lnSpc>
              <a:spcBef>
                <a:spcPts val="600"/>
              </a:spcBef>
              <a:spcAft>
                <a:spcPts val="300"/>
              </a:spcAft>
              <a:buFontTx/>
              <a:buNone/>
              <a:defRPr sz="1200" b="1" cap="none">
                <a:solidFill>
                  <a:schemeClr val="accent3"/>
                </a:solidFill>
              </a:defRPr>
            </a:lvl9pPr>
          </a:lstStyle>
          <a:p>
            <a:pPr lvl="0"/>
            <a:r>
              <a:rPr lang="en-US"/>
              <a:t>Click to add Name of Presenter</a:t>
            </a:r>
          </a:p>
        </p:txBody>
      </p:sp>
      <p:sp>
        <p:nvSpPr>
          <p:cNvPr id="10" name="Date Placeholder 6">
            <a:extLst>
              <a:ext uri="{FF2B5EF4-FFF2-40B4-BE49-F238E27FC236}">
                <a16:creationId xmlns:a16="http://schemas.microsoft.com/office/drawing/2014/main" id="{19E8C21D-363E-4C29-BCB1-2C67A41A6B1A}"/>
              </a:ext>
            </a:extLst>
          </p:cNvPr>
          <p:cNvSpPr>
            <a:spLocks noGrp="1"/>
          </p:cNvSpPr>
          <p:nvPr>
            <p:ph type="dt" sz="half" idx="15"/>
          </p:nvPr>
        </p:nvSpPr>
        <p:spPr bwMode="white">
          <a:xfrm>
            <a:off x="914400" y="5752799"/>
            <a:ext cx="5090400" cy="184666"/>
          </a:xfrm>
        </p:spPr>
        <p:txBody>
          <a:bodyPr anchor="t" anchorCtr="0">
            <a:spAutoFit/>
          </a:bodyPr>
          <a:lstStyle>
            <a:lvl1pPr algn="l">
              <a:defRPr sz="1200">
                <a:solidFill>
                  <a:schemeClr val="tx1"/>
                </a:solidFill>
              </a:defRPr>
            </a:lvl1pPr>
          </a:lstStyle>
          <a:p>
            <a:fld id="{4A9A0B8E-7796-40B6-952C-7B5839D359BE}" type="datetime1">
              <a:rPr lang="en-US" smtClean="0"/>
              <a:pPr/>
              <a:t>9/1/2026</a:t>
            </a:fld>
            <a:endParaRPr lang="en-US"/>
          </a:p>
        </p:txBody>
      </p:sp>
      <p:sp>
        <p:nvSpPr>
          <p:cNvPr id="11" name="Footer Placeholder 8" hidden="1">
            <a:extLst>
              <a:ext uri="{FF2B5EF4-FFF2-40B4-BE49-F238E27FC236}">
                <a16:creationId xmlns:a16="http://schemas.microsoft.com/office/drawing/2014/main" id="{6DB35B2F-204D-4092-A860-94E70637BD46}"/>
              </a:ext>
            </a:extLst>
          </p:cNvPr>
          <p:cNvSpPr>
            <a:spLocks noGrp="1" noRot="1" noMove="1" noResize="1" noEditPoints="1" noAdjustHandles="1" noChangeArrowheads="1" noChangeShapeType="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2" name="Slide Number Placeholder 10" hidden="1">
            <a:extLst>
              <a:ext uri="{FF2B5EF4-FFF2-40B4-BE49-F238E27FC236}">
                <a16:creationId xmlns:a16="http://schemas.microsoft.com/office/drawing/2014/main" id="{1BEB41F5-194C-405C-8EDC-8C5E550FE046}"/>
              </a:ext>
            </a:extLst>
          </p:cNvPr>
          <p:cNvSpPr>
            <a:spLocks noGrp="1" noRot="1" noMove="1" noResize="1" noEditPoints="1" noAdjustHandles="1" noChangeArrowheads="1" noChangeShapeType="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2706912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B">
    <p:bg>
      <p:bgPr>
        <a:solidFill>
          <a:schemeClr val="bg2"/>
        </a:solidFill>
        <a:effectLst/>
      </p:bgPr>
    </p:bg>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8651BDEF-5BAF-5895-1B1A-7FAE88270ED9}"/>
              </a:ext>
            </a:extLst>
          </p:cNvPr>
          <p:cNvSpPr>
            <a:spLocks noGrp="1"/>
          </p:cNvSpPr>
          <p:nvPr>
            <p:ph type="pic" sz="quarter" idx="13" hasCustomPrompt="1"/>
          </p:nvPr>
        </p:nvSpPr>
        <p:spPr>
          <a:xfrm>
            <a:off x="0" y="0"/>
            <a:ext cx="12192000" cy="6858000"/>
          </a:xfrm>
        </p:spPr>
        <p:txBody>
          <a:bodyPr lIns="0" tIns="108000"/>
          <a:lstStyle>
            <a:lvl1pPr marL="0" indent="0" algn="ctr">
              <a:buNone/>
              <a:defRPr sz="1600">
                <a:solidFill>
                  <a:schemeClr val="bg1"/>
                </a:solidFill>
              </a:defRPr>
            </a:lvl1pPr>
          </a:lstStyle>
          <a:p>
            <a:r>
              <a:rPr lang="en-US"/>
              <a:t>Click on frame and insert picture via </a:t>
            </a:r>
            <a:r>
              <a:rPr lang="en-US" err="1"/>
              <a:t>Templafy</a:t>
            </a:r>
            <a:r>
              <a:rPr lang="en-US"/>
              <a:t> Images</a:t>
            </a:r>
          </a:p>
        </p:txBody>
      </p:sp>
      <p:sp>
        <p:nvSpPr>
          <p:cNvPr id="2" name="Title 1"/>
          <p:cNvSpPr>
            <a:spLocks noGrp="1"/>
          </p:cNvSpPr>
          <p:nvPr>
            <p:ph type="ctrTitle" hasCustomPrompt="1"/>
          </p:nvPr>
        </p:nvSpPr>
        <p:spPr bwMode="white">
          <a:xfrm>
            <a:off x="914400" y="2610000"/>
            <a:ext cx="7956000" cy="2368341"/>
          </a:xfrm>
        </p:spPr>
        <p:txBody>
          <a:bodyPr anchor="b" anchorCtr="0">
            <a:spAutoFit/>
          </a:bodyPr>
          <a:lstStyle>
            <a:lvl1pPr algn="l">
              <a:lnSpc>
                <a:spcPct val="95000"/>
              </a:lnSpc>
              <a:defRPr sz="5400">
                <a:solidFill>
                  <a:schemeClr val="bg1"/>
                </a:solidFill>
              </a:defRPr>
            </a:lvl1pPr>
          </a:lstStyle>
          <a:p>
            <a:r>
              <a:rPr lang="en-US"/>
              <a:t>Click to add title, </a:t>
            </a:r>
            <a:br>
              <a:rPr lang="en-US"/>
            </a:br>
            <a:r>
              <a:rPr lang="en-US"/>
              <a:t>three lines </a:t>
            </a:r>
            <a:br>
              <a:rPr lang="en-US"/>
            </a:br>
            <a:r>
              <a:rPr lang="en-US"/>
              <a:t>optional</a:t>
            </a:r>
          </a:p>
        </p:txBody>
      </p:sp>
      <p:sp>
        <p:nvSpPr>
          <p:cNvPr id="14" name="Text Placeholder 13">
            <a:extLst>
              <a:ext uri="{FF2B5EF4-FFF2-40B4-BE49-F238E27FC236}">
                <a16:creationId xmlns:a16="http://schemas.microsoft.com/office/drawing/2014/main" id="{07E77017-6870-5AD9-B646-1D87C34A5963}"/>
              </a:ext>
            </a:extLst>
          </p:cNvPr>
          <p:cNvSpPr>
            <a:spLocks noGrp="1"/>
          </p:cNvSpPr>
          <p:nvPr>
            <p:ph type="body" sz="quarter" idx="18" hasCustomPrompt="1"/>
          </p:nvPr>
        </p:nvSpPr>
        <p:spPr bwMode="white">
          <a:xfrm>
            <a:off x="914400" y="5490000"/>
            <a:ext cx="5090400" cy="184666"/>
          </a:xfrm>
        </p:spPr>
        <p:txBody>
          <a:bodyPr anchor="b" anchorCtr="0">
            <a:spAutoFit/>
          </a:bodyPr>
          <a:lstStyle>
            <a:lvl1pPr marL="0" indent="0">
              <a:lnSpc>
                <a:spcPct val="100000"/>
              </a:lnSpc>
              <a:spcBef>
                <a:spcPts val="600"/>
              </a:spcBef>
              <a:spcAft>
                <a:spcPts val="300"/>
              </a:spcAft>
              <a:buFontTx/>
              <a:buNone/>
              <a:defRPr sz="1200" b="1" cap="none">
                <a:solidFill>
                  <a:schemeClr val="bg1"/>
                </a:solidFill>
              </a:defRPr>
            </a:lvl1pPr>
            <a:lvl2pPr marL="0" indent="0">
              <a:lnSpc>
                <a:spcPct val="100000"/>
              </a:lnSpc>
              <a:spcBef>
                <a:spcPts val="600"/>
              </a:spcBef>
              <a:spcAft>
                <a:spcPts val="300"/>
              </a:spcAft>
              <a:buFontTx/>
              <a:buNone/>
              <a:defRPr sz="1200" b="1" cap="none">
                <a:solidFill>
                  <a:schemeClr val="accent3"/>
                </a:solidFill>
              </a:defRPr>
            </a:lvl2pPr>
            <a:lvl3pPr marL="0" indent="0">
              <a:lnSpc>
                <a:spcPct val="100000"/>
              </a:lnSpc>
              <a:spcBef>
                <a:spcPts val="600"/>
              </a:spcBef>
              <a:spcAft>
                <a:spcPts val="300"/>
              </a:spcAft>
              <a:buFontTx/>
              <a:buNone/>
              <a:defRPr sz="1200" b="1" cap="none">
                <a:solidFill>
                  <a:schemeClr val="accent3"/>
                </a:solidFill>
              </a:defRPr>
            </a:lvl3pPr>
            <a:lvl4pPr marL="0" indent="0">
              <a:lnSpc>
                <a:spcPct val="100000"/>
              </a:lnSpc>
              <a:spcBef>
                <a:spcPts val="600"/>
              </a:spcBef>
              <a:spcAft>
                <a:spcPts val="300"/>
              </a:spcAft>
              <a:buFontTx/>
              <a:buNone/>
              <a:defRPr sz="1200" b="1" cap="none">
                <a:solidFill>
                  <a:schemeClr val="accent3"/>
                </a:solidFill>
              </a:defRPr>
            </a:lvl4pPr>
            <a:lvl5pPr marL="0" indent="0">
              <a:lnSpc>
                <a:spcPct val="100000"/>
              </a:lnSpc>
              <a:spcBef>
                <a:spcPts val="600"/>
              </a:spcBef>
              <a:spcAft>
                <a:spcPts val="300"/>
              </a:spcAft>
              <a:buFontTx/>
              <a:buNone/>
              <a:defRPr sz="1200" b="1" cap="none">
                <a:solidFill>
                  <a:schemeClr val="accent3"/>
                </a:solidFill>
              </a:defRPr>
            </a:lvl5pPr>
            <a:lvl6pPr marL="0" indent="0">
              <a:lnSpc>
                <a:spcPct val="100000"/>
              </a:lnSpc>
              <a:spcBef>
                <a:spcPts val="600"/>
              </a:spcBef>
              <a:spcAft>
                <a:spcPts val="300"/>
              </a:spcAft>
              <a:buFontTx/>
              <a:buNone/>
              <a:defRPr sz="1200" b="1" cap="none">
                <a:solidFill>
                  <a:schemeClr val="accent3"/>
                </a:solidFill>
              </a:defRPr>
            </a:lvl6pPr>
            <a:lvl7pPr marL="0" indent="0">
              <a:lnSpc>
                <a:spcPct val="100000"/>
              </a:lnSpc>
              <a:spcBef>
                <a:spcPts val="600"/>
              </a:spcBef>
              <a:spcAft>
                <a:spcPts val="300"/>
              </a:spcAft>
              <a:buFontTx/>
              <a:buNone/>
              <a:defRPr sz="1200" b="1" cap="none">
                <a:solidFill>
                  <a:schemeClr val="accent3"/>
                </a:solidFill>
              </a:defRPr>
            </a:lvl7pPr>
            <a:lvl8pPr marL="0" indent="0">
              <a:lnSpc>
                <a:spcPct val="100000"/>
              </a:lnSpc>
              <a:spcBef>
                <a:spcPts val="600"/>
              </a:spcBef>
              <a:spcAft>
                <a:spcPts val="300"/>
              </a:spcAft>
              <a:buFontTx/>
              <a:buNone/>
              <a:defRPr sz="1200" b="1" cap="none">
                <a:solidFill>
                  <a:schemeClr val="accent3"/>
                </a:solidFill>
              </a:defRPr>
            </a:lvl8pPr>
            <a:lvl9pPr marL="0" indent="0">
              <a:lnSpc>
                <a:spcPct val="100000"/>
              </a:lnSpc>
              <a:spcBef>
                <a:spcPts val="600"/>
              </a:spcBef>
              <a:spcAft>
                <a:spcPts val="300"/>
              </a:spcAft>
              <a:buFontTx/>
              <a:buNone/>
              <a:defRPr sz="1200" b="1" cap="none">
                <a:solidFill>
                  <a:schemeClr val="accent3"/>
                </a:solidFill>
              </a:defRPr>
            </a:lvl9pPr>
          </a:lstStyle>
          <a:p>
            <a:pPr lvl="0"/>
            <a:r>
              <a:rPr lang="en-US"/>
              <a:t>Click to add Name of Presenter</a:t>
            </a:r>
          </a:p>
        </p:txBody>
      </p:sp>
      <p:sp>
        <p:nvSpPr>
          <p:cNvPr id="10" name="Date Placeholder 6">
            <a:extLst>
              <a:ext uri="{FF2B5EF4-FFF2-40B4-BE49-F238E27FC236}">
                <a16:creationId xmlns:a16="http://schemas.microsoft.com/office/drawing/2014/main" id="{19E8C21D-363E-4C29-BCB1-2C67A41A6B1A}"/>
              </a:ext>
            </a:extLst>
          </p:cNvPr>
          <p:cNvSpPr>
            <a:spLocks noGrp="1"/>
          </p:cNvSpPr>
          <p:nvPr>
            <p:ph type="dt" sz="half" idx="15"/>
          </p:nvPr>
        </p:nvSpPr>
        <p:spPr bwMode="white">
          <a:xfrm>
            <a:off x="914400" y="5752799"/>
            <a:ext cx="5090400" cy="184666"/>
          </a:xfrm>
        </p:spPr>
        <p:txBody>
          <a:bodyPr anchor="t" anchorCtr="0">
            <a:spAutoFit/>
          </a:bodyPr>
          <a:lstStyle>
            <a:lvl1pPr algn="l">
              <a:defRPr sz="1200">
                <a:solidFill>
                  <a:schemeClr val="bg1"/>
                </a:solidFill>
              </a:defRPr>
            </a:lvl1pPr>
          </a:lstStyle>
          <a:p>
            <a:fld id="{4A9A0B8E-7796-40B6-952C-7B5839D359BE}" type="datetime1">
              <a:rPr lang="en-US" smtClean="0"/>
              <a:pPr/>
              <a:t>9/1/2026</a:t>
            </a:fld>
            <a:endParaRPr lang="en-US"/>
          </a:p>
        </p:txBody>
      </p:sp>
      <p:sp>
        <p:nvSpPr>
          <p:cNvPr id="11" name="Footer Placeholder 8" hidden="1">
            <a:extLst>
              <a:ext uri="{FF2B5EF4-FFF2-40B4-BE49-F238E27FC236}">
                <a16:creationId xmlns:a16="http://schemas.microsoft.com/office/drawing/2014/main" id="{6DB35B2F-204D-4092-A860-94E70637BD46}"/>
              </a:ext>
            </a:extLst>
          </p:cNvPr>
          <p:cNvSpPr>
            <a:spLocks noGrp="1" noRot="1" noMove="1" noResize="1" noEditPoints="1" noAdjustHandles="1" noChangeArrowheads="1" noChangeShapeType="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2" name="Slide Number Placeholder 10" hidden="1">
            <a:extLst>
              <a:ext uri="{FF2B5EF4-FFF2-40B4-BE49-F238E27FC236}">
                <a16:creationId xmlns:a16="http://schemas.microsoft.com/office/drawing/2014/main" id="{1BEB41F5-194C-405C-8EDC-8C5E550FE046}"/>
              </a:ext>
            </a:extLst>
          </p:cNvPr>
          <p:cNvSpPr>
            <a:spLocks noGrp="1" noRot="1" noMove="1" noResize="1" noEditPoints="1" noAdjustHandles="1" noChangeArrowheads="1" noChangeShapeType="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13" name="Logo Placeholder 9">
            <a:extLst>
              <a:ext uri="{FF2B5EF4-FFF2-40B4-BE49-F238E27FC236}">
                <a16:creationId xmlns:a16="http://schemas.microsoft.com/office/drawing/2014/main" id="{D8410491-ACC1-B4F0-BB4F-E3E58AF6E010}"/>
              </a:ext>
            </a:extLst>
          </p:cNvPr>
          <p:cNvSpPr>
            <a:spLocks noGrp="1"/>
          </p:cNvSpPr>
          <p:nvPr>
            <p:ph type="body" sz="quarter" idx="14" hasCustomPrompt="1"/>
          </p:nvPr>
        </p:nvSpPr>
        <p:spPr>
          <a:xfrm>
            <a:off x="914400" y="914400"/>
            <a:ext cx="2743200" cy="33301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Tree>
    <p:extLst>
      <p:ext uri="{BB962C8B-B14F-4D97-AF65-F5344CB8AC3E}">
        <p14:creationId xmlns:p14="http://schemas.microsoft.com/office/powerpoint/2010/main" val="1402965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C">
    <p:bg>
      <p:bgPr>
        <a:solidFill>
          <a:schemeClr val="bg2"/>
        </a:solidFill>
        <a:effectLst/>
      </p:bgPr>
    </p:bg>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1F24335D-38B7-3BBC-A3D8-1B37E89BACD2}"/>
              </a:ext>
            </a:extLst>
          </p:cNvPr>
          <p:cNvSpPr>
            <a:spLocks noGrp="1"/>
          </p:cNvSpPr>
          <p:nvPr>
            <p:ph type="pic" sz="quarter" idx="13" hasCustomPrompt="1"/>
          </p:nvPr>
        </p:nvSpPr>
        <p:spPr>
          <a:xfrm>
            <a:off x="0" y="0"/>
            <a:ext cx="12192000" cy="6858000"/>
          </a:xfrm>
        </p:spPr>
        <p:txBody>
          <a:bodyPr lIns="0" tIns="108000"/>
          <a:lstStyle>
            <a:lvl1pPr marL="0" indent="0" algn="ctr">
              <a:buNone/>
              <a:defRPr sz="1600">
                <a:solidFill>
                  <a:schemeClr val="bg1"/>
                </a:solidFill>
              </a:defRPr>
            </a:lvl1pPr>
          </a:lstStyle>
          <a:p>
            <a:r>
              <a:rPr lang="en-US"/>
              <a:t>Click on frame and insert picture via Templafy Images</a:t>
            </a:r>
          </a:p>
        </p:txBody>
      </p:sp>
      <p:sp>
        <p:nvSpPr>
          <p:cNvPr id="2" name="Title 1"/>
          <p:cNvSpPr>
            <a:spLocks noGrp="1"/>
          </p:cNvSpPr>
          <p:nvPr>
            <p:ph type="ctrTitle" hasCustomPrompt="1"/>
          </p:nvPr>
        </p:nvSpPr>
        <p:spPr bwMode="white">
          <a:xfrm>
            <a:off x="914400" y="2610000"/>
            <a:ext cx="7956000" cy="2368341"/>
          </a:xfrm>
        </p:spPr>
        <p:txBody>
          <a:bodyPr anchor="b" anchorCtr="0">
            <a:spAutoFit/>
          </a:bodyPr>
          <a:lstStyle>
            <a:lvl1pPr algn="l">
              <a:lnSpc>
                <a:spcPct val="95000"/>
              </a:lnSpc>
              <a:defRPr sz="5400">
                <a:solidFill>
                  <a:schemeClr val="accent1"/>
                </a:solidFill>
              </a:defRPr>
            </a:lvl1pPr>
          </a:lstStyle>
          <a:p>
            <a:r>
              <a:rPr lang="en-US"/>
              <a:t>Click to add title, </a:t>
            </a:r>
            <a:br>
              <a:rPr lang="en-US"/>
            </a:br>
            <a:r>
              <a:rPr lang="en-US"/>
              <a:t>three lines </a:t>
            </a:r>
            <a:br>
              <a:rPr lang="en-US"/>
            </a:br>
            <a:r>
              <a:rPr lang="en-US"/>
              <a:t>optional</a:t>
            </a:r>
          </a:p>
        </p:txBody>
      </p:sp>
      <p:sp>
        <p:nvSpPr>
          <p:cNvPr id="14" name="Text Placeholder 13">
            <a:extLst>
              <a:ext uri="{FF2B5EF4-FFF2-40B4-BE49-F238E27FC236}">
                <a16:creationId xmlns:a16="http://schemas.microsoft.com/office/drawing/2014/main" id="{07E77017-6870-5AD9-B646-1D87C34A5963}"/>
              </a:ext>
            </a:extLst>
          </p:cNvPr>
          <p:cNvSpPr>
            <a:spLocks noGrp="1"/>
          </p:cNvSpPr>
          <p:nvPr>
            <p:ph type="body" sz="quarter" idx="18" hasCustomPrompt="1"/>
          </p:nvPr>
        </p:nvSpPr>
        <p:spPr bwMode="white">
          <a:xfrm>
            <a:off x="914400" y="5490000"/>
            <a:ext cx="5090400" cy="184666"/>
          </a:xfrm>
        </p:spPr>
        <p:txBody>
          <a:bodyPr anchor="b" anchorCtr="0">
            <a:spAutoFit/>
          </a:bodyPr>
          <a:lstStyle>
            <a:lvl1pPr marL="0" indent="0">
              <a:lnSpc>
                <a:spcPct val="100000"/>
              </a:lnSpc>
              <a:spcBef>
                <a:spcPts val="600"/>
              </a:spcBef>
              <a:spcAft>
                <a:spcPts val="300"/>
              </a:spcAft>
              <a:buFontTx/>
              <a:buNone/>
              <a:defRPr sz="1200" b="1" cap="none">
                <a:solidFill>
                  <a:schemeClr val="accent1"/>
                </a:solidFill>
              </a:defRPr>
            </a:lvl1pPr>
            <a:lvl2pPr marL="0" indent="0">
              <a:lnSpc>
                <a:spcPct val="100000"/>
              </a:lnSpc>
              <a:spcBef>
                <a:spcPts val="600"/>
              </a:spcBef>
              <a:spcAft>
                <a:spcPts val="300"/>
              </a:spcAft>
              <a:buFontTx/>
              <a:buNone/>
              <a:defRPr sz="1200" b="1" cap="none">
                <a:solidFill>
                  <a:schemeClr val="accent3"/>
                </a:solidFill>
              </a:defRPr>
            </a:lvl2pPr>
            <a:lvl3pPr marL="0" indent="0">
              <a:lnSpc>
                <a:spcPct val="100000"/>
              </a:lnSpc>
              <a:spcBef>
                <a:spcPts val="600"/>
              </a:spcBef>
              <a:spcAft>
                <a:spcPts val="300"/>
              </a:spcAft>
              <a:buFontTx/>
              <a:buNone/>
              <a:defRPr sz="1200" b="1" cap="none">
                <a:solidFill>
                  <a:schemeClr val="accent3"/>
                </a:solidFill>
              </a:defRPr>
            </a:lvl3pPr>
            <a:lvl4pPr marL="0" indent="0">
              <a:lnSpc>
                <a:spcPct val="100000"/>
              </a:lnSpc>
              <a:spcBef>
                <a:spcPts val="600"/>
              </a:spcBef>
              <a:spcAft>
                <a:spcPts val="300"/>
              </a:spcAft>
              <a:buFontTx/>
              <a:buNone/>
              <a:defRPr sz="1200" b="1" cap="none">
                <a:solidFill>
                  <a:schemeClr val="accent3"/>
                </a:solidFill>
              </a:defRPr>
            </a:lvl4pPr>
            <a:lvl5pPr marL="0" indent="0">
              <a:lnSpc>
                <a:spcPct val="100000"/>
              </a:lnSpc>
              <a:spcBef>
                <a:spcPts val="600"/>
              </a:spcBef>
              <a:spcAft>
                <a:spcPts val="300"/>
              </a:spcAft>
              <a:buFontTx/>
              <a:buNone/>
              <a:defRPr sz="1200" b="1" cap="none">
                <a:solidFill>
                  <a:schemeClr val="accent3"/>
                </a:solidFill>
              </a:defRPr>
            </a:lvl5pPr>
            <a:lvl6pPr marL="0" indent="0">
              <a:lnSpc>
                <a:spcPct val="100000"/>
              </a:lnSpc>
              <a:spcBef>
                <a:spcPts val="600"/>
              </a:spcBef>
              <a:spcAft>
                <a:spcPts val="300"/>
              </a:spcAft>
              <a:buFontTx/>
              <a:buNone/>
              <a:defRPr sz="1200" b="1" cap="none">
                <a:solidFill>
                  <a:schemeClr val="accent3"/>
                </a:solidFill>
              </a:defRPr>
            </a:lvl6pPr>
            <a:lvl7pPr marL="0" indent="0">
              <a:lnSpc>
                <a:spcPct val="100000"/>
              </a:lnSpc>
              <a:spcBef>
                <a:spcPts val="600"/>
              </a:spcBef>
              <a:spcAft>
                <a:spcPts val="300"/>
              </a:spcAft>
              <a:buFontTx/>
              <a:buNone/>
              <a:defRPr sz="1200" b="1" cap="none">
                <a:solidFill>
                  <a:schemeClr val="accent3"/>
                </a:solidFill>
              </a:defRPr>
            </a:lvl7pPr>
            <a:lvl8pPr marL="0" indent="0">
              <a:lnSpc>
                <a:spcPct val="100000"/>
              </a:lnSpc>
              <a:spcBef>
                <a:spcPts val="600"/>
              </a:spcBef>
              <a:spcAft>
                <a:spcPts val="300"/>
              </a:spcAft>
              <a:buFontTx/>
              <a:buNone/>
              <a:defRPr sz="1200" b="1" cap="none">
                <a:solidFill>
                  <a:schemeClr val="accent3"/>
                </a:solidFill>
              </a:defRPr>
            </a:lvl8pPr>
            <a:lvl9pPr marL="0" indent="0">
              <a:lnSpc>
                <a:spcPct val="100000"/>
              </a:lnSpc>
              <a:spcBef>
                <a:spcPts val="600"/>
              </a:spcBef>
              <a:spcAft>
                <a:spcPts val="300"/>
              </a:spcAft>
              <a:buFontTx/>
              <a:buNone/>
              <a:defRPr sz="1200" b="1" cap="none">
                <a:solidFill>
                  <a:schemeClr val="accent3"/>
                </a:solidFill>
              </a:defRPr>
            </a:lvl9pPr>
          </a:lstStyle>
          <a:p>
            <a:pPr lvl="0"/>
            <a:r>
              <a:rPr lang="en-US"/>
              <a:t>Click to add Name of Presenter</a:t>
            </a:r>
          </a:p>
        </p:txBody>
      </p:sp>
      <p:sp>
        <p:nvSpPr>
          <p:cNvPr id="10" name="Date Placeholder 6">
            <a:extLst>
              <a:ext uri="{FF2B5EF4-FFF2-40B4-BE49-F238E27FC236}">
                <a16:creationId xmlns:a16="http://schemas.microsoft.com/office/drawing/2014/main" id="{19E8C21D-363E-4C29-BCB1-2C67A41A6B1A}"/>
              </a:ext>
            </a:extLst>
          </p:cNvPr>
          <p:cNvSpPr>
            <a:spLocks noGrp="1"/>
          </p:cNvSpPr>
          <p:nvPr>
            <p:ph type="dt" sz="half" idx="15"/>
          </p:nvPr>
        </p:nvSpPr>
        <p:spPr bwMode="white">
          <a:xfrm>
            <a:off x="914400" y="5752799"/>
            <a:ext cx="5090400" cy="184666"/>
          </a:xfrm>
        </p:spPr>
        <p:txBody>
          <a:bodyPr anchor="t" anchorCtr="0">
            <a:spAutoFit/>
          </a:bodyPr>
          <a:lstStyle>
            <a:lvl1pPr algn="l">
              <a:defRPr sz="1200">
                <a:solidFill>
                  <a:schemeClr val="accent1"/>
                </a:solidFill>
              </a:defRPr>
            </a:lvl1pPr>
          </a:lstStyle>
          <a:p>
            <a:fld id="{4A9A0B8E-7796-40B6-952C-7B5839D359BE}" type="datetime1">
              <a:rPr lang="en-US" smtClean="0"/>
              <a:pPr/>
              <a:t>9/1/2026</a:t>
            </a:fld>
            <a:endParaRPr lang="en-US"/>
          </a:p>
        </p:txBody>
      </p:sp>
      <p:sp>
        <p:nvSpPr>
          <p:cNvPr id="11" name="Footer Placeholder 8" hidden="1">
            <a:extLst>
              <a:ext uri="{FF2B5EF4-FFF2-40B4-BE49-F238E27FC236}">
                <a16:creationId xmlns:a16="http://schemas.microsoft.com/office/drawing/2014/main" id="{6DB35B2F-204D-4092-A860-94E70637BD46}"/>
              </a:ext>
            </a:extLst>
          </p:cNvPr>
          <p:cNvSpPr>
            <a:spLocks noGrp="1" noRot="1" noMove="1" noResize="1" noEditPoints="1" noAdjustHandles="1" noChangeArrowheads="1" noChangeShapeType="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2" name="Slide Number Placeholder 10" hidden="1">
            <a:extLst>
              <a:ext uri="{FF2B5EF4-FFF2-40B4-BE49-F238E27FC236}">
                <a16:creationId xmlns:a16="http://schemas.microsoft.com/office/drawing/2014/main" id="{1BEB41F5-194C-405C-8EDC-8C5E550FE046}"/>
              </a:ext>
            </a:extLst>
          </p:cNvPr>
          <p:cNvSpPr>
            <a:spLocks noGrp="1" noRot="1" noMove="1" noResize="1" noEditPoints="1" noAdjustHandles="1" noChangeArrowheads="1" noChangeShapeType="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6" name="Logo Placeholder 9">
            <a:extLst>
              <a:ext uri="{FF2B5EF4-FFF2-40B4-BE49-F238E27FC236}">
                <a16:creationId xmlns:a16="http://schemas.microsoft.com/office/drawing/2014/main" id="{6321382D-5A07-31AA-0933-D4F46703DE18}"/>
              </a:ext>
            </a:extLst>
          </p:cNvPr>
          <p:cNvSpPr>
            <a:spLocks noGrp="1"/>
          </p:cNvSpPr>
          <p:nvPr>
            <p:ph type="body" sz="quarter" idx="14" hasCustomPrompt="1"/>
          </p:nvPr>
        </p:nvSpPr>
        <p:spPr>
          <a:xfrm>
            <a:off x="914400" y="914400"/>
            <a:ext cx="2743200" cy="333010"/>
          </a:xfr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Tree>
    <p:extLst>
      <p:ext uri="{BB962C8B-B14F-4D97-AF65-F5344CB8AC3E}">
        <p14:creationId xmlns:p14="http://schemas.microsoft.com/office/powerpoint/2010/main" val="593449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solidFill>
        <a:effectLst/>
      </p:bgPr>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B3C6D49B-5AA8-08F3-B147-E15E36F776DB}"/>
              </a:ext>
            </a:extLst>
          </p:cNvPr>
          <p:cNvSpPr/>
          <p:nvPr userDrawn="1"/>
        </p:nvSpPr>
        <p:spPr>
          <a:xfrm>
            <a:off x="0" y="0"/>
            <a:ext cx="121932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pic>
        <p:nvPicPr>
          <p:cNvPr id="6" name="Graphic 5">
            <a:extLst>
              <a:ext uri="{FF2B5EF4-FFF2-40B4-BE49-F238E27FC236}">
                <a16:creationId xmlns:a16="http://schemas.microsoft.com/office/drawing/2014/main" id="{5AABFFD0-7FB5-22D4-AEE3-9130103DE2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01729" y="0"/>
            <a:ext cx="6932892" cy="6858000"/>
          </a:xfrm>
          <a:prstGeom prst="rect">
            <a:avLst/>
          </a:prstGeom>
        </p:spPr>
      </p:pic>
      <p:sp>
        <p:nvSpPr>
          <p:cNvPr id="3" name="Title 2">
            <a:extLst>
              <a:ext uri="{FF2B5EF4-FFF2-40B4-BE49-F238E27FC236}">
                <a16:creationId xmlns:a16="http://schemas.microsoft.com/office/drawing/2014/main" id="{82B3B4A0-C375-41A6-AA76-9E9EE3A791C0}"/>
              </a:ext>
            </a:extLst>
          </p:cNvPr>
          <p:cNvSpPr>
            <a:spLocks noGrp="1"/>
          </p:cNvSpPr>
          <p:nvPr>
            <p:ph type="title" hasCustomPrompt="1"/>
          </p:nvPr>
        </p:nvSpPr>
        <p:spPr bwMode="white">
          <a:xfrm>
            <a:off x="914400" y="914400"/>
            <a:ext cx="7956000" cy="496800"/>
          </a:xfrm>
        </p:spPr>
        <p:txBody>
          <a:bodyPr/>
          <a:lstStyle>
            <a:lvl1pPr>
              <a:defRPr>
                <a:solidFill>
                  <a:schemeClr val="tx1"/>
                </a:solidFill>
              </a:defRPr>
            </a:lvl1pPr>
          </a:lstStyle>
          <a:p>
            <a:r>
              <a:rPr lang="en-US"/>
              <a:t>Click to add Agenda title</a:t>
            </a:r>
          </a:p>
        </p:txBody>
      </p:sp>
      <p:sp>
        <p:nvSpPr>
          <p:cNvPr id="9" name="Text Placeholder 2">
            <a:extLst>
              <a:ext uri="{FF2B5EF4-FFF2-40B4-BE49-F238E27FC236}">
                <a16:creationId xmlns:a16="http://schemas.microsoft.com/office/drawing/2014/main" id="{841371CC-D25B-51AE-5ABB-421D01359A8D}"/>
              </a:ext>
            </a:extLst>
          </p:cNvPr>
          <p:cNvSpPr>
            <a:spLocks noGrp="1"/>
          </p:cNvSpPr>
          <p:nvPr>
            <p:ph type="body" sz="quarter" idx="13" hasCustomPrompt="1"/>
          </p:nvPr>
        </p:nvSpPr>
        <p:spPr bwMode="white">
          <a:xfrm>
            <a:off x="1411199" y="1836000"/>
            <a:ext cx="7458163" cy="3650400"/>
          </a:xfrm>
        </p:spPr>
        <p:txBody>
          <a:bodyPr/>
          <a:lstStyle>
            <a:lvl1pPr marL="0" indent="0">
              <a:lnSpc>
                <a:spcPts val="3200"/>
              </a:lnSpc>
              <a:spcBef>
                <a:spcPts val="0"/>
              </a:spcBef>
              <a:spcAft>
                <a:spcPts val="0"/>
              </a:spcAft>
              <a:buFont typeface="Arial" panose="020B0604020202020204" pitchFamily="34" charset="0"/>
              <a:buChar char="​"/>
              <a:defRPr sz="2400" b="0" i="0" cap="none">
                <a:solidFill>
                  <a:schemeClr val="tx1"/>
                </a:solidFill>
              </a:defRPr>
            </a:lvl1pPr>
            <a:lvl2pPr marL="0" indent="0">
              <a:lnSpc>
                <a:spcPts val="3200"/>
              </a:lnSpc>
              <a:spcBef>
                <a:spcPts val="0"/>
              </a:spcBef>
              <a:spcAft>
                <a:spcPts val="0"/>
              </a:spcAft>
              <a:buFont typeface="Arial" panose="020B0604020202020204" pitchFamily="34" charset="0"/>
              <a:buChar char="​"/>
              <a:defRPr sz="2400" b="0" i="0" cap="none">
                <a:solidFill>
                  <a:schemeClr val="accent3"/>
                </a:solidFill>
              </a:defRPr>
            </a:lvl2pPr>
            <a:lvl3pPr marL="0" indent="0">
              <a:lnSpc>
                <a:spcPts val="3200"/>
              </a:lnSpc>
              <a:spcBef>
                <a:spcPts val="0"/>
              </a:spcBef>
              <a:spcAft>
                <a:spcPts val="0"/>
              </a:spcAft>
              <a:buFont typeface="Arial" panose="020B0604020202020204" pitchFamily="34" charset="0"/>
              <a:buChar char="​"/>
              <a:defRPr sz="2400" b="0" i="0" cap="none">
                <a:solidFill>
                  <a:schemeClr val="tx1"/>
                </a:solidFill>
              </a:defRPr>
            </a:lvl3pPr>
            <a:lvl4pPr marL="0" indent="0">
              <a:lnSpc>
                <a:spcPts val="3200"/>
              </a:lnSpc>
              <a:spcBef>
                <a:spcPts val="0"/>
              </a:spcBef>
              <a:spcAft>
                <a:spcPts val="0"/>
              </a:spcAft>
              <a:buFont typeface="Arial" panose="020B0604020202020204" pitchFamily="34" charset="0"/>
              <a:buChar char="​"/>
              <a:defRPr sz="2400" b="0" i="0" cap="none">
                <a:solidFill>
                  <a:schemeClr val="accent3"/>
                </a:solidFill>
              </a:defRPr>
            </a:lvl4pPr>
            <a:lvl5pPr marL="0" indent="0">
              <a:lnSpc>
                <a:spcPts val="3200"/>
              </a:lnSpc>
              <a:spcBef>
                <a:spcPts val="0"/>
              </a:spcBef>
              <a:spcAft>
                <a:spcPts val="0"/>
              </a:spcAft>
              <a:buFont typeface="Arial" panose="020B0604020202020204" pitchFamily="34" charset="0"/>
              <a:buChar char="​"/>
              <a:defRPr sz="2400" b="0" i="0" cap="none">
                <a:solidFill>
                  <a:schemeClr val="tx1"/>
                </a:solidFill>
              </a:defRPr>
            </a:lvl5pPr>
            <a:lvl6pPr marL="0" indent="0">
              <a:lnSpc>
                <a:spcPts val="3200"/>
              </a:lnSpc>
              <a:spcBef>
                <a:spcPts val="0"/>
              </a:spcBef>
              <a:spcAft>
                <a:spcPts val="0"/>
              </a:spcAft>
              <a:buFont typeface="Arial" panose="020B0604020202020204" pitchFamily="34" charset="0"/>
              <a:buChar char="​"/>
              <a:defRPr sz="2400" b="0" i="0" cap="none">
                <a:solidFill>
                  <a:schemeClr val="accent3"/>
                </a:solidFill>
              </a:defRPr>
            </a:lvl6pPr>
            <a:lvl7pPr marL="0" indent="0">
              <a:lnSpc>
                <a:spcPts val="3200"/>
              </a:lnSpc>
              <a:spcBef>
                <a:spcPts val="0"/>
              </a:spcBef>
              <a:spcAft>
                <a:spcPts val="0"/>
              </a:spcAft>
              <a:buFont typeface="Arial" panose="020B0604020202020204" pitchFamily="34" charset="0"/>
              <a:buChar char="​"/>
              <a:defRPr sz="2400" b="0" i="0" cap="none">
                <a:solidFill>
                  <a:schemeClr val="tx1"/>
                </a:solidFill>
              </a:defRPr>
            </a:lvl7pPr>
            <a:lvl8pPr marL="0" indent="0">
              <a:lnSpc>
                <a:spcPts val="3200"/>
              </a:lnSpc>
              <a:spcBef>
                <a:spcPts val="0"/>
              </a:spcBef>
              <a:spcAft>
                <a:spcPts val="0"/>
              </a:spcAft>
              <a:buFont typeface="Arial" panose="020B0604020202020204" pitchFamily="34" charset="0"/>
              <a:buChar char="​"/>
              <a:defRPr sz="2400" b="0" i="0" cap="none">
                <a:solidFill>
                  <a:schemeClr val="accent3"/>
                </a:solidFill>
              </a:defRPr>
            </a:lvl8pPr>
            <a:lvl9pPr marL="0" indent="0">
              <a:lnSpc>
                <a:spcPts val="3200"/>
              </a:lnSpc>
              <a:spcBef>
                <a:spcPts val="0"/>
              </a:spcBef>
              <a:spcAft>
                <a:spcPts val="0"/>
              </a:spcAft>
              <a:buFont typeface="Arial" panose="020B0604020202020204" pitchFamily="34" charset="0"/>
              <a:buChar char="​"/>
              <a:defRPr sz="2400" b="0" i="0" cap="none">
                <a:solidFill>
                  <a:schemeClr val="tx1"/>
                </a:solidFill>
              </a:defRPr>
            </a:lvl9pPr>
          </a:lstStyle>
          <a:p>
            <a:pPr lvl="0"/>
            <a:r>
              <a:rPr lang="en-US" noProof="0"/>
              <a:t>Click to add agenda point                                                        Enter &amp; TAB to view highlight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8" name="Text Placeholder 3">
            <a:extLst>
              <a:ext uri="{FF2B5EF4-FFF2-40B4-BE49-F238E27FC236}">
                <a16:creationId xmlns:a16="http://schemas.microsoft.com/office/drawing/2014/main" id="{B696624D-FA1A-B68E-7DBE-8CCBAFF24FBD}"/>
              </a:ext>
            </a:extLst>
          </p:cNvPr>
          <p:cNvSpPr>
            <a:spLocks noGrp="1"/>
          </p:cNvSpPr>
          <p:nvPr>
            <p:ph type="body" sz="quarter" idx="18" hasCustomPrompt="1"/>
          </p:nvPr>
        </p:nvSpPr>
        <p:spPr bwMode="white">
          <a:xfrm>
            <a:off x="914400" y="1836000"/>
            <a:ext cx="396000" cy="3650400"/>
          </a:xfrm>
        </p:spPr>
        <p:txBody>
          <a:bodyPr/>
          <a:lstStyle>
            <a:lvl1pPr marL="0" indent="0">
              <a:lnSpc>
                <a:spcPts val="3200"/>
              </a:lnSpc>
              <a:spcBef>
                <a:spcPts val="0"/>
              </a:spcBef>
              <a:spcAft>
                <a:spcPts val="0"/>
              </a:spcAft>
              <a:buFont typeface="Arial" panose="020B0604020202020204" pitchFamily="34" charset="0"/>
              <a:buChar char="​"/>
              <a:defRPr sz="2000" b="0" i="0" cap="none">
                <a:solidFill>
                  <a:schemeClr val="tx1"/>
                </a:solidFill>
              </a:defRPr>
            </a:lvl1pPr>
            <a:lvl2pPr marL="0" indent="0">
              <a:lnSpc>
                <a:spcPts val="3200"/>
              </a:lnSpc>
              <a:spcBef>
                <a:spcPts val="0"/>
              </a:spcBef>
              <a:spcAft>
                <a:spcPts val="0"/>
              </a:spcAft>
              <a:buFont typeface="Arial" panose="020B0604020202020204" pitchFamily="34" charset="0"/>
              <a:buChar char="​"/>
              <a:defRPr sz="2000" b="0" i="0" cap="none">
                <a:solidFill>
                  <a:schemeClr val="accent3"/>
                </a:solidFill>
              </a:defRPr>
            </a:lvl2pPr>
            <a:lvl3pPr marL="0" indent="0">
              <a:lnSpc>
                <a:spcPts val="3200"/>
              </a:lnSpc>
              <a:spcBef>
                <a:spcPts val="0"/>
              </a:spcBef>
              <a:spcAft>
                <a:spcPts val="0"/>
              </a:spcAft>
              <a:buFont typeface="Arial" panose="020B0604020202020204" pitchFamily="34" charset="0"/>
              <a:buChar char="​"/>
              <a:defRPr sz="2000" b="0" i="0" cap="none">
                <a:solidFill>
                  <a:schemeClr val="tx1"/>
                </a:solidFill>
              </a:defRPr>
            </a:lvl3pPr>
            <a:lvl4pPr>
              <a:lnSpc>
                <a:spcPts val="3200"/>
              </a:lnSpc>
              <a:spcBef>
                <a:spcPts val="0"/>
              </a:spcBef>
              <a:spcAft>
                <a:spcPts val="0"/>
              </a:spcAft>
              <a:buFont typeface="Arial" panose="020B0604020202020204" pitchFamily="34" charset="0"/>
              <a:buChar char="​"/>
              <a:defRPr sz="2000" b="0" i="0" cap="none">
                <a:solidFill>
                  <a:schemeClr val="accent3"/>
                </a:solidFill>
              </a:defRPr>
            </a:lvl4pPr>
            <a:lvl5pPr>
              <a:lnSpc>
                <a:spcPts val="3200"/>
              </a:lnSpc>
              <a:spcBef>
                <a:spcPts val="0"/>
              </a:spcBef>
              <a:spcAft>
                <a:spcPts val="0"/>
              </a:spcAft>
              <a:buFont typeface="Arial" panose="020B0604020202020204" pitchFamily="34" charset="0"/>
              <a:buChar char="​"/>
              <a:defRPr sz="2000" b="0" i="0" cap="none">
                <a:solidFill>
                  <a:schemeClr val="tx1"/>
                </a:solidFill>
              </a:defRPr>
            </a:lvl5pPr>
            <a:lvl6pPr marL="0" indent="0">
              <a:lnSpc>
                <a:spcPts val="3200"/>
              </a:lnSpc>
              <a:spcBef>
                <a:spcPts val="0"/>
              </a:spcBef>
              <a:spcAft>
                <a:spcPts val="0"/>
              </a:spcAft>
              <a:buFont typeface="Arial" panose="020B0604020202020204" pitchFamily="34" charset="0"/>
              <a:buChar char="​"/>
              <a:defRPr sz="2000" b="0" i="0" cap="none">
                <a:solidFill>
                  <a:schemeClr val="accent3"/>
                </a:solidFill>
              </a:defRPr>
            </a:lvl6pPr>
            <a:lvl7pPr>
              <a:lnSpc>
                <a:spcPts val="3200"/>
              </a:lnSpc>
              <a:spcBef>
                <a:spcPts val="0"/>
              </a:spcBef>
              <a:spcAft>
                <a:spcPts val="0"/>
              </a:spcAft>
              <a:defRPr sz="2000" b="0" i="0" cap="none">
                <a:solidFill>
                  <a:schemeClr val="tx1"/>
                </a:solidFill>
              </a:defRPr>
            </a:lvl7pPr>
            <a:lvl8pPr>
              <a:lnSpc>
                <a:spcPts val="3200"/>
              </a:lnSpc>
              <a:spcBef>
                <a:spcPts val="0"/>
              </a:spcBef>
              <a:spcAft>
                <a:spcPts val="0"/>
              </a:spcAft>
              <a:defRPr sz="2000" b="0" i="0" cap="none">
                <a:solidFill>
                  <a:schemeClr val="accent3"/>
                </a:solidFill>
              </a:defRPr>
            </a:lvl8pPr>
            <a:lvl9pPr>
              <a:lnSpc>
                <a:spcPts val="3200"/>
              </a:lnSpc>
              <a:spcBef>
                <a:spcPts val="0"/>
              </a:spcBef>
              <a:spcAft>
                <a:spcPts val="0"/>
              </a:spcAft>
              <a:defRPr sz="2000" b="0" i="0" cap="none">
                <a:solidFill>
                  <a:schemeClr val="tx1"/>
                </a:solidFill>
              </a:defRPr>
            </a:lvl9pPr>
          </a:lstStyle>
          <a:p>
            <a:pPr lvl="0"/>
            <a:r>
              <a:rPr lang="en-US"/>
              <a:t>01</a:t>
            </a:r>
          </a:p>
          <a:p>
            <a:pPr lvl="1"/>
            <a:r>
              <a:rPr lang="en-US"/>
              <a:t>02</a:t>
            </a:r>
          </a:p>
          <a:p>
            <a:pPr lvl="2"/>
            <a:r>
              <a:rPr lang="en-US"/>
              <a:t>03</a:t>
            </a:r>
          </a:p>
          <a:p>
            <a:pPr lvl="3"/>
            <a:r>
              <a:rPr lang="en-US"/>
              <a:t>04</a:t>
            </a:r>
          </a:p>
          <a:p>
            <a:pPr lvl="4"/>
            <a:r>
              <a:rPr lang="en-US"/>
              <a:t>05</a:t>
            </a:r>
          </a:p>
          <a:p>
            <a:pPr lvl="5"/>
            <a:r>
              <a:rPr lang="en-US"/>
              <a:t>06</a:t>
            </a:r>
          </a:p>
          <a:p>
            <a:pPr lvl="6"/>
            <a:r>
              <a:rPr lang="en-US"/>
              <a:t>07</a:t>
            </a:r>
          </a:p>
          <a:p>
            <a:pPr lvl="7"/>
            <a:r>
              <a:rPr lang="en-US"/>
              <a:t>08</a:t>
            </a:r>
          </a:p>
          <a:p>
            <a:pPr lvl="8"/>
            <a:r>
              <a:rPr lang="en-US"/>
              <a:t>09</a:t>
            </a:r>
          </a:p>
        </p:txBody>
      </p:sp>
      <p:sp>
        <p:nvSpPr>
          <p:cNvPr id="15" name="Date Placeholder 14" hidden="1">
            <a:extLst>
              <a:ext uri="{FF2B5EF4-FFF2-40B4-BE49-F238E27FC236}">
                <a16:creationId xmlns:a16="http://schemas.microsoft.com/office/drawing/2014/main" id="{6337724D-6107-D752-5174-474B0390C11A}"/>
              </a:ext>
            </a:extLst>
          </p:cNvPr>
          <p:cNvSpPr>
            <a:spLocks noGrp="1" noRot="1" noMove="1" noResize="1" noEditPoints="1" noAdjustHandles="1" noChangeArrowheads="1" noChangeShapeType="1"/>
          </p:cNvSpPr>
          <p:nvPr>
            <p:ph type="dt" sz="half" idx="19"/>
          </p:nvPr>
        </p:nvSpPr>
        <p:spPr/>
        <p:txBody>
          <a:bodyPr/>
          <a:lstStyle/>
          <a:p>
            <a:fld id="{12BF0955-E111-49E5-806D-9FAAAF2C0916}" type="datetime1">
              <a:rPr lang="en-US" smtClean="0"/>
              <a:t>9/1/2026</a:t>
            </a:fld>
            <a:endParaRPr lang="en-US"/>
          </a:p>
        </p:txBody>
      </p:sp>
      <p:sp>
        <p:nvSpPr>
          <p:cNvPr id="16" name="Footer Placeholder 15">
            <a:extLst>
              <a:ext uri="{FF2B5EF4-FFF2-40B4-BE49-F238E27FC236}">
                <a16:creationId xmlns:a16="http://schemas.microsoft.com/office/drawing/2014/main" id="{183DC341-C334-5512-74C4-08B4FC8DAC64}"/>
              </a:ext>
            </a:extLst>
          </p:cNvPr>
          <p:cNvSpPr>
            <a:spLocks noGrp="1"/>
          </p:cNvSpPr>
          <p:nvPr>
            <p:ph type="ftr" sz="quarter" idx="20"/>
          </p:nvPr>
        </p:nvSpPr>
        <p:spPr bwMode="white">
          <a:xfrm>
            <a:off x="6184800" y="6312529"/>
            <a:ext cx="4593600" cy="108000"/>
          </a:xfrm>
          <a:prstGeom prst="rect">
            <a:avLst/>
          </a:prstGeom>
        </p:spPr>
        <p:txBody>
          <a:bodyPr/>
          <a:lstStyle>
            <a:lvl1pPr>
              <a:defRPr>
                <a:solidFill>
                  <a:schemeClr val="tx1"/>
                </a:solidFill>
              </a:defRPr>
            </a:lvl1pPr>
          </a:lstStyle>
          <a:p>
            <a:endParaRPr lang="en-US"/>
          </a:p>
        </p:txBody>
      </p:sp>
      <p:sp>
        <p:nvSpPr>
          <p:cNvPr id="17" name="Slide Number Placeholder 16">
            <a:extLst>
              <a:ext uri="{FF2B5EF4-FFF2-40B4-BE49-F238E27FC236}">
                <a16:creationId xmlns:a16="http://schemas.microsoft.com/office/drawing/2014/main" id="{15DE2604-0312-B234-C47D-460B0F77BFC8}"/>
              </a:ext>
            </a:extLst>
          </p:cNvPr>
          <p:cNvSpPr>
            <a:spLocks noGrp="1"/>
          </p:cNvSpPr>
          <p:nvPr>
            <p:ph type="sldNum" sz="quarter" idx="21"/>
          </p:nvPr>
        </p:nvSpPr>
        <p:spPr bwMode="white">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pic>
        <p:nvPicPr>
          <p:cNvPr id="5" name="Logo">
            <a:extLst>
              <a:ext uri="{FF2B5EF4-FFF2-40B4-BE49-F238E27FC236}">
                <a16:creationId xmlns:a16="http://schemas.microsoft.com/office/drawing/2014/main" id="{BFD4D25F-806C-BD90-FA02-0B54023D53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 y="6266000"/>
            <a:ext cx="1144800" cy="138973"/>
          </a:xfrm>
          <a:prstGeom prst="rect">
            <a:avLst/>
          </a:prstGeom>
        </p:spPr>
      </p:pic>
    </p:spTree>
    <p:extLst>
      <p:ext uri="{BB962C8B-B14F-4D97-AF65-F5344CB8AC3E}">
        <p14:creationId xmlns:p14="http://schemas.microsoft.com/office/powerpoint/2010/main" val="219831753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A">
    <p:bg>
      <p:bgPr>
        <a:solidFill>
          <a:schemeClr val="accent1"/>
        </a:solidFill>
        <a:effectLst/>
      </p:bgPr>
    </p:bg>
    <p:spTree>
      <p:nvGrpSpPr>
        <p:cNvPr id="1" name=""/>
        <p:cNvGrpSpPr/>
        <p:nvPr/>
      </p:nvGrpSpPr>
      <p:grpSpPr>
        <a:xfrm>
          <a:off x="0" y="0"/>
          <a:ext cx="0" cy="0"/>
          <a:chOff x="0" y="0"/>
          <a:chExt cx="0" cy="0"/>
        </a:xfrm>
      </p:grpSpPr>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00">
                <a:noFill/>
              </a:defRPr>
            </a:lvl1pPr>
          </a:lstStyle>
          <a:p>
            <a:fld id="{86E08D24-9AFA-434C-9914-D4EE76D7A6F1}" type="datetime1">
              <a:rPr lang="en-US" smtClean="0"/>
              <a:t>9/1/2026</a:t>
            </a:fld>
            <a:endParaRPr lang="en-US"/>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7" name="Background"/>
          <p:cNvSpPr/>
          <p:nvPr userDrawn="1"/>
        </p:nvSpPr>
        <p:spPr>
          <a:xfrm>
            <a:off x="0" y="0"/>
            <a:ext cx="121932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sp>
        <p:nvSpPr>
          <p:cNvPr id="2" name="Title 1"/>
          <p:cNvSpPr>
            <a:spLocks noGrp="1"/>
          </p:cNvSpPr>
          <p:nvPr>
            <p:ph type="ctrTitle" hasCustomPrompt="1"/>
          </p:nvPr>
        </p:nvSpPr>
        <p:spPr bwMode="white">
          <a:xfrm>
            <a:off x="914400" y="1717200"/>
            <a:ext cx="7956000" cy="1286506"/>
          </a:xfrm>
        </p:spPr>
        <p:txBody>
          <a:bodyPr anchor="t" anchorCtr="0">
            <a:spAutoFit/>
          </a:bodyPr>
          <a:lstStyle>
            <a:lvl1pPr algn="l">
              <a:lnSpc>
                <a:spcPct val="95000"/>
              </a:lnSpc>
              <a:defRPr sz="4400">
                <a:solidFill>
                  <a:schemeClr val="tx1"/>
                </a:solidFill>
              </a:defRPr>
            </a:lvl1pPr>
          </a:lstStyle>
          <a:p>
            <a:r>
              <a:rPr lang="en-US" noProof="0"/>
              <a:t>Click to add title, three lines optional</a:t>
            </a:r>
            <a:endParaRPr lang="en-US"/>
          </a:p>
        </p:txBody>
      </p:sp>
      <p:pic>
        <p:nvPicPr>
          <p:cNvPr id="5" name="Graphic 4">
            <a:extLst>
              <a:ext uri="{FF2B5EF4-FFF2-40B4-BE49-F238E27FC236}">
                <a16:creationId xmlns:a16="http://schemas.microsoft.com/office/drawing/2014/main" id="{B29FAE41-118D-B731-BDB7-FCCC4E3C1E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01729" y="0"/>
            <a:ext cx="6932892" cy="6858000"/>
          </a:xfrm>
          <a:prstGeom prst="rect">
            <a:avLst/>
          </a:prstGeom>
        </p:spPr>
      </p:pic>
      <p:pic>
        <p:nvPicPr>
          <p:cNvPr id="8" name="Graphic 7">
            <a:extLst>
              <a:ext uri="{FF2B5EF4-FFF2-40B4-BE49-F238E27FC236}">
                <a16:creationId xmlns:a16="http://schemas.microsoft.com/office/drawing/2014/main" id="{EE0BE08D-DCF3-0A8D-2A6A-7C7538E1E3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7058" y="5721593"/>
            <a:ext cx="1828800" cy="222007"/>
          </a:xfrm>
          <a:prstGeom prst="rect">
            <a:avLst/>
          </a:prstGeom>
        </p:spPr>
      </p:pic>
    </p:spTree>
    <p:extLst>
      <p:ext uri="{BB962C8B-B14F-4D97-AF65-F5344CB8AC3E}">
        <p14:creationId xmlns:p14="http://schemas.microsoft.com/office/powerpoint/2010/main" val="197138226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B">
    <p:bg>
      <p:bgPr>
        <a:solidFill>
          <a:schemeClr val="accent3"/>
        </a:solidFill>
        <a:effectLst/>
      </p:bgPr>
    </p:bg>
    <p:spTree>
      <p:nvGrpSpPr>
        <p:cNvPr id="1" name=""/>
        <p:cNvGrpSpPr/>
        <p:nvPr/>
      </p:nvGrpSpPr>
      <p:grpSpPr>
        <a:xfrm>
          <a:off x="0" y="0"/>
          <a:ext cx="0" cy="0"/>
          <a:chOff x="0" y="0"/>
          <a:chExt cx="0" cy="0"/>
        </a:xfrm>
      </p:grpSpPr>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00">
                <a:noFill/>
              </a:defRPr>
            </a:lvl1pPr>
          </a:lstStyle>
          <a:p>
            <a:fld id="{86E08D24-9AFA-434C-9914-D4EE76D7A6F1}" type="datetime1">
              <a:rPr lang="en-US" smtClean="0"/>
              <a:t>9/1/2026</a:t>
            </a:fld>
            <a:endParaRPr lang="en-US"/>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7" name="Background"/>
          <p:cNvSpPr/>
          <p:nvPr userDrawn="1"/>
        </p:nvSpPr>
        <p:spPr>
          <a:xfrm>
            <a:off x="0" y="0"/>
            <a:ext cx="12193200" cy="6861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sp>
        <p:nvSpPr>
          <p:cNvPr id="2" name="Title 1"/>
          <p:cNvSpPr>
            <a:spLocks noGrp="1"/>
          </p:cNvSpPr>
          <p:nvPr>
            <p:ph type="ctrTitle" hasCustomPrompt="1"/>
          </p:nvPr>
        </p:nvSpPr>
        <p:spPr bwMode="white">
          <a:xfrm>
            <a:off x="914400" y="1717200"/>
            <a:ext cx="7956000" cy="1286506"/>
          </a:xfrm>
        </p:spPr>
        <p:txBody>
          <a:bodyPr anchor="t" anchorCtr="0">
            <a:spAutoFit/>
          </a:bodyPr>
          <a:lstStyle>
            <a:lvl1pPr algn="l">
              <a:lnSpc>
                <a:spcPct val="95000"/>
              </a:lnSpc>
              <a:defRPr sz="4400">
                <a:solidFill>
                  <a:schemeClr val="tx1"/>
                </a:solidFill>
              </a:defRPr>
            </a:lvl1pPr>
          </a:lstStyle>
          <a:p>
            <a:r>
              <a:rPr lang="en-US" noProof="0"/>
              <a:t>Click to add title, three lines optional</a:t>
            </a:r>
            <a:endParaRPr lang="en-US"/>
          </a:p>
        </p:txBody>
      </p:sp>
      <p:pic>
        <p:nvPicPr>
          <p:cNvPr id="5" name="Graphic 4">
            <a:extLst>
              <a:ext uri="{FF2B5EF4-FFF2-40B4-BE49-F238E27FC236}">
                <a16:creationId xmlns:a16="http://schemas.microsoft.com/office/drawing/2014/main" id="{B29FAE41-118D-B731-BDB7-FCCC4E3C1E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01729" y="0"/>
            <a:ext cx="6932892" cy="6858000"/>
          </a:xfrm>
          <a:prstGeom prst="rect">
            <a:avLst/>
          </a:prstGeom>
        </p:spPr>
      </p:pic>
      <p:pic>
        <p:nvPicPr>
          <p:cNvPr id="8" name="Graphic 7">
            <a:extLst>
              <a:ext uri="{FF2B5EF4-FFF2-40B4-BE49-F238E27FC236}">
                <a16:creationId xmlns:a16="http://schemas.microsoft.com/office/drawing/2014/main" id="{EE0BE08D-DCF3-0A8D-2A6A-7C7538E1E3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7058" y="5721593"/>
            <a:ext cx="1828800" cy="222007"/>
          </a:xfrm>
          <a:prstGeom prst="rect">
            <a:avLst/>
          </a:prstGeom>
        </p:spPr>
      </p:pic>
    </p:spTree>
    <p:extLst>
      <p:ext uri="{BB962C8B-B14F-4D97-AF65-F5344CB8AC3E}">
        <p14:creationId xmlns:p14="http://schemas.microsoft.com/office/powerpoint/2010/main" val="1169179399"/>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C">
    <p:bg>
      <p:bgPr>
        <a:solidFill>
          <a:schemeClr val="accent2"/>
        </a:solidFill>
        <a:effectLst/>
      </p:bgPr>
    </p:bg>
    <p:spTree>
      <p:nvGrpSpPr>
        <p:cNvPr id="1" name=""/>
        <p:cNvGrpSpPr/>
        <p:nvPr/>
      </p:nvGrpSpPr>
      <p:grpSpPr>
        <a:xfrm>
          <a:off x="0" y="0"/>
          <a:ext cx="0" cy="0"/>
          <a:chOff x="0" y="0"/>
          <a:chExt cx="0" cy="0"/>
        </a:xfrm>
      </p:grpSpPr>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00">
                <a:noFill/>
              </a:defRPr>
            </a:lvl1pPr>
          </a:lstStyle>
          <a:p>
            <a:fld id="{86E08D24-9AFA-434C-9914-D4EE76D7A6F1}" type="datetime1">
              <a:rPr lang="en-US" smtClean="0"/>
              <a:t>9/1/2026</a:t>
            </a:fld>
            <a:endParaRPr lang="en-US"/>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7" name="Background"/>
          <p:cNvSpPr/>
          <p:nvPr userDrawn="1"/>
        </p:nvSpPr>
        <p:spPr>
          <a:xfrm>
            <a:off x="0" y="0"/>
            <a:ext cx="12193200" cy="686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sp>
        <p:nvSpPr>
          <p:cNvPr id="2" name="Title 1"/>
          <p:cNvSpPr>
            <a:spLocks noGrp="1"/>
          </p:cNvSpPr>
          <p:nvPr>
            <p:ph type="ctrTitle" hasCustomPrompt="1"/>
          </p:nvPr>
        </p:nvSpPr>
        <p:spPr bwMode="white">
          <a:xfrm>
            <a:off x="914400" y="1717200"/>
            <a:ext cx="7956000" cy="1286506"/>
          </a:xfrm>
        </p:spPr>
        <p:txBody>
          <a:bodyPr anchor="t" anchorCtr="0">
            <a:spAutoFit/>
          </a:bodyPr>
          <a:lstStyle>
            <a:lvl1pPr algn="l">
              <a:lnSpc>
                <a:spcPct val="95000"/>
              </a:lnSpc>
              <a:defRPr sz="4400">
                <a:solidFill>
                  <a:schemeClr val="tx1"/>
                </a:solidFill>
              </a:defRPr>
            </a:lvl1pPr>
          </a:lstStyle>
          <a:p>
            <a:r>
              <a:rPr lang="en-US" noProof="0"/>
              <a:t>Click to add title, three lines optional</a:t>
            </a:r>
            <a:endParaRPr lang="en-US"/>
          </a:p>
        </p:txBody>
      </p:sp>
      <p:pic>
        <p:nvPicPr>
          <p:cNvPr id="5" name="Graphic 4">
            <a:extLst>
              <a:ext uri="{FF2B5EF4-FFF2-40B4-BE49-F238E27FC236}">
                <a16:creationId xmlns:a16="http://schemas.microsoft.com/office/drawing/2014/main" id="{B29FAE41-118D-B731-BDB7-FCCC4E3C1E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01729" y="0"/>
            <a:ext cx="6932892" cy="6858000"/>
          </a:xfrm>
          <a:prstGeom prst="rect">
            <a:avLst/>
          </a:prstGeom>
        </p:spPr>
      </p:pic>
      <p:pic>
        <p:nvPicPr>
          <p:cNvPr id="8" name="Graphic 7">
            <a:extLst>
              <a:ext uri="{FF2B5EF4-FFF2-40B4-BE49-F238E27FC236}">
                <a16:creationId xmlns:a16="http://schemas.microsoft.com/office/drawing/2014/main" id="{EE0BE08D-DCF3-0A8D-2A6A-7C7538E1E3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7058" y="5721593"/>
            <a:ext cx="1828800" cy="222007"/>
          </a:xfrm>
          <a:prstGeom prst="rect">
            <a:avLst/>
          </a:prstGeom>
        </p:spPr>
      </p:pic>
    </p:spTree>
    <p:extLst>
      <p:ext uri="{BB962C8B-B14F-4D97-AF65-F5344CB8AC3E}">
        <p14:creationId xmlns:p14="http://schemas.microsoft.com/office/powerpoint/2010/main" val="1600536649"/>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p:txBody>
          <a:bodyPr/>
          <a:lstStyle/>
          <a:p>
            <a:r>
              <a:rPr lang="en-US"/>
              <a:t>Click to add title</a:t>
            </a:r>
          </a:p>
        </p:txBody>
      </p:sp>
      <p:sp>
        <p:nvSpPr>
          <p:cNvPr id="3" name="Content Placeholder 2"/>
          <p:cNvSpPr>
            <a:spLocks noGrp="1"/>
          </p:cNvSpPr>
          <p:nvPr>
            <p:ph idx="1" hasCustomPrompt="1"/>
          </p:nvPr>
        </p:nvSpPr>
        <p:spPr>
          <a:xfrm>
            <a:off x="457201" y="1371600"/>
            <a:ext cx="11277600"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7" name="Note 1 Sub 1">
            <a:extLst>
              <a:ext uri="{FF2B5EF4-FFF2-40B4-BE49-F238E27FC236}">
                <a16:creationId xmlns:a16="http://schemas.microsoft.com/office/drawing/2014/main" id="{38E65F5C-54FD-FBF2-4466-8B2C452C0C43}"/>
              </a:ext>
            </a:extLst>
          </p:cNvPr>
          <p:cNvSpPr>
            <a:spLocks noGrp="1"/>
          </p:cNvSpPr>
          <p:nvPr>
            <p:ph type="subTitle" idx="17" hasCustomPrompt="1"/>
          </p:nvPr>
        </p:nvSpPr>
        <p:spPr>
          <a:xfrm>
            <a:off x="457201" y="5763600"/>
            <a:ext cx="11277600"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5" name="Footer Placeholder 4">
            <a:extLst>
              <a:ext uri="{FF2B5EF4-FFF2-40B4-BE49-F238E27FC236}">
                <a16:creationId xmlns:a16="http://schemas.microsoft.com/office/drawing/2014/main" id="{E597B696-6AA7-4E5D-B60B-41572D08001B}"/>
              </a:ext>
            </a:extLst>
          </p:cNvPr>
          <p:cNvSpPr>
            <a:spLocks noGrp="1"/>
          </p:cNvSpPr>
          <p:nvPr>
            <p:ph type="ftr" sz="quarter" idx="11"/>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6" name="Slide Number Placeholder 5">
            <a:extLst>
              <a:ext uri="{FF2B5EF4-FFF2-40B4-BE49-F238E27FC236}">
                <a16:creationId xmlns:a16="http://schemas.microsoft.com/office/drawing/2014/main" id="{AD019847-20E5-4B7E-B872-4144EE846D88}"/>
              </a:ext>
            </a:extLst>
          </p:cNvPr>
          <p:cNvSpPr>
            <a:spLocks noGrp="1"/>
          </p:cNvSpPr>
          <p:nvPr>
            <p:ph type="sldNum" sz="quarter" idx="12"/>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4" name="Date Placeholder 3" hidden="1">
            <a:extLst>
              <a:ext uri="{FF2B5EF4-FFF2-40B4-BE49-F238E27FC236}">
                <a16:creationId xmlns:a16="http://schemas.microsoft.com/office/drawing/2014/main" id="{C4BAA903-C13B-4AFA-99B6-BE9168B5090A}"/>
              </a:ext>
            </a:extLst>
          </p:cNvPr>
          <p:cNvSpPr>
            <a:spLocks noGrp="1" noRot="1" noMove="1" noResize="1" noEditPoints="1" noAdjustHandles="1" noChangeArrowheads="1" noChangeShapeType="1"/>
          </p:cNvSpPr>
          <p:nvPr>
            <p:ph type="dt" sz="half" idx="10"/>
          </p:nvPr>
        </p:nvSpPr>
        <p:spPr/>
        <p:txBody>
          <a:bodyPr/>
          <a:lstStyle/>
          <a:p>
            <a:fld id="{755E0C25-3140-4A2E-92AD-AEF235DC4E58}" type="datetime1">
              <a:rPr lang="en-US" smtClean="0"/>
              <a:t>9/1/2026</a:t>
            </a:fld>
            <a:endParaRPr lang="en-US"/>
          </a:p>
        </p:txBody>
      </p:sp>
    </p:spTree>
    <p:extLst>
      <p:ext uri="{BB962C8B-B14F-4D97-AF65-F5344CB8AC3E}">
        <p14:creationId xmlns:p14="http://schemas.microsoft.com/office/powerpoint/2010/main" val="2731011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p:txBody>
          <a:bodyPr/>
          <a:lstStyle/>
          <a:p>
            <a:r>
              <a:rPr lang="en-US"/>
              <a:t>Click to add title</a:t>
            </a:r>
          </a:p>
        </p:txBody>
      </p:sp>
      <p:sp>
        <p:nvSpPr>
          <p:cNvPr id="3" name="Content Placeholder 2"/>
          <p:cNvSpPr>
            <a:spLocks noGrp="1"/>
          </p:cNvSpPr>
          <p:nvPr>
            <p:ph idx="1" hasCustomPrompt="1"/>
          </p:nvPr>
        </p:nvSpPr>
        <p:spPr>
          <a:xfrm>
            <a:off x="457201" y="1371600"/>
            <a:ext cx="5548312"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184900" y="1371600"/>
            <a:ext cx="5548313"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1" name="Note 1 Sub 1">
            <a:extLst>
              <a:ext uri="{FF2B5EF4-FFF2-40B4-BE49-F238E27FC236}">
                <a16:creationId xmlns:a16="http://schemas.microsoft.com/office/drawing/2014/main" id="{E61B1661-5972-8C49-8794-8B443A054B88}"/>
              </a:ext>
            </a:extLst>
          </p:cNvPr>
          <p:cNvSpPr>
            <a:spLocks noGrp="1"/>
          </p:cNvSpPr>
          <p:nvPr>
            <p:ph type="subTitle" idx="17" hasCustomPrompt="1"/>
          </p:nvPr>
        </p:nvSpPr>
        <p:spPr>
          <a:xfrm>
            <a:off x="457200" y="5763600"/>
            <a:ext cx="5548312"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2" name="Note 2 23">
            <a:extLst>
              <a:ext uri="{FF2B5EF4-FFF2-40B4-BE49-F238E27FC236}">
                <a16:creationId xmlns:a16="http://schemas.microsoft.com/office/drawing/2014/main" id="{00181299-DF32-7C45-A085-197D1BDFB50C}"/>
              </a:ext>
            </a:extLst>
          </p:cNvPr>
          <p:cNvSpPr>
            <a:spLocks noGrp="1"/>
          </p:cNvSpPr>
          <p:nvPr>
            <p:ph type="body" sz="quarter" idx="24" hasCustomPrompt="1"/>
          </p:nvPr>
        </p:nvSpPr>
        <p:spPr>
          <a:xfrm>
            <a:off x="6184900" y="5763600"/>
            <a:ext cx="5548313" cy="180000"/>
          </a:xfrm>
        </p:spPr>
        <p:txBody>
          <a:bodyPr anchor="b" anchorCtr="0"/>
          <a:lstStyle>
            <a:lvl1pPr marL="0" indent="0">
              <a:lnSpc>
                <a:spcPct val="100000"/>
              </a:lnSpc>
              <a:spcBef>
                <a:spcPts val="600"/>
              </a:spcBef>
              <a:spcAft>
                <a:spcPts val="0"/>
              </a:spcAft>
              <a:buFont typeface="Arial" panose="020B0604020202020204" pitchFamily="34" charset="0"/>
              <a:buNone/>
              <a:defRPr sz="700" b="0" cap="none">
                <a:solidFill>
                  <a:schemeClr val="accent2"/>
                </a:solidFill>
              </a:defRPr>
            </a:lvl1pPr>
            <a:lvl2pPr marL="0" indent="0">
              <a:lnSpc>
                <a:spcPct val="100000"/>
              </a:lnSpc>
              <a:spcBef>
                <a:spcPts val="600"/>
              </a:spcBef>
              <a:spcAft>
                <a:spcPts val="0"/>
              </a:spcAft>
              <a:buFont typeface="Arial" panose="020B0604020202020204" pitchFamily="34" charset="0"/>
              <a:buNone/>
              <a:defRPr sz="700" b="0" cap="none"/>
            </a:lvl2pPr>
            <a:lvl3pPr marL="0" indent="0">
              <a:lnSpc>
                <a:spcPct val="100000"/>
              </a:lnSpc>
              <a:spcBef>
                <a:spcPts val="600"/>
              </a:spcBef>
              <a:spcAft>
                <a:spcPts val="0"/>
              </a:spcAft>
              <a:buFont typeface="Arial" panose="020B0604020202020204" pitchFamily="34" charset="0"/>
              <a:buNone/>
              <a:defRPr sz="700" b="0" cap="none"/>
            </a:lvl3pPr>
            <a:lvl4pPr marL="0" indent="0">
              <a:lnSpc>
                <a:spcPct val="100000"/>
              </a:lnSpc>
              <a:spcBef>
                <a:spcPts val="600"/>
              </a:spcBef>
              <a:spcAft>
                <a:spcPts val="0"/>
              </a:spcAft>
              <a:buFont typeface="Arial" panose="020B0604020202020204" pitchFamily="34" charset="0"/>
              <a:buNone/>
              <a:defRPr sz="700" b="0" cap="none"/>
            </a:lvl4pPr>
            <a:lvl5pPr marL="0" indent="0">
              <a:lnSpc>
                <a:spcPct val="100000"/>
              </a:lnSpc>
              <a:spcBef>
                <a:spcPts val="600"/>
              </a:spcBef>
              <a:spcAft>
                <a:spcPts val="0"/>
              </a:spcAft>
              <a:buFont typeface="Arial" panose="020B0604020202020204" pitchFamily="34" charset="0"/>
              <a:buNone/>
              <a:defRPr sz="700" b="0" cap="none"/>
            </a:lvl5pPr>
            <a:lvl6pPr marL="0" indent="0">
              <a:lnSpc>
                <a:spcPct val="100000"/>
              </a:lnSpc>
              <a:spcBef>
                <a:spcPts val="600"/>
              </a:spcBef>
              <a:spcAft>
                <a:spcPts val="0"/>
              </a:spcAft>
              <a:buNone/>
              <a:defRPr sz="700" b="0" cap="none"/>
            </a:lvl6pPr>
            <a:lvl7pPr marL="0" indent="0">
              <a:lnSpc>
                <a:spcPct val="100000"/>
              </a:lnSpc>
              <a:spcBef>
                <a:spcPts val="600"/>
              </a:spcBef>
              <a:spcAft>
                <a:spcPts val="0"/>
              </a:spcAft>
              <a:buNone/>
              <a:defRPr sz="700" b="0" cap="none"/>
            </a:lvl7pPr>
            <a:lvl8pPr marL="0" indent="0">
              <a:lnSpc>
                <a:spcPct val="100000"/>
              </a:lnSpc>
              <a:spcBef>
                <a:spcPts val="600"/>
              </a:spcBef>
              <a:spcAft>
                <a:spcPts val="0"/>
              </a:spcAft>
              <a:buNone/>
              <a:defRPr sz="700" b="0" cap="none"/>
            </a:lvl8pPr>
            <a:lvl9pPr marL="0" indent="0">
              <a:lnSpc>
                <a:spcPct val="100000"/>
              </a:lnSpc>
              <a:spcBef>
                <a:spcPts val="600"/>
              </a:spcBef>
              <a:spcAft>
                <a:spcPts val="0"/>
              </a:spcAft>
              <a:buNone/>
              <a:defRPr sz="700" b="0" cap="none"/>
            </a:lvl9pPr>
          </a:lstStyle>
          <a:p>
            <a:pPr lvl="0"/>
            <a:r>
              <a:rPr lang="en-US"/>
              <a:t>Click to add source or note</a:t>
            </a:r>
          </a:p>
        </p:txBody>
      </p:sp>
      <p:sp>
        <p:nvSpPr>
          <p:cNvPr id="9" name="Footer Placeholder 8">
            <a:extLst>
              <a:ext uri="{FF2B5EF4-FFF2-40B4-BE49-F238E27FC236}">
                <a16:creationId xmlns:a16="http://schemas.microsoft.com/office/drawing/2014/main" id="{A5B0CE7D-8E6C-42F1-060F-A79183D5A586}"/>
              </a:ext>
            </a:extLst>
          </p:cNvPr>
          <p:cNvSpPr>
            <a:spLocks noGrp="1"/>
          </p:cNvSpPr>
          <p:nvPr>
            <p:ph type="ftr" sz="quarter" idx="11"/>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10" name="Slide Number Placeholder 9">
            <a:extLst>
              <a:ext uri="{FF2B5EF4-FFF2-40B4-BE49-F238E27FC236}">
                <a16:creationId xmlns:a16="http://schemas.microsoft.com/office/drawing/2014/main" id="{C35151D5-303F-0195-5875-D5D6434282DB}"/>
              </a:ext>
            </a:extLst>
          </p:cNvPr>
          <p:cNvSpPr>
            <a:spLocks noGrp="1"/>
          </p:cNvSpPr>
          <p:nvPr>
            <p:ph type="sldNum" sz="quarter" idx="12"/>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8" name="Date Placeholder 7" hidden="1">
            <a:extLst>
              <a:ext uri="{FF2B5EF4-FFF2-40B4-BE49-F238E27FC236}">
                <a16:creationId xmlns:a16="http://schemas.microsoft.com/office/drawing/2014/main" id="{E04CDBA4-BA46-F42F-95E1-95089236866E}"/>
              </a:ext>
            </a:extLst>
          </p:cNvPr>
          <p:cNvSpPr>
            <a:spLocks noGrp="1" noRot="1" noMove="1" noResize="1" noEditPoints="1" noAdjustHandles="1" noChangeArrowheads="1" noChangeShapeType="1"/>
          </p:cNvSpPr>
          <p:nvPr>
            <p:ph type="dt" sz="half" idx="10"/>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1370926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p:txBody>
          <a:bodyPr/>
          <a:lstStyle/>
          <a:p>
            <a:r>
              <a:rPr lang="en-US"/>
              <a:t>Click to add title</a:t>
            </a:r>
          </a:p>
        </p:txBody>
      </p:sp>
      <p:sp>
        <p:nvSpPr>
          <p:cNvPr id="3" name="Content Placeholder 2"/>
          <p:cNvSpPr>
            <a:spLocks noGrp="1"/>
          </p:cNvSpPr>
          <p:nvPr>
            <p:ph idx="1" hasCustomPrompt="1"/>
          </p:nvPr>
        </p:nvSpPr>
        <p:spPr>
          <a:xfrm>
            <a:off x="457201" y="1371600"/>
            <a:ext cx="4592637"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184900" y="1371600"/>
            <a:ext cx="5548313"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4" name="Note 1 Sub 1">
            <a:extLst>
              <a:ext uri="{FF2B5EF4-FFF2-40B4-BE49-F238E27FC236}">
                <a16:creationId xmlns:a16="http://schemas.microsoft.com/office/drawing/2014/main" id="{BEEEF4B7-428C-9762-96F2-F9AB99E0813A}"/>
              </a:ext>
            </a:extLst>
          </p:cNvPr>
          <p:cNvSpPr>
            <a:spLocks noGrp="1"/>
          </p:cNvSpPr>
          <p:nvPr>
            <p:ph type="subTitle" idx="17" hasCustomPrompt="1"/>
          </p:nvPr>
        </p:nvSpPr>
        <p:spPr>
          <a:xfrm>
            <a:off x="457201" y="5763600"/>
            <a:ext cx="4592637"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5" name="Note 2 23">
            <a:extLst>
              <a:ext uri="{FF2B5EF4-FFF2-40B4-BE49-F238E27FC236}">
                <a16:creationId xmlns:a16="http://schemas.microsoft.com/office/drawing/2014/main" id="{EDAA4865-C74E-7685-66E0-F060C7A99C8B}"/>
              </a:ext>
            </a:extLst>
          </p:cNvPr>
          <p:cNvSpPr>
            <a:spLocks noGrp="1"/>
          </p:cNvSpPr>
          <p:nvPr>
            <p:ph type="body" sz="quarter" idx="24" hasCustomPrompt="1"/>
          </p:nvPr>
        </p:nvSpPr>
        <p:spPr>
          <a:xfrm>
            <a:off x="6184900" y="5763600"/>
            <a:ext cx="5548313" cy="180000"/>
          </a:xfrm>
        </p:spPr>
        <p:txBody>
          <a:bodyPr anchor="b" anchorCtr="0"/>
          <a:lstStyle>
            <a:lvl1pPr marL="0" indent="0">
              <a:lnSpc>
                <a:spcPct val="100000"/>
              </a:lnSpc>
              <a:spcBef>
                <a:spcPts val="600"/>
              </a:spcBef>
              <a:spcAft>
                <a:spcPts val="0"/>
              </a:spcAft>
              <a:buFont typeface="Arial" panose="020B0604020202020204" pitchFamily="34" charset="0"/>
              <a:buNone/>
              <a:defRPr sz="700" b="0" cap="none">
                <a:solidFill>
                  <a:schemeClr val="accent2"/>
                </a:solidFill>
              </a:defRPr>
            </a:lvl1pPr>
            <a:lvl2pPr marL="0" indent="0">
              <a:lnSpc>
                <a:spcPct val="100000"/>
              </a:lnSpc>
              <a:spcBef>
                <a:spcPts val="600"/>
              </a:spcBef>
              <a:spcAft>
                <a:spcPts val="0"/>
              </a:spcAft>
              <a:buFont typeface="Arial" panose="020B0604020202020204" pitchFamily="34" charset="0"/>
              <a:buNone/>
              <a:defRPr sz="700" b="0" cap="none"/>
            </a:lvl2pPr>
            <a:lvl3pPr marL="0" indent="0">
              <a:lnSpc>
                <a:spcPct val="100000"/>
              </a:lnSpc>
              <a:spcBef>
                <a:spcPts val="600"/>
              </a:spcBef>
              <a:spcAft>
                <a:spcPts val="0"/>
              </a:spcAft>
              <a:buFont typeface="Arial" panose="020B0604020202020204" pitchFamily="34" charset="0"/>
              <a:buNone/>
              <a:defRPr sz="700" b="0" cap="none"/>
            </a:lvl3pPr>
            <a:lvl4pPr marL="0" indent="0">
              <a:lnSpc>
                <a:spcPct val="100000"/>
              </a:lnSpc>
              <a:spcBef>
                <a:spcPts val="600"/>
              </a:spcBef>
              <a:spcAft>
                <a:spcPts val="0"/>
              </a:spcAft>
              <a:buFont typeface="Arial" panose="020B0604020202020204" pitchFamily="34" charset="0"/>
              <a:buNone/>
              <a:defRPr sz="700" b="0" cap="none"/>
            </a:lvl4pPr>
            <a:lvl5pPr marL="0" indent="0">
              <a:lnSpc>
                <a:spcPct val="100000"/>
              </a:lnSpc>
              <a:spcBef>
                <a:spcPts val="600"/>
              </a:spcBef>
              <a:spcAft>
                <a:spcPts val="0"/>
              </a:spcAft>
              <a:buFont typeface="Arial" panose="020B0604020202020204" pitchFamily="34" charset="0"/>
              <a:buNone/>
              <a:defRPr sz="700" b="0" cap="none"/>
            </a:lvl5pPr>
            <a:lvl6pPr marL="0" indent="0">
              <a:lnSpc>
                <a:spcPct val="100000"/>
              </a:lnSpc>
              <a:spcBef>
                <a:spcPts val="600"/>
              </a:spcBef>
              <a:spcAft>
                <a:spcPts val="0"/>
              </a:spcAft>
              <a:buNone/>
              <a:defRPr sz="700" b="0" cap="none"/>
            </a:lvl6pPr>
            <a:lvl7pPr marL="0" indent="0">
              <a:lnSpc>
                <a:spcPct val="100000"/>
              </a:lnSpc>
              <a:spcBef>
                <a:spcPts val="600"/>
              </a:spcBef>
              <a:spcAft>
                <a:spcPts val="0"/>
              </a:spcAft>
              <a:buNone/>
              <a:defRPr sz="700" b="0" cap="none"/>
            </a:lvl7pPr>
            <a:lvl8pPr marL="0" indent="0">
              <a:lnSpc>
                <a:spcPct val="100000"/>
              </a:lnSpc>
              <a:spcBef>
                <a:spcPts val="600"/>
              </a:spcBef>
              <a:spcAft>
                <a:spcPts val="0"/>
              </a:spcAft>
              <a:buNone/>
              <a:defRPr sz="700" b="0" cap="none"/>
            </a:lvl8pPr>
            <a:lvl9pPr marL="0" indent="0">
              <a:lnSpc>
                <a:spcPct val="100000"/>
              </a:lnSpc>
              <a:spcBef>
                <a:spcPts val="600"/>
              </a:spcBef>
              <a:spcAft>
                <a:spcPts val="0"/>
              </a:spcAft>
              <a:buNone/>
              <a:defRPr sz="700" b="0" cap="none"/>
            </a:lvl9pPr>
          </a:lstStyle>
          <a:p>
            <a:pPr lvl="0"/>
            <a:r>
              <a:rPr lang="en-US"/>
              <a:t>Click to add source or note</a:t>
            </a:r>
          </a:p>
        </p:txBody>
      </p:sp>
      <p:sp>
        <p:nvSpPr>
          <p:cNvPr id="9" name="Footer Placeholder 8">
            <a:extLst>
              <a:ext uri="{FF2B5EF4-FFF2-40B4-BE49-F238E27FC236}">
                <a16:creationId xmlns:a16="http://schemas.microsoft.com/office/drawing/2014/main" id="{A5B0CE7D-8E6C-42F1-060F-A79183D5A586}"/>
              </a:ext>
            </a:extLst>
          </p:cNvPr>
          <p:cNvSpPr>
            <a:spLocks noGrp="1"/>
          </p:cNvSpPr>
          <p:nvPr>
            <p:ph type="ftr" sz="quarter" idx="11"/>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10" name="Slide Number Placeholder 9">
            <a:extLst>
              <a:ext uri="{FF2B5EF4-FFF2-40B4-BE49-F238E27FC236}">
                <a16:creationId xmlns:a16="http://schemas.microsoft.com/office/drawing/2014/main" id="{C35151D5-303F-0195-5875-D5D6434282DB}"/>
              </a:ext>
            </a:extLst>
          </p:cNvPr>
          <p:cNvSpPr>
            <a:spLocks noGrp="1"/>
          </p:cNvSpPr>
          <p:nvPr>
            <p:ph type="sldNum" sz="quarter" idx="12"/>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8" name="Date Placeholder 7" hidden="1">
            <a:extLst>
              <a:ext uri="{FF2B5EF4-FFF2-40B4-BE49-F238E27FC236}">
                <a16:creationId xmlns:a16="http://schemas.microsoft.com/office/drawing/2014/main" id="{E04CDBA4-BA46-F42F-95E1-95089236866E}"/>
              </a:ext>
            </a:extLst>
          </p:cNvPr>
          <p:cNvSpPr>
            <a:spLocks noGrp="1" noRot="1" noMove="1" noResize="1" noEditPoints="1" noAdjustHandles="1" noChangeArrowheads="1" noChangeShapeType="1"/>
          </p:cNvSpPr>
          <p:nvPr>
            <p:ph type="dt" sz="half" idx="10"/>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375499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A66AF8A-D272-6AF2-17B1-AE9384A7FF6F}"/>
              </a:ext>
            </a:extLst>
          </p:cNvPr>
          <p:cNvSpPr>
            <a:spLocks noGrp="1"/>
          </p:cNvSpPr>
          <p:nvPr>
            <p:ph type="title" hasCustomPrompt="1"/>
          </p:nvPr>
        </p:nvSpPr>
        <p:spPr/>
        <p:txBody>
          <a:bodyPr/>
          <a:lstStyle/>
          <a:p>
            <a:r>
              <a:rPr lang="en-US"/>
              <a:t>Click to add title</a:t>
            </a:r>
          </a:p>
        </p:txBody>
      </p:sp>
      <p:sp>
        <p:nvSpPr>
          <p:cNvPr id="3" name="Content Placeholder 2"/>
          <p:cNvSpPr>
            <a:spLocks noGrp="1"/>
          </p:cNvSpPr>
          <p:nvPr>
            <p:ph idx="1" hasCustomPrompt="1"/>
          </p:nvPr>
        </p:nvSpPr>
        <p:spPr>
          <a:xfrm>
            <a:off x="457201" y="1371600"/>
            <a:ext cx="2685600"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275138" y="1371600"/>
            <a:ext cx="7458075"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3" name="Note 1 Sub 1">
            <a:extLst>
              <a:ext uri="{FF2B5EF4-FFF2-40B4-BE49-F238E27FC236}">
                <a16:creationId xmlns:a16="http://schemas.microsoft.com/office/drawing/2014/main" id="{B75D1C11-F4D5-2C5A-B9FC-1E5E91DB9720}"/>
              </a:ext>
            </a:extLst>
          </p:cNvPr>
          <p:cNvSpPr>
            <a:spLocks noGrp="1"/>
          </p:cNvSpPr>
          <p:nvPr>
            <p:ph type="subTitle" idx="17" hasCustomPrompt="1"/>
          </p:nvPr>
        </p:nvSpPr>
        <p:spPr>
          <a:xfrm>
            <a:off x="4275139" y="5763600"/>
            <a:ext cx="7458075"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5" name="Footer Placeholder 4">
            <a:extLst>
              <a:ext uri="{FF2B5EF4-FFF2-40B4-BE49-F238E27FC236}">
                <a16:creationId xmlns:a16="http://schemas.microsoft.com/office/drawing/2014/main" id="{682AD2FF-CA20-087C-A434-665D060FC51D}"/>
              </a:ext>
            </a:extLst>
          </p:cNvPr>
          <p:cNvSpPr>
            <a:spLocks noGrp="1"/>
          </p:cNvSpPr>
          <p:nvPr>
            <p:ph type="ftr" sz="quarter" idx="15"/>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6" name="Slide Number Placeholder 5">
            <a:extLst>
              <a:ext uri="{FF2B5EF4-FFF2-40B4-BE49-F238E27FC236}">
                <a16:creationId xmlns:a16="http://schemas.microsoft.com/office/drawing/2014/main" id="{70B39ADC-EF64-A029-A50B-3003B35FC837}"/>
              </a:ext>
            </a:extLst>
          </p:cNvPr>
          <p:cNvSpPr>
            <a:spLocks noGrp="1"/>
          </p:cNvSpPr>
          <p:nvPr>
            <p:ph type="sldNum" sz="quarter" idx="16"/>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4" name="Date Placeholder 3" hidden="1">
            <a:extLst>
              <a:ext uri="{FF2B5EF4-FFF2-40B4-BE49-F238E27FC236}">
                <a16:creationId xmlns:a16="http://schemas.microsoft.com/office/drawing/2014/main" id="{33940C81-C44A-5BBB-E18F-630B234E59DF}"/>
              </a:ext>
            </a:extLst>
          </p:cNvPr>
          <p:cNvSpPr>
            <a:spLocks noGrp="1" noRot="1" noMove="1" noResize="1" noEditPoints="1" noAdjustHandles="1" noChangeArrowheads="1" noChangeShapeType="1"/>
          </p:cNvSpPr>
          <p:nvPr>
            <p:ph type="dt" sz="half" idx="14"/>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50297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A66AF8A-D272-6AF2-17B1-AE9384A7FF6F}"/>
              </a:ext>
            </a:extLst>
          </p:cNvPr>
          <p:cNvSpPr>
            <a:spLocks noGrp="1"/>
          </p:cNvSpPr>
          <p:nvPr>
            <p:ph type="title" hasCustomPrompt="1"/>
          </p:nvPr>
        </p:nvSpPr>
        <p:spPr>
          <a:xfrm>
            <a:off x="457201" y="457200"/>
            <a:ext cx="11277600" cy="496800"/>
          </a:xfrm>
        </p:spPr>
        <p:txBody>
          <a:bodyPr/>
          <a:lstStyle/>
          <a:p>
            <a:r>
              <a:rPr lang="en-US"/>
              <a:t>Click to add title</a:t>
            </a:r>
          </a:p>
        </p:txBody>
      </p:sp>
      <p:sp>
        <p:nvSpPr>
          <p:cNvPr id="3" name="Content Placeholder 2"/>
          <p:cNvSpPr>
            <a:spLocks noGrp="1"/>
          </p:cNvSpPr>
          <p:nvPr>
            <p:ph idx="1" hasCustomPrompt="1"/>
          </p:nvPr>
        </p:nvSpPr>
        <p:spPr>
          <a:xfrm>
            <a:off x="9049201" y="1371600"/>
            <a:ext cx="2685600"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57201" y="1371600"/>
            <a:ext cx="7458075"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3" name="Note 1 Sub 1">
            <a:extLst>
              <a:ext uri="{FF2B5EF4-FFF2-40B4-BE49-F238E27FC236}">
                <a16:creationId xmlns:a16="http://schemas.microsoft.com/office/drawing/2014/main" id="{B75D1C11-F4D5-2C5A-B9FC-1E5E91DB9720}"/>
              </a:ext>
            </a:extLst>
          </p:cNvPr>
          <p:cNvSpPr>
            <a:spLocks noGrp="1"/>
          </p:cNvSpPr>
          <p:nvPr>
            <p:ph type="subTitle" idx="17" hasCustomPrompt="1"/>
          </p:nvPr>
        </p:nvSpPr>
        <p:spPr>
          <a:xfrm>
            <a:off x="457201" y="5763600"/>
            <a:ext cx="7458075"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5" name="Footer Placeholder 4">
            <a:extLst>
              <a:ext uri="{FF2B5EF4-FFF2-40B4-BE49-F238E27FC236}">
                <a16:creationId xmlns:a16="http://schemas.microsoft.com/office/drawing/2014/main" id="{682AD2FF-CA20-087C-A434-665D060FC51D}"/>
              </a:ext>
            </a:extLst>
          </p:cNvPr>
          <p:cNvSpPr>
            <a:spLocks noGrp="1"/>
          </p:cNvSpPr>
          <p:nvPr>
            <p:ph type="ftr" sz="quarter" idx="15"/>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6" name="Slide Number Placeholder 5">
            <a:extLst>
              <a:ext uri="{FF2B5EF4-FFF2-40B4-BE49-F238E27FC236}">
                <a16:creationId xmlns:a16="http://schemas.microsoft.com/office/drawing/2014/main" id="{70B39ADC-EF64-A029-A50B-3003B35FC837}"/>
              </a:ext>
            </a:extLst>
          </p:cNvPr>
          <p:cNvSpPr>
            <a:spLocks noGrp="1"/>
          </p:cNvSpPr>
          <p:nvPr>
            <p:ph type="sldNum" sz="quarter" idx="16"/>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4" name="Date Placeholder 3" hidden="1">
            <a:extLst>
              <a:ext uri="{FF2B5EF4-FFF2-40B4-BE49-F238E27FC236}">
                <a16:creationId xmlns:a16="http://schemas.microsoft.com/office/drawing/2014/main" id="{33940C81-C44A-5BBB-E18F-630B234E59DF}"/>
              </a:ext>
            </a:extLst>
          </p:cNvPr>
          <p:cNvSpPr>
            <a:spLocks noGrp="1" noRot="1" noMove="1" noResize="1" noEditPoints="1" noAdjustHandles="1" noChangeArrowheads="1" noChangeShapeType="1"/>
          </p:cNvSpPr>
          <p:nvPr>
            <p:ph type="dt" sz="half" idx="14"/>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2969694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A66AF8A-D272-6AF2-17B1-AE9384A7FF6F}"/>
              </a:ext>
            </a:extLst>
          </p:cNvPr>
          <p:cNvSpPr>
            <a:spLocks noGrp="1"/>
          </p:cNvSpPr>
          <p:nvPr>
            <p:ph type="title" hasCustomPrompt="1"/>
          </p:nvPr>
        </p:nvSpPr>
        <p:spPr/>
        <p:txBody>
          <a:bodyPr/>
          <a:lstStyle/>
          <a:p>
            <a:r>
              <a:rPr lang="en-US"/>
              <a:t>Click to add title</a:t>
            </a:r>
          </a:p>
        </p:txBody>
      </p:sp>
      <p:sp>
        <p:nvSpPr>
          <p:cNvPr id="3" name="Content Placeholder 2"/>
          <p:cNvSpPr>
            <a:spLocks noGrp="1"/>
          </p:cNvSpPr>
          <p:nvPr>
            <p:ph idx="1" hasCustomPrompt="1"/>
          </p:nvPr>
        </p:nvSpPr>
        <p:spPr>
          <a:xfrm>
            <a:off x="457201" y="1371600"/>
            <a:ext cx="3638549"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275139" y="1371600"/>
            <a:ext cx="3640136"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8094664" y="1371600"/>
            <a:ext cx="3638550" cy="4392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3" name="Note 1 Sub 1">
            <a:extLst>
              <a:ext uri="{FF2B5EF4-FFF2-40B4-BE49-F238E27FC236}">
                <a16:creationId xmlns:a16="http://schemas.microsoft.com/office/drawing/2014/main" id="{B75D1C11-F4D5-2C5A-B9FC-1E5E91DB9720}"/>
              </a:ext>
            </a:extLst>
          </p:cNvPr>
          <p:cNvSpPr>
            <a:spLocks noGrp="1"/>
          </p:cNvSpPr>
          <p:nvPr>
            <p:ph type="subTitle" idx="17" hasCustomPrompt="1"/>
          </p:nvPr>
        </p:nvSpPr>
        <p:spPr>
          <a:xfrm>
            <a:off x="4275139" y="5763600"/>
            <a:ext cx="3639600"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4" name="Note 2 23">
            <a:extLst>
              <a:ext uri="{FF2B5EF4-FFF2-40B4-BE49-F238E27FC236}">
                <a16:creationId xmlns:a16="http://schemas.microsoft.com/office/drawing/2014/main" id="{68A05EFF-09AD-2BDE-63D2-FB5D533CF8D8}"/>
              </a:ext>
            </a:extLst>
          </p:cNvPr>
          <p:cNvSpPr>
            <a:spLocks noGrp="1"/>
          </p:cNvSpPr>
          <p:nvPr>
            <p:ph type="body" sz="quarter" idx="24" hasCustomPrompt="1"/>
          </p:nvPr>
        </p:nvSpPr>
        <p:spPr>
          <a:xfrm>
            <a:off x="8094664" y="5763600"/>
            <a:ext cx="3639600" cy="180000"/>
          </a:xfrm>
        </p:spPr>
        <p:txBody>
          <a:bodyPr anchor="b" anchorCtr="0"/>
          <a:lstStyle>
            <a:lvl1pPr marL="0" indent="0">
              <a:lnSpc>
                <a:spcPct val="100000"/>
              </a:lnSpc>
              <a:spcBef>
                <a:spcPts val="600"/>
              </a:spcBef>
              <a:spcAft>
                <a:spcPts val="0"/>
              </a:spcAft>
              <a:buFont typeface="Arial" panose="020B0604020202020204" pitchFamily="34" charset="0"/>
              <a:buNone/>
              <a:defRPr sz="700" b="0" cap="none">
                <a:solidFill>
                  <a:schemeClr val="accent2"/>
                </a:solidFill>
              </a:defRPr>
            </a:lvl1pPr>
            <a:lvl2pPr marL="0" indent="0">
              <a:lnSpc>
                <a:spcPct val="100000"/>
              </a:lnSpc>
              <a:spcBef>
                <a:spcPts val="600"/>
              </a:spcBef>
              <a:spcAft>
                <a:spcPts val="0"/>
              </a:spcAft>
              <a:buFont typeface="Arial" panose="020B0604020202020204" pitchFamily="34" charset="0"/>
              <a:buNone/>
              <a:defRPr sz="700" b="0" cap="none"/>
            </a:lvl2pPr>
            <a:lvl3pPr marL="0" indent="0">
              <a:lnSpc>
                <a:spcPct val="100000"/>
              </a:lnSpc>
              <a:spcBef>
                <a:spcPts val="600"/>
              </a:spcBef>
              <a:spcAft>
                <a:spcPts val="0"/>
              </a:spcAft>
              <a:buFont typeface="Arial" panose="020B0604020202020204" pitchFamily="34" charset="0"/>
              <a:buNone/>
              <a:defRPr sz="700" b="0" cap="none"/>
            </a:lvl3pPr>
            <a:lvl4pPr marL="0" indent="0">
              <a:lnSpc>
                <a:spcPct val="100000"/>
              </a:lnSpc>
              <a:spcBef>
                <a:spcPts val="600"/>
              </a:spcBef>
              <a:spcAft>
                <a:spcPts val="0"/>
              </a:spcAft>
              <a:buFont typeface="Arial" panose="020B0604020202020204" pitchFamily="34" charset="0"/>
              <a:buNone/>
              <a:defRPr sz="700" b="0" cap="none"/>
            </a:lvl4pPr>
            <a:lvl5pPr marL="0" indent="0">
              <a:lnSpc>
                <a:spcPct val="100000"/>
              </a:lnSpc>
              <a:spcBef>
                <a:spcPts val="600"/>
              </a:spcBef>
              <a:spcAft>
                <a:spcPts val="0"/>
              </a:spcAft>
              <a:buFont typeface="Arial" panose="020B0604020202020204" pitchFamily="34" charset="0"/>
              <a:buNone/>
              <a:defRPr sz="700" b="0" cap="none"/>
            </a:lvl5pPr>
            <a:lvl6pPr marL="0" indent="0">
              <a:lnSpc>
                <a:spcPct val="100000"/>
              </a:lnSpc>
              <a:spcBef>
                <a:spcPts val="600"/>
              </a:spcBef>
              <a:spcAft>
                <a:spcPts val="0"/>
              </a:spcAft>
              <a:buNone/>
              <a:defRPr sz="700" b="0" cap="none"/>
            </a:lvl6pPr>
            <a:lvl7pPr marL="0" indent="0">
              <a:lnSpc>
                <a:spcPct val="100000"/>
              </a:lnSpc>
              <a:spcBef>
                <a:spcPts val="600"/>
              </a:spcBef>
              <a:spcAft>
                <a:spcPts val="0"/>
              </a:spcAft>
              <a:buNone/>
              <a:defRPr sz="700" b="0" cap="none"/>
            </a:lvl7pPr>
            <a:lvl8pPr marL="0" indent="0">
              <a:lnSpc>
                <a:spcPct val="100000"/>
              </a:lnSpc>
              <a:spcBef>
                <a:spcPts val="600"/>
              </a:spcBef>
              <a:spcAft>
                <a:spcPts val="0"/>
              </a:spcAft>
              <a:buNone/>
              <a:defRPr sz="700" b="0" cap="none"/>
            </a:lvl8pPr>
            <a:lvl9pPr marL="0" indent="0">
              <a:lnSpc>
                <a:spcPct val="100000"/>
              </a:lnSpc>
              <a:spcBef>
                <a:spcPts val="600"/>
              </a:spcBef>
              <a:spcAft>
                <a:spcPts val="0"/>
              </a:spcAft>
              <a:buNone/>
              <a:defRPr sz="700" b="0" cap="none"/>
            </a:lvl9pPr>
          </a:lstStyle>
          <a:p>
            <a:pPr lvl="0"/>
            <a:r>
              <a:rPr lang="en-US"/>
              <a:t>Click to add source or note</a:t>
            </a:r>
          </a:p>
        </p:txBody>
      </p:sp>
      <p:sp>
        <p:nvSpPr>
          <p:cNvPr id="5" name="Footer Placeholder 4">
            <a:extLst>
              <a:ext uri="{FF2B5EF4-FFF2-40B4-BE49-F238E27FC236}">
                <a16:creationId xmlns:a16="http://schemas.microsoft.com/office/drawing/2014/main" id="{682AD2FF-CA20-087C-A434-665D060FC51D}"/>
              </a:ext>
            </a:extLst>
          </p:cNvPr>
          <p:cNvSpPr>
            <a:spLocks noGrp="1"/>
          </p:cNvSpPr>
          <p:nvPr>
            <p:ph type="ftr" sz="quarter" idx="15"/>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6" name="Slide Number Placeholder 5">
            <a:extLst>
              <a:ext uri="{FF2B5EF4-FFF2-40B4-BE49-F238E27FC236}">
                <a16:creationId xmlns:a16="http://schemas.microsoft.com/office/drawing/2014/main" id="{70B39ADC-EF64-A029-A50B-3003B35FC837}"/>
              </a:ext>
            </a:extLst>
          </p:cNvPr>
          <p:cNvSpPr>
            <a:spLocks noGrp="1"/>
          </p:cNvSpPr>
          <p:nvPr>
            <p:ph type="sldNum" sz="quarter" idx="16"/>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4" name="Date Placeholder 3" hidden="1">
            <a:extLst>
              <a:ext uri="{FF2B5EF4-FFF2-40B4-BE49-F238E27FC236}">
                <a16:creationId xmlns:a16="http://schemas.microsoft.com/office/drawing/2014/main" id="{33940C81-C44A-5BBB-E18F-630B234E59DF}"/>
              </a:ext>
            </a:extLst>
          </p:cNvPr>
          <p:cNvSpPr>
            <a:spLocks noGrp="1" noRot="1" noMove="1" noResize="1" noEditPoints="1" noAdjustHandles="1" noChangeArrowheads="1" noChangeShapeType="1"/>
          </p:cNvSpPr>
          <p:nvPr>
            <p:ph type="dt" sz="half" idx="14"/>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2108212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4674E71-B0C4-FEC5-FD69-32E7BBAEFFAA}"/>
              </a:ext>
            </a:extLst>
          </p:cNvPr>
          <p:cNvSpPr>
            <a:spLocks noGrp="1"/>
          </p:cNvSpPr>
          <p:nvPr>
            <p:ph type="title" hasCustomPrompt="1"/>
          </p:nvPr>
        </p:nvSpPr>
        <p:spPr>
          <a:xfrm>
            <a:off x="457201" y="457200"/>
            <a:ext cx="11277600" cy="496800"/>
          </a:xfrm>
        </p:spPr>
        <p:txBody>
          <a:bodyPr/>
          <a:lstStyle/>
          <a:p>
            <a:r>
              <a:rPr lang="en-US"/>
              <a:t>Click to add title</a:t>
            </a:r>
          </a:p>
        </p:txBody>
      </p:sp>
      <p:sp>
        <p:nvSpPr>
          <p:cNvPr id="3" name="Content Placeholder 2"/>
          <p:cNvSpPr>
            <a:spLocks noGrp="1"/>
          </p:cNvSpPr>
          <p:nvPr>
            <p:ph idx="1" hasCustomPrompt="1"/>
          </p:nvPr>
        </p:nvSpPr>
        <p:spPr>
          <a:xfrm>
            <a:off x="457201" y="1371600"/>
            <a:ext cx="3638549" cy="2520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on frame and insert picture via Templafy Images                  Or 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275139" y="1371600"/>
            <a:ext cx="3640136" cy="2520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on frame and insert picture via Templafy Images                  Or click to add text</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8094664" y="1371600"/>
            <a:ext cx="3638550" cy="25200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stStyle>
          <a:p>
            <a:pPr lvl="0"/>
            <a:r>
              <a:rPr lang="en-US" noProof="0"/>
              <a:t>Click on frame and insert picture via Templafy Images                  Or click to add text</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12" name="Text Placeholder 11">
            <a:extLst>
              <a:ext uri="{FF2B5EF4-FFF2-40B4-BE49-F238E27FC236}">
                <a16:creationId xmlns:a16="http://schemas.microsoft.com/office/drawing/2014/main" id="{D16009F8-89A8-30D5-6C9C-F7B53B666EAC}"/>
              </a:ext>
            </a:extLst>
          </p:cNvPr>
          <p:cNvSpPr>
            <a:spLocks noGrp="1"/>
          </p:cNvSpPr>
          <p:nvPr>
            <p:ph type="body" sz="quarter" idx="18" hasCustomPrompt="1"/>
          </p:nvPr>
        </p:nvSpPr>
        <p:spPr>
          <a:xfrm>
            <a:off x="457201" y="4194000"/>
            <a:ext cx="3639600" cy="156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C6493320-A1EB-762E-F669-F1D7CAA4AD4A}"/>
              </a:ext>
            </a:extLst>
          </p:cNvPr>
          <p:cNvSpPr>
            <a:spLocks noGrp="1"/>
          </p:cNvSpPr>
          <p:nvPr>
            <p:ph type="body" sz="quarter" idx="19" hasCustomPrompt="1"/>
          </p:nvPr>
        </p:nvSpPr>
        <p:spPr>
          <a:xfrm>
            <a:off x="4275675" y="4194000"/>
            <a:ext cx="3639600" cy="156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E52BD066-A79A-F43D-D356-7343A2D40DC3}"/>
              </a:ext>
            </a:extLst>
          </p:cNvPr>
          <p:cNvSpPr>
            <a:spLocks noGrp="1"/>
          </p:cNvSpPr>
          <p:nvPr>
            <p:ph type="body" sz="quarter" idx="20" hasCustomPrompt="1"/>
          </p:nvPr>
        </p:nvSpPr>
        <p:spPr>
          <a:xfrm>
            <a:off x="8093614" y="4194000"/>
            <a:ext cx="3639600" cy="156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64D8AEAC-6B00-82AA-21E5-203CEA43691A}"/>
              </a:ext>
            </a:extLst>
          </p:cNvPr>
          <p:cNvSpPr>
            <a:spLocks noGrp="1"/>
          </p:cNvSpPr>
          <p:nvPr>
            <p:ph type="subTitle" idx="17" hasCustomPrompt="1"/>
          </p:nvPr>
        </p:nvSpPr>
        <p:spPr>
          <a:xfrm>
            <a:off x="457201" y="5763600"/>
            <a:ext cx="11277600" cy="180000"/>
          </a:xfrm>
        </p:spPr>
        <p:txBody>
          <a:bodyPr/>
          <a:lstStyle>
            <a:lvl1pPr marL="0" indent="0" algn="l">
              <a:spcBef>
                <a:spcPts val="0"/>
              </a:spcBef>
              <a:buFont typeface="Arial" panose="020B0604020202020204" pitchFamily="34" charset="0"/>
              <a:buChar char="​"/>
              <a:defRPr sz="700"/>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subtitle</a:t>
            </a:r>
            <a:endParaRPr lang="en-US"/>
          </a:p>
        </p:txBody>
      </p:sp>
      <p:sp>
        <p:nvSpPr>
          <p:cNvPr id="5" name="Footer Placeholder 4">
            <a:extLst>
              <a:ext uri="{FF2B5EF4-FFF2-40B4-BE49-F238E27FC236}">
                <a16:creationId xmlns:a16="http://schemas.microsoft.com/office/drawing/2014/main" id="{682AD2FF-CA20-087C-A434-665D060FC51D}"/>
              </a:ext>
            </a:extLst>
          </p:cNvPr>
          <p:cNvSpPr>
            <a:spLocks noGrp="1"/>
          </p:cNvSpPr>
          <p:nvPr>
            <p:ph type="ftr" sz="quarter" idx="15"/>
          </p:nvPr>
        </p:nvSpPr>
        <p:spPr>
          <a:xfrm>
            <a:off x="6184800" y="6312529"/>
            <a:ext cx="4593600" cy="1080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0B39ADC-EF64-A029-A50B-3003B35FC837}"/>
              </a:ext>
            </a:extLst>
          </p:cNvPr>
          <p:cNvSpPr>
            <a:spLocks noGrp="1"/>
          </p:cNvSpPr>
          <p:nvPr>
            <p:ph type="sldNum" sz="quarter" idx="16"/>
          </p:nvPr>
        </p:nvSpPr>
        <p:spPr>
          <a:xfrm>
            <a:off x="10958400" y="6312529"/>
            <a:ext cx="774000" cy="108000"/>
          </a:xfrm>
          <a:prstGeom prst="rect">
            <a:avLst/>
          </a:prstGeom>
        </p:spPr>
        <p:txBody>
          <a:bodyPr/>
          <a:lstStyle/>
          <a:p>
            <a:fld id="{23AA811B-2EBD-4900-905E-5BE206449611}" type="slidenum">
              <a:rPr lang="en-US" smtClean="0"/>
              <a:pPr/>
              <a:t>‹#›</a:t>
            </a:fld>
            <a:endParaRPr lang="en-US"/>
          </a:p>
        </p:txBody>
      </p:sp>
      <p:sp>
        <p:nvSpPr>
          <p:cNvPr id="4" name="Date Placeholder 3" hidden="1">
            <a:extLst>
              <a:ext uri="{FF2B5EF4-FFF2-40B4-BE49-F238E27FC236}">
                <a16:creationId xmlns:a16="http://schemas.microsoft.com/office/drawing/2014/main" id="{33940C81-C44A-5BBB-E18F-630B234E59DF}"/>
              </a:ext>
            </a:extLst>
          </p:cNvPr>
          <p:cNvSpPr>
            <a:spLocks noGrp="1" noRot="1" noMove="1" noResize="1" noEditPoints="1" noAdjustHandles="1" noChangeArrowheads="1" noChangeShapeType="1"/>
          </p:cNvSpPr>
          <p:nvPr>
            <p:ph type="dt" sz="half" idx="14"/>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20632843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ext and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46D243-0CFA-03C5-E855-8D687A3E941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8" name="Picture Placeholder 3">
            <a:extLst>
              <a:ext uri="{FF2B5EF4-FFF2-40B4-BE49-F238E27FC236}">
                <a16:creationId xmlns:a16="http://schemas.microsoft.com/office/drawing/2014/main" id="{96A359F9-23D1-0B3C-C313-465E6E5C1341}"/>
              </a:ext>
            </a:extLst>
          </p:cNvPr>
          <p:cNvSpPr>
            <a:spLocks noGrp="1"/>
          </p:cNvSpPr>
          <p:nvPr>
            <p:ph type="pic" sz="quarter" idx="14" hasCustomPrompt="1"/>
          </p:nvPr>
        </p:nvSpPr>
        <p:spPr>
          <a:xfrm>
            <a:off x="6093600" y="0"/>
            <a:ext cx="6098400" cy="6858000"/>
          </a:xfrm>
          <a:solidFill>
            <a:schemeClr val="tx1"/>
          </a:solidFill>
        </p:spPr>
        <p:txBody>
          <a:bodyPr tIns="108000" anchor="t" anchorCtr="0"/>
          <a:lstStyle>
            <a:lvl1pPr marL="0" indent="0" algn="ctr">
              <a:buNone/>
              <a:defRPr sz="1600"/>
            </a:lvl1pPr>
          </a:lstStyle>
          <a:p>
            <a:r>
              <a:rPr lang="en-US" noProof="0"/>
              <a:t>Click on frame and insert picture via </a:t>
            </a:r>
            <a:r>
              <a:rPr lang="en-US" noProof="0" err="1"/>
              <a:t>Templafy</a:t>
            </a:r>
            <a:r>
              <a:rPr lang="en-US" noProof="0"/>
              <a:t> Images</a:t>
            </a:r>
          </a:p>
        </p:txBody>
      </p:sp>
      <p:sp>
        <p:nvSpPr>
          <p:cNvPr id="2" name="Title 1">
            <a:extLst>
              <a:ext uri="{FF2B5EF4-FFF2-40B4-BE49-F238E27FC236}">
                <a16:creationId xmlns:a16="http://schemas.microsoft.com/office/drawing/2014/main" id="{70952E9B-B320-E47B-3176-A493B0DC8851}"/>
              </a:ext>
            </a:extLst>
          </p:cNvPr>
          <p:cNvSpPr>
            <a:spLocks noGrp="1"/>
          </p:cNvSpPr>
          <p:nvPr>
            <p:ph type="title" hasCustomPrompt="1"/>
          </p:nvPr>
        </p:nvSpPr>
        <p:spPr bwMode="white">
          <a:xfrm>
            <a:off x="457201" y="457200"/>
            <a:ext cx="5158800" cy="1620000"/>
          </a:xfrm>
        </p:spPr>
        <p:txBody>
          <a:bodyPr/>
          <a:lstStyle>
            <a:lvl1pPr>
              <a:defRPr>
                <a:solidFill>
                  <a:schemeClr val="tx1"/>
                </a:solidFill>
              </a:defRPr>
            </a:lvl1pPr>
          </a:lstStyle>
          <a:p>
            <a:r>
              <a:rPr lang="en-US"/>
              <a:t>Click to add title, three lines optional</a:t>
            </a:r>
          </a:p>
        </p:txBody>
      </p:sp>
      <p:sp>
        <p:nvSpPr>
          <p:cNvPr id="9" name="Text Placeholder 11">
            <a:extLst>
              <a:ext uri="{FF2B5EF4-FFF2-40B4-BE49-F238E27FC236}">
                <a16:creationId xmlns:a16="http://schemas.microsoft.com/office/drawing/2014/main" id="{01539132-A20E-07F0-8181-75BDE4793174}"/>
              </a:ext>
            </a:extLst>
          </p:cNvPr>
          <p:cNvSpPr>
            <a:spLocks noGrp="1"/>
          </p:cNvSpPr>
          <p:nvPr>
            <p:ph type="body" sz="quarter" idx="18" hasCustomPrompt="1"/>
          </p:nvPr>
        </p:nvSpPr>
        <p:spPr bwMode="white">
          <a:xfrm>
            <a:off x="457201" y="2743200"/>
            <a:ext cx="5158800" cy="302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0" name="Note 1 Sub 1">
            <a:extLst>
              <a:ext uri="{FF2B5EF4-FFF2-40B4-BE49-F238E27FC236}">
                <a16:creationId xmlns:a16="http://schemas.microsoft.com/office/drawing/2014/main" id="{0C6B742A-91F9-666A-BF0F-8F57EAC178C3}"/>
              </a:ext>
            </a:extLst>
          </p:cNvPr>
          <p:cNvSpPr>
            <a:spLocks noGrp="1"/>
          </p:cNvSpPr>
          <p:nvPr>
            <p:ph type="subTitle" idx="17" hasCustomPrompt="1"/>
          </p:nvPr>
        </p:nvSpPr>
        <p:spPr bwMode="white">
          <a:xfrm>
            <a:off x="457200" y="5763600"/>
            <a:ext cx="5158800" cy="180000"/>
          </a:xfrm>
        </p:spPr>
        <p:txBody>
          <a:bodyPr anchor="b" anchorCtr="0"/>
          <a:lstStyle>
            <a:lvl1pPr marL="0" indent="0" algn="l">
              <a:spcBef>
                <a:spcPts val="0"/>
              </a:spcBef>
              <a:buFont typeface="Arial" panose="020B0604020202020204" pitchFamily="34" charset="0"/>
              <a:buChar char="​"/>
              <a:defRPr sz="700">
                <a:solidFill>
                  <a:schemeClr val="tx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3" name="Date Placeholder 2" hidden="1">
            <a:extLst>
              <a:ext uri="{FF2B5EF4-FFF2-40B4-BE49-F238E27FC236}">
                <a16:creationId xmlns:a16="http://schemas.microsoft.com/office/drawing/2014/main" id="{0A672A77-3A7D-E59F-FF4E-BE18A5E105FC}"/>
              </a:ext>
            </a:extLst>
          </p:cNvPr>
          <p:cNvSpPr>
            <a:spLocks noGrp="1" noRot="1" noMove="1" noResize="1" noEditPoints="1" noAdjustHandles="1" noChangeArrowheads="1" noChangeShapeType="1"/>
          </p:cNvSpPr>
          <p:nvPr>
            <p:ph type="dt" sz="half" idx="10"/>
          </p:nvPr>
        </p:nvSpPr>
        <p:spPr/>
        <p:txBody>
          <a:bodyPr/>
          <a:lstStyle/>
          <a:p>
            <a:fld id="{12BF0955-E111-49E5-806D-9FAAAF2C0916}" type="datetime1">
              <a:rPr lang="en-US" smtClean="0"/>
              <a:pPr/>
              <a:t>9/1/2026</a:t>
            </a:fld>
            <a:endParaRPr lang="en-US"/>
          </a:p>
        </p:txBody>
      </p:sp>
      <p:sp>
        <p:nvSpPr>
          <p:cNvPr id="4" name="Footer Placeholder 3">
            <a:extLst>
              <a:ext uri="{FF2B5EF4-FFF2-40B4-BE49-F238E27FC236}">
                <a16:creationId xmlns:a16="http://schemas.microsoft.com/office/drawing/2014/main" id="{7D15345F-79A0-C72D-C867-4CB7317237B6}"/>
              </a:ext>
            </a:extLst>
          </p:cNvPr>
          <p:cNvSpPr>
            <a:spLocks noGrp="1"/>
          </p:cNvSpPr>
          <p:nvPr>
            <p:ph type="ftr" sz="quarter" idx="11"/>
          </p:nvPr>
        </p:nvSpPr>
        <p:spPr>
          <a:xfrm>
            <a:off x="6184800" y="6312529"/>
            <a:ext cx="4593600" cy="108000"/>
          </a:xfrm>
          <a:prstGeom prst="rect">
            <a:avLst/>
          </a:prstGeo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CA7736-C906-07C5-0D5A-3DEDC58B2F41}"/>
              </a:ext>
            </a:extLst>
          </p:cNvPr>
          <p:cNvSpPr>
            <a:spLocks noGrp="1"/>
          </p:cNvSpPr>
          <p:nvPr>
            <p:ph type="sldNum" sz="quarter" idx="12"/>
          </p:nvPr>
        </p:nvSpPr>
        <p:spPr>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pic>
        <p:nvPicPr>
          <p:cNvPr id="14" name="Logo">
            <a:extLst>
              <a:ext uri="{FF2B5EF4-FFF2-40B4-BE49-F238E27FC236}">
                <a16:creationId xmlns:a16="http://schemas.microsoft.com/office/drawing/2014/main" id="{1836B27C-B32A-1D89-C444-C52A1279153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7200" y="6266000"/>
            <a:ext cx="1144800" cy="138973"/>
          </a:xfrm>
          <a:prstGeom prst="rect">
            <a:avLst/>
          </a:prstGeom>
        </p:spPr>
      </p:pic>
    </p:spTree>
    <p:extLst>
      <p:ext uri="{BB962C8B-B14F-4D97-AF65-F5344CB8AC3E}">
        <p14:creationId xmlns:p14="http://schemas.microsoft.com/office/powerpoint/2010/main" val="383510717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p:txBody>
          <a:bodyPr/>
          <a:lstStyle/>
          <a:p>
            <a:r>
              <a:rPr lang="en-US"/>
              <a:t>Click to add title</a:t>
            </a:r>
          </a:p>
        </p:txBody>
      </p:sp>
      <p:sp>
        <p:nvSpPr>
          <p:cNvPr id="4" name="Footer Placeholder 3">
            <a:extLst>
              <a:ext uri="{FF2B5EF4-FFF2-40B4-BE49-F238E27FC236}">
                <a16:creationId xmlns:a16="http://schemas.microsoft.com/office/drawing/2014/main" id="{189941FA-9D05-0D95-0EA0-CC5F7CE3C311}"/>
              </a:ext>
            </a:extLst>
          </p:cNvPr>
          <p:cNvSpPr>
            <a:spLocks noGrp="1"/>
          </p:cNvSpPr>
          <p:nvPr>
            <p:ph type="ftr" sz="quarter" idx="11"/>
          </p:nvPr>
        </p:nvSpPr>
        <p:spPr>
          <a:xfrm>
            <a:off x="6184800" y="6312529"/>
            <a:ext cx="4593600" cy="108000"/>
          </a:xfrm>
          <a:prstGeom prst="rect">
            <a:avLst/>
          </a:prstGeom>
          <a:noFill/>
          <a:ln>
            <a:noFill/>
          </a:ln>
        </p:spPr>
        <p:txBody>
          <a:bodyPr/>
          <a:lstStyle>
            <a:lvl1pPr>
              <a:defRPr>
                <a:solidFill>
                  <a:schemeClr val="accent2"/>
                </a:solidFill>
              </a:defRPr>
            </a:lvl1pPr>
          </a:lstStyle>
          <a:p>
            <a:endParaRPr lang="en-US"/>
          </a:p>
        </p:txBody>
      </p:sp>
      <p:sp>
        <p:nvSpPr>
          <p:cNvPr id="5" name="Slide Number Placeholder 4">
            <a:extLst>
              <a:ext uri="{FF2B5EF4-FFF2-40B4-BE49-F238E27FC236}">
                <a16:creationId xmlns:a16="http://schemas.microsoft.com/office/drawing/2014/main" id="{875D0358-17F7-DF33-FD3A-550D27E8FDEE}"/>
              </a:ext>
            </a:extLst>
          </p:cNvPr>
          <p:cNvSpPr>
            <a:spLocks noGrp="1"/>
          </p:cNvSpPr>
          <p:nvPr>
            <p:ph type="sldNum" sz="quarter" idx="12"/>
          </p:nvPr>
        </p:nvSpPr>
        <p:spPr>
          <a:xfrm>
            <a:off x="10958400" y="6312529"/>
            <a:ext cx="774000" cy="108000"/>
          </a:xfrm>
          <a:prstGeom prst="rect">
            <a:avLst/>
          </a:prstGeom>
          <a:noFill/>
          <a:ln>
            <a:noFill/>
          </a:ln>
        </p:spPr>
        <p:txBody>
          <a:bodyPr/>
          <a:lstStyle>
            <a:lvl1pPr>
              <a:defRPr>
                <a:solidFill>
                  <a:schemeClr val="accent2"/>
                </a:solidFill>
              </a:defRPr>
            </a:lvl1pPr>
          </a:lstStyle>
          <a:p>
            <a:fld id="{23AA811B-2EBD-4900-905E-5BE206449611}" type="slidenum">
              <a:rPr lang="en-US" smtClean="0"/>
              <a:pPr/>
              <a:t>‹#›</a:t>
            </a:fld>
            <a:endParaRPr lang="en-US"/>
          </a:p>
        </p:txBody>
      </p:sp>
      <p:sp>
        <p:nvSpPr>
          <p:cNvPr id="3" name="Date Placeholder 2" hidden="1">
            <a:extLst>
              <a:ext uri="{FF2B5EF4-FFF2-40B4-BE49-F238E27FC236}">
                <a16:creationId xmlns:a16="http://schemas.microsoft.com/office/drawing/2014/main" id="{3F762D97-CF6A-B2DB-1D74-D6EE28701952}"/>
              </a:ext>
            </a:extLst>
          </p:cNvPr>
          <p:cNvSpPr>
            <a:spLocks noGrp="1" noRot="1" noMove="1" noResize="1" noEditPoints="1" noAdjustHandles="1" noChangeArrowheads="1" noChangeShapeType="1"/>
          </p:cNvSpPr>
          <p:nvPr>
            <p:ph type="dt" sz="half" idx="10"/>
          </p:nvPr>
        </p:nvSpPr>
        <p:spPr/>
        <p:txBody>
          <a:bodyPr/>
          <a:lstStyle/>
          <a:p>
            <a:fld id="{12BF0955-E111-49E5-806D-9FAAAF2C0916}" type="datetime1">
              <a:rPr lang="en-US" smtClean="0"/>
              <a:pPr/>
              <a:t>9/1/2026</a:t>
            </a:fld>
            <a:endParaRPr lang="en-US"/>
          </a:p>
        </p:txBody>
      </p:sp>
    </p:spTree>
    <p:extLst>
      <p:ext uri="{BB962C8B-B14F-4D97-AF65-F5344CB8AC3E}">
        <p14:creationId xmlns:p14="http://schemas.microsoft.com/office/powerpoint/2010/main" val="3450888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9CA731-A8F5-9D6D-8035-9447D93D9386}"/>
              </a:ext>
            </a:extLst>
          </p:cNvPr>
          <p:cNvSpPr>
            <a:spLocks noGrp="1"/>
          </p:cNvSpPr>
          <p:nvPr>
            <p:ph type="dt" sz="half" idx="10"/>
          </p:nvPr>
        </p:nvSpPr>
        <p:spPr/>
        <p:txBody>
          <a:bodyPr/>
          <a:lstStyle/>
          <a:p>
            <a:fld id="{2D03F029-4DD6-D941-BBCC-3AB2084844EF}" type="datetimeFigureOut">
              <a:rPr lang="en-US"/>
              <a:t>9/1/2026</a:t>
            </a:fld>
            <a:endParaRPr lang="en-US"/>
          </a:p>
        </p:txBody>
      </p:sp>
      <p:sp>
        <p:nvSpPr>
          <p:cNvPr id="3" name="Footer Placeholder 2">
            <a:extLst>
              <a:ext uri="{FF2B5EF4-FFF2-40B4-BE49-F238E27FC236}">
                <a16:creationId xmlns:a16="http://schemas.microsoft.com/office/drawing/2014/main" id="{7610445F-105D-FC9D-2F49-0124489864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4433EF-A1D1-8B89-A354-C7E0EB0B801C}"/>
              </a:ext>
            </a:extLst>
          </p:cNvPr>
          <p:cNvSpPr>
            <a:spLocks noGrp="1"/>
          </p:cNvSpPr>
          <p:nvPr>
            <p:ph type="sldNum" sz="quarter" idx="12"/>
          </p:nvPr>
        </p:nvSpPr>
        <p:spPr/>
        <p:txBody>
          <a:bodyPr/>
          <a:lstStyle/>
          <a:p>
            <a:fld id="{36FA0581-F331-824A-B07B-43DA2241CC00}" type="slidenum">
              <a:rPr lang="en-US"/>
              <a:t>‹#›</a:t>
            </a:fld>
            <a:endParaRPr lang="en-US"/>
          </a:p>
        </p:txBody>
      </p:sp>
    </p:spTree>
    <p:extLst>
      <p:ext uri="{BB962C8B-B14F-4D97-AF65-F5344CB8AC3E}">
        <p14:creationId xmlns:p14="http://schemas.microsoft.com/office/powerpoint/2010/main" val="3366976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nd Fullpage Picture">
    <p:bg>
      <p:bgPr>
        <a:solidFill>
          <a:schemeClr val="tx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0" y="0"/>
            <a:ext cx="12193200" cy="6861600"/>
          </a:xfrm>
        </p:spPr>
        <p:txBody>
          <a:bodyPr tIns="108000" anchor="t" anchorCtr="0"/>
          <a:lstStyle>
            <a:lvl1pPr marL="0" indent="0" algn="ctr">
              <a:buNone/>
              <a:defRPr sz="1600">
                <a:solidFill>
                  <a:schemeClr val="bg1"/>
                </a:solidFill>
              </a:defRPr>
            </a:lvl1pPr>
          </a:lstStyle>
          <a:p>
            <a:r>
              <a:rPr lang="en-US" noProof="0"/>
              <a:t>Click on frame and insert picture via Templafy Images</a:t>
            </a:r>
          </a:p>
        </p:txBody>
      </p:sp>
      <p:sp>
        <p:nvSpPr>
          <p:cNvPr id="8" name="Logo Placeholder 9"/>
          <p:cNvSpPr>
            <a:spLocks noGrp="1"/>
          </p:cNvSpPr>
          <p:nvPr>
            <p:ph type="body" sz="quarter" idx="14" hasCustomPrompt="1"/>
          </p:nvPr>
        </p:nvSpPr>
        <p:spPr>
          <a:xfrm>
            <a:off x="457200" y="6266000"/>
            <a:ext cx="1144800" cy="138973"/>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
        <p:nvSpPr>
          <p:cNvPr id="2" name="Title 1">
            <a:extLst>
              <a:ext uri="{FF2B5EF4-FFF2-40B4-BE49-F238E27FC236}">
                <a16:creationId xmlns:a16="http://schemas.microsoft.com/office/drawing/2014/main" id="{463AF1C9-D970-4BDE-8D21-BBA0716FE7B6}"/>
              </a:ext>
            </a:extLst>
          </p:cNvPr>
          <p:cNvSpPr>
            <a:spLocks noGrp="1"/>
          </p:cNvSpPr>
          <p:nvPr>
            <p:ph type="title" hasCustomPrompt="1"/>
          </p:nvPr>
        </p:nvSpPr>
        <p:spPr/>
        <p:txBody>
          <a:bodyPr/>
          <a:lstStyle>
            <a:lvl1pPr>
              <a:defRPr>
                <a:solidFill>
                  <a:schemeClr val="tx1"/>
                </a:solidFill>
              </a:defRPr>
            </a:lvl1pPr>
          </a:lstStyle>
          <a:p>
            <a:r>
              <a:rPr lang="en-US"/>
              <a:t>Click to add title</a:t>
            </a:r>
          </a:p>
        </p:txBody>
      </p:sp>
      <p:sp>
        <p:nvSpPr>
          <p:cNvPr id="3" name="Date Placeholder 2" hidden="1">
            <a:extLst>
              <a:ext uri="{FF2B5EF4-FFF2-40B4-BE49-F238E27FC236}">
                <a16:creationId xmlns:a16="http://schemas.microsoft.com/office/drawing/2014/main" id="{7375AE3B-2833-4CC4-8E48-5A77787D6243}"/>
              </a:ext>
            </a:extLst>
          </p:cNvPr>
          <p:cNvSpPr>
            <a:spLocks noGrp="1" noRot="1" noMove="1" noResize="1" noEditPoints="1" noAdjustHandles="1" noChangeArrowheads="1" noChangeShapeType="1"/>
          </p:cNvSpPr>
          <p:nvPr>
            <p:ph type="dt" sz="half" idx="15"/>
          </p:nvPr>
        </p:nvSpPr>
        <p:spPr/>
        <p:txBody>
          <a:bodyPr/>
          <a:lstStyle/>
          <a:p>
            <a:fld id="{4A65198A-3B88-426C-B448-2C870FC562D2}" type="datetime1">
              <a:rPr lang="en-US" smtClean="0"/>
              <a:t>9/1/2026</a:t>
            </a:fld>
            <a:endParaRPr lang="en-US"/>
          </a:p>
        </p:txBody>
      </p:sp>
      <p:sp>
        <p:nvSpPr>
          <p:cNvPr id="4" name="Footer Placeholder 3">
            <a:extLst>
              <a:ext uri="{FF2B5EF4-FFF2-40B4-BE49-F238E27FC236}">
                <a16:creationId xmlns:a16="http://schemas.microsoft.com/office/drawing/2014/main" id="{403309F7-90B8-4D3B-B16F-4CDCDC1F7EAF}"/>
              </a:ext>
            </a:extLst>
          </p:cNvPr>
          <p:cNvSpPr>
            <a:spLocks noGrp="1"/>
          </p:cNvSpPr>
          <p:nvPr>
            <p:ph type="ftr" sz="quarter" idx="16"/>
          </p:nvPr>
        </p:nvSpPr>
        <p:spPr>
          <a:xfrm>
            <a:off x="6184800" y="6312529"/>
            <a:ext cx="4593600" cy="108000"/>
          </a:xfrm>
          <a:prstGeom prst="rect">
            <a:avLst/>
          </a:prstGeo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BCF2BFE6-3D68-4E6E-B1E6-E21935FFEBD4}"/>
              </a:ext>
            </a:extLst>
          </p:cNvPr>
          <p:cNvSpPr>
            <a:spLocks noGrp="1"/>
          </p:cNvSpPr>
          <p:nvPr>
            <p:ph type="sldNum" sz="quarter" idx="17"/>
          </p:nvPr>
        </p:nvSpPr>
        <p:spPr>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1473848084"/>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ditorial A">
    <p:bg>
      <p:bgPr>
        <a:solidFill>
          <a:schemeClr val="accent1"/>
        </a:solidFill>
        <a:effectLst/>
      </p:bgPr>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CE496233-C250-B88A-B964-7BF48F24B4EA}"/>
              </a:ext>
            </a:extLst>
          </p:cNvPr>
          <p:cNvSpPr/>
          <p:nvPr userDrawn="1"/>
        </p:nvSpPr>
        <p:spPr>
          <a:xfrm>
            <a:off x="0" y="0"/>
            <a:ext cx="121932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pic>
        <p:nvPicPr>
          <p:cNvPr id="12" name="Logo">
            <a:extLst>
              <a:ext uri="{FF2B5EF4-FFF2-40B4-BE49-F238E27FC236}">
                <a16:creationId xmlns:a16="http://schemas.microsoft.com/office/drawing/2014/main" id="{40F7F431-C69E-3D80-0906-67F262A4E0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7200" y="6266000"/>
            <a:ext cx="1144800" cy="138973"/>
          </a:xfrm>
          <a:prstGeom prst="rect">
            <a:avLst/>
          </a:prstGeom>
        </p:spPr>
      </p:pic>
      <p:sp>
        <p:nvSpPr>
          <p:cNvPr id="2" name="Title 1">
            <a:extLst>
              <a:ext uri="{FF2B5EF4-FFF2-40B4-BE49-F238E27FC236}">
                <a16:creationId xmlns:a16="http://schemas.microsoft.com/office/drawing/2014/main" id="{463AF1C9-D970-4BDE-8D21-BBA0716FE7B6}"/>
              </a:ext>
            </a:extLst>
          </p:cNvPr>
          <p:cNvSpPr>
            <a:spLocks noGrp="1"/>
          </p:cNvSpPr>
          <p:nvPr>
            <p:ph type="title" hasCustomPrompt="1"/>
          </p:nvPr>
        </p:nvSpPr>
        <p:spPr bwMode="white">
          <a:xfrm>
            <a:off x="457201" y="914400"/>
            <a:ext cx="6505200" cy="4114800"/>
          </a:xfrm>
        </p:spPr>
        <p:txBody>
          <a:bodyPr/>
          <a:lstStyle>
            <a:lvl1pPr>
              <a:defRPr sz="6600">
                <a:solidFill>
                  <a:schemeClr val="accent3"/>
                </a:solidFill>
              </a:defRPr>
            </a:lvl1pPr>
          </a:lstStyle>
          <a:p>
            <a:r>
              <a:rPr lang="en-US"/>
              <a:t>Click to add title</a:t>
            </a:r>
          </a:p>
        </p:txBody>
      </p:sp>
      <p:sp>
        <p:nvSpPr>
          <p:cNvPr id="6" name="Text Placeholder 11">
            <a:extLst>
              <a:ext uri="{FF2B5EF4-FFF2-40B4-BE49-F238E27FC236}">
                <a16:creationId xmlns:a16="http://schemas.microsoft.com/office/drawing/2014/main" id="{D0C204B8-C38E-1269-DE1E-00E543F0C606}"/>
              </a:ext>
            </a:extLst>
          </p:cNvPr>
          <p:cNvSpPr>
            <a:spLocks noGrp="1"/>
          </p:cNvSpPr>
          <p:nvPr>
            <p:ph type="body" sz="quarter" idx="18" hasCustomPrompt="1"/>
          </p:nvPr>
        </p:nvSpPr>
        <p:spPr bwMode="white">
          <a:xfrm>
            <a:off x="9050400" y="914400"/>
            <a:ext cx="2685600" cy="4114800"/>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3" name="Date Placeholder 2" hidden="1">
            <a:extLst>
              <a:ext uri="{FF2B5EF4-FFF2-40B4-BE49-F238E27FC236}">
                <a16:creationId xmlns:a16="http://schemas.microsoft.com/office/drawing/2014/main" id="{7375AE3B-2833-4CC4-8E48-5A77787D6243}"/>
              </a:ext>
            </a:extLst>
          </p:cNvPr>
          <p:cNvSpPr>
            <a:spLocks noGrp="1" noRot="1" noMove="1" noResize="1" noEditPoints="1" noAdjustHandles="1" noChangeArrowheads="1" noChangeShapeType="1"/>
          </p:cNvSpPr>
          <p:nvPr>
            <p:ph type="dt" sz="half" idx="15"/>
          </p:nvPr>
        </p:nvSpPr>
        <p:spPr/>
        <p:txBody>
          <a:bodyPr/>
          <a:lstStyle/>
          <a:p>
            <a:fld id="{4A65198A-3B88-426C-B448-2C870FC562D2}" type="datetime1">
              <a:rPr lang="en-US" smtClean="0"/>
              <a:t>9/1/2026</a:t>
            </a:fld>
            <a:endParaRPr lang="en-US"/>
          </a:p>
        </p:txBody>
      </p:sp>
      <p:sp>
        <p:nvSpPr>
          <p:cNvPr id="4" name="Footer Placeholder 3">
            <a:extLst>
              <a:ext uri="{FF2B5EF4-FFF2-40B4-BE49-F238E27FC236}">
                <a16:creationId xmlns:a16="http://schemas.microsoft.com/office/drawing/2014/main" id="{403309F7-90B8-4D3B-B16F-4CDCDC1F7EAF}"/>
              </a:ext>
            </a:extLst>
          </p:cNvPr>
          <p:cNvSpPr>
            <a:spLocks noGrp="1"/>
          </p:cNvSpPr>
          <p:nvPr>
            <p:ph type="ftr" sz="quarter" idx="16"/>
          </p:nvPr>
        </p:nvSpPr>
        <p:spPr bwMode="white">
          <a:xfrm>
            <a:off x="6184800" y="6312529"/>
            <a:ext cx="4593600" cy="108000"/>
          </a:xfrm>
          <a:prstGeom prst="rect">
            <a:avLst/>
          </a:prstGeo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BCF2BFE6-3D68-4E6E-B1E6-E21935FFEBD4}"/>
              </a:ext>
            </a:extLst>
          </p:cNvPr>
          <p:cNvSpPr>
            <a:spLocks noGrp="1"/>
          </p:cNvSpPr>
          <p:nvPr>
            <p:ph type="sldNum" sz="quarter" idx="17"/>
          </p:nvPr>
        </p:nvSpPr>
        <p:spPr bwMode="white">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231510103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ditorial B">
    <p:bg>
      <p:bgPr>
        <a:solidFill>
          <a:schemeClr val="tx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0" y="0"/>
            <a:ext cx="12193200" cy="6861600"/>
          </a:xfrm>
        </p:spPr>
        <p:txBody>
          <a:bodyPr tIns="108000" anchor="t" anchorCtr="0"/>
          <a:lstStyle>
            <a:lvl1pPr marL="0" indent="0" algn="ctr">
              <a:buNone/>
              <a:defRPr sz="1600">
                <a:solidFill>
                  <a:schemeClr val="tx1"/>
                </a:solidFill>
              </a:defRPr>
            </a:lvl1pPr>
          </a:lstStyle>
          <a:p>
            <a:r>
              <a:rPr lang="en-US" noProof="0"/>
              <a:t>Click on frame and insert picture via Templafy Images</a:t>
            </a:r>
          </a:p>
        </p:txBody>
      </p:sp>
      <p:sp>
        <p:nvSpPr>
          <p:cNvPr id="8" name="Logo Placeholder 9"/>
          <p:cNvSpPr>
            <a:spLocks noGrp="1"/>
          </p:cNvSpPr>
          <p:nvPr>
            <p:ph type="body" sz="quarter" idx="14" hasCustomPrompt="1"/>
          </p:nvPr>
        </p:nvSpPr>
        <p:spPr>
          <a:xfrm>
            <a:off x="457200" y="6266000"/>
            <a:ext cx="1144800" cy="138973"/>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
        <p:nvSpPr>
          <p:cNvPr id="2" name="Title 1">
            <a:extLst>
              <a:ext uri="{FF2B5EF4-FFF2-40B4-BE49-F238E27FC236}">
                <a16:creationId xmlns:a16="http://schemas.microsoft.com/office/drawing/2014/main" id="{463AF1C9-D970-4BDE-8D21-BBA0716FE7B6}"/>
              </a:ext>
            </a:extLst>
          </p:cNvPr>
          <p:cNvSpPr>
            <a:spLocks noGrp="1"/>
          </p:cNvSpPr>
          <p:nvPr>
            <p:ph type="title" hasCustomPrompt="1"/>
          </p:nvPr>
        </p:nvSpPr>
        <p:spPr>
          <a:xfrm>
            <a:off x="457201" y="914400"/>
            <a:ext cx="6505200" cy="4114800"/>
          </a:xfrm>
        </p:spPr>
        <p:txBody>
          <a:bodyPr/>
          <a:lstStyle>
            <a:lvl1pPr>
              <a:defRPr sz="6600">
                <a:solidFill>
                  <a:schemeClr val="tx1"/>
                </a:solidFill>
              </a:defRPr>
            </a:lvl1pPr>
          </a:lstStyle>
          <a:p>
            <a:r>
              <a:rPr lang="en-US"/>
              <a:t>Click to add title</a:t>
            </a:r>
          </a:p>
        </p:txBody>
      </p:sp>
      <p:sp>
        <p:nvSpPr>
          <p:cNvPr id="6" name="Text Placeholder 11">
            <a:extLst>
              <a:ext uri="{FF2B5EF4-FFF2-40B4-BE49-F238E27FC236}">
                <a16:creationId xmlns:a16="http://schemas.microsoft.com/office/drawing/2014/main" id="{D0C204B8-C38E-1269-DE1E-00E543F0C606}"/>
              </a:ext>
            </a:extLst>
          </p:cNvPr>
          <p:cNvSpPr>
            <a:spLocks noGrp="1"/>
          </p:cNvSpPr>
          <p:nvPr>
            <p:ph type="body" sz="quarter" idx="18" hasCustomPrompt="1"/>
          </p:nvPr>
        </p:nvSpPr>
        <p:spPr>
          <a:xfrm>
            <a:off x="9050400" y="914400"/>
            <a:ext cx="2685600" cy="4114800"/>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3" name="Date Placeholder 2" hidden="1">
            <a:extLst>
              <a:ext uri="{FF2B5EF4-FFF2-40B4-BE49-F238E27FC236}">
                <a16:creationId xmlns:a16="http://schemas.microsoft.com/office/drawing/2014/main" id="{7375AE3B-2833-4CC4-8E48-5A77787D6243}"/>
              </a:ext>
            </a:extLst>
          </p:cNvPr>
          <p:cNvSpPr>
            <a:spLocks noGrp="1" noRot="1" noMove="1" noResize="1" noEditPoints="1" noAdjustHandles="1" noChangeArrowheads="1" noChangeShapeType="1"/>
          </p:cNvSpPr>
          <p:nvPr>
            <p:ph type="dt" sz="half" idx="15"/>
          </p:nvPr>
        </p:nvSpPr>
        <p:spPr/>
        <p:txBody>
          <a:bodyPr/>
          <a:lstStyle/>
          <a:p>
            <a:fld id="{4A65198A-3B88-426C-B448-2C870FC562D2}" type="datetime1">
              <a:rPr lang="en-US" smtClean="0"/>
              <a:t>9/1/2026</a:t>
            </a:fld>
            <a:endParaRPr lang="en-US"/>
          </a:p>
        </p:txBody>
      </p:sp>
      <p:sp>
        <p:nvSpPr>
          <p:cNvPr id="4" name="Footer Placeholder 3">
            <a:extLst>
              <a:ext uri="{FF2B5EF4-FFF2-40B4-BE49-F238E27FC236}">
                <a16:creationId xmlns:a16="http://schemas.microsoft.com/office/drawing/2014/main" id="{403309F7-90B8-4D3B-B16F-4CDCDC1F7EAF}"/>
              </a:ext>
            </a:extLst>
          </p:cNvPr>
          <p:cNvSpPr>
            <a:spLocks noGrp="1"/>
          </p:cNvSpPr>
          <p:nvPr>
            <p:ph type="ftr" sz="quarter" idx="16"/>
          </p:nvPr>
        </p:nvSpPr>
        <p:spPr>
          <a:xfrm>
            <a:off x="6184800" y="6312529"/>
            <a:ext cx="4593600" cy="108000"/>
          </a:xfrm>
          <a:prstGeom prst="rect">
            <a:avLst/>
          </a:prstGeo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BCF2BFE6-3D68-4E6E-B1E6-E21935FFEBD4}"/>
              </a:ext>
            </a:extLst>
          </p:cNvPr>
          <p:cNvSpPr>
            <a:spLocks noGrp="1"/>
          </p:cNvSpPr>
          <p:nvPr>
            <p:ph type="sldNum" sz="quarter" idx="17"/>
          </p:nvPr>
        </p:nvSpPr>
        <p:spPr>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118596395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port A">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2A7FF08-497F-4E40-AED3-0532762F5E5B}"/>
              </a:ext>
            </a:extLst>
          </p:cNvPr>
          <p:cNvSpPr>
            <a:spLocks noGrp="1"/>
          </p:cNvSpPr>
          <p:nvPr>
            <p:ph type="title" hasCustomPrompt="1"/>
          </p:nvPr>
        </p:nvSpPr>
        <p:spPr>
          <a:xfrm>
            <a:off x="457200" y="457200"/>
            <a:ext cx="5187697" cy="914400"/>
          </a:xfrm>
        </p:spPr>
        <p:txBody>
          <a:bodyPr/>
          <a:lstStyle>
            <a:lvl1pPr>
              <a:lnSpc>
                <a:spcPct val="90000"/>
              </a:lnSpc>
              <a:defRPr sz="3600"/>
            </a:lvl1pPr>
          </a:lstStyle>
          <a:p>
            <a:r>
              <a:rPr lang="en-US"/>
              <a:t>Click to add title, two lines optional</a:t>
            </a:r>
          </a:p>
        </p:txBody>
      </p:sp>
      <p:sp>
        <p:nvSpPr>
          <p:cNvPr id="3" name="Content Placeholder 2"/>
          <p:cNvSpPr>
            <a:spLocks noGrp="1"/>
          </p:cNvSpPr>
          <p:nvPr>
            <p:ph idx="1" hasCustomPrompt="1"/>
          </p:nvPr>
        </p:nvSpPr>
        <p:spPr>
          <a:xfrm>
            <a:off x="457200" y="1828800"/>
            <a:ext cx="5548314" cy="3934800"/>
          </a:xfrm>
        </p:spPr>
        <p:txBody>
          <a:bodyPr/>
          <a:lstStyle>
            <a:lvl1pPr>
              <a:defRPr sz="1600">
                <a:solidFill>
                  <a:schemeClr val="accent2"/>
                </a:solidFill>
              </a:defRPr>
            </a:lvl1pPr>
            <a:lvl2pPr>
              <a:defRPr sz="1400">
                <a:solidFill>
                  <a:schemeClr val="accent2"/>
                </a:solidFill>
              </a:defRPr>
            </a:lvl2pPr>
            <a:lvl3pPr>
              <a:defRPr sz="1200">
                <a:solidFill>
                  <a:schemeClr val="accent2"/>
                </a:solidFill>
              </a:defRPr>
            </a:lvl3pPr>
            <a:lvl4pPr>
              <a:defRPr sz="1600">
                <a:solidFill>
                  <a:schemeClr val="accent2"/>
                </a:solidFill>
              </a:defRPr>
            </a:lvl4pPr>
            <a:lvl5pPr>
              <a:defRPr sz="1600">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lvl9pPr>
          </a:lstStyle>
          <a:p>
            <a:pPr lvl="0"/>
            <a:r>
              <a:rPr lang="en-US" noProof="0"/>
              <a:t>Click to add text                                                                                                                            Enter &amp; TAB to view next text style                                                                                                              SHIFT+TAB to view previous text style</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184900" y="1828800"/>
            <a:ext cx="2685600" cy="3934800"/>
          </a:xfrm>
        </p:spPr>
        <p:txBody>
          <a:bodyPr/>
          <a:lstStyle>
            <a:lvl1pPr>
              <a:defRPr sz="1600">
                <a:solidFill>
                  <a:schemeClr val="accent2"/>
                </a:solidFill>
              </a:defRPr>
            </a:lvl1pPr>
            <a:lvl2pPr>
              <a:defRPr sz="1400">
                <a:solidFill>
                  <a:schemeClr val="accent2"/>
                </a:solidFill>
              </a:defRPr>
            </a:lvl2pPr>
            <a:lvl3pPr>
              <a:defRPr sz="1200">
                <a:solidFill>
                  <a:schemeClr val="accent2"/>
                </a:solidFill>
              </a:defRPr>
            </a:lvl3pPr>
            <a:lvl4pPr>
              <a:defRPr sz="1600">
                <a:solidFill>
                  <a:schemeClr val="accent2"/>
                </a:solidFill>
              </a:defRPr>
            </a:lvl4pPr>
            <a:lvl5pPr>
              <a:defRPr sz="1600">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lvl9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noProof="0"/>
              <a:t>6</a:t>
            </a:r>
          </a:p>
          <a:p>
            <a:pPr lvl="6"/>
            <a:r>
              <a:rPr lang="en-US" noProof="0"/>
              <a:t>7</a:t>
            </a:r>
          </a:p>
          <a:p>
            <a:pPr lvl="7"/>
            <a:r>
              <a:rPr lang="en-US" noProof="0"/>
              <a:t>8</a:t>
            </a:r>
          </a:p>
          <a:p>
            <a:pPr lvl="8"/>
            <a:r>
              <a:rPr lang="en-US" noProof="0"/>
              <a:t>9</a:t>
            </a:r>
            <a:endParaRPr lang="en-US"/>
          </a:p>
        </p:txBody>
      </p:sp>
      <p:sp>
        <p:nvSpPr>
          <p:cNvPr id="5" name="Content Placeholder 4">
            <a:extLst>
              <a:ext uri="{FF2B5EF4-FFF2-40B4-BE49-F238E27FC236}">
                <a16:creationId xmlns:a16="http://schemas.microsoft.com/office/drawing/2014/main" id="{C725A8F3-C789-43A7-B9C7-C2E8AD06CA86}"/>
              </a:ext>
            </a:extLst>
          </p:cNvPr>
          <p:cNvSpPr>
            <a:spLocks noGrp="1"/>
          </p:cNvSpPr>
          <p:nvPr>
            <p:ph sz="quarter" idx="13" hasCustomPrompt="1"/>
          </p:nvPr>
        </p:nvSpPr>
        <p:spPr>
          <a:xfrm>
            <a:off x="9050400" y="1828800"/>
            <a:ext cx="2685600" cy="3934800"/>
          </a:xfrm>
        </p:spPr>
        <p:txBody>
          <a:bodyPr/>
          <a:lstStyle>
            <a:lvl1pPr>
              <a:defRPr sz="1600">
                <a:solidFill>
                  <a:schemeClr val="accent2"/>
                </a:solidFill>
              </a:defRPr>
            </a:lvl1pPr>
            <a:lvl2pPr>
              <a:defRPr sz="1400">
                <a:solidFill>
                  <a:schemeClr val="accent2"/>
                </a:solidFill>
              </a:defRPr>
            </a:lvl2pPr>
            <a:lvl3pPr>
              <a:defRPr sz="1200">
                <a:solidFill>
                  <a:schemeClr val="accent2"/>
                </a:solidFill>
              </a:defRPr>
            </a:lvl3pPr>
            <a:lvl4pPr>
              <a:defRPr sz="1600">
                <a:solidFill>
                  <a:schemeClr val="accent2"/>
                </a:solidFill>
              </a:defRPr>
            </a:lvl4pPr>
            <a:lvl5pPr>
              <a:defRPr sz="1600">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lvl9pPr>
          </a:lstStyle>
          <a:p>
            <a:pPr lvl="0"/>
            <a:r>
              <a:rPr lang="en-US" noProof="0"/>
              <a:t>Click to add text                                                                                                                            Enter &amp; TAB to view next text style                                                                                                              SHIFT+TAB to view previous text style</a:t>
            </a:r>
            <a:endParaRPr lang="en-US"/>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 name="Note 1 Sub 1">
            <a:extLst>
              <a:ext uri="{FF2B5EF4-FFF2-40B4-BE49-F238E27FC236}">
                <a16:creationId xmlns:a16="http://schemas.microsoft.com/office/drawing/2014/main" id="{3B607106-140F-3336-3175-16463A0591A8}"/>
              </a:ext>
            </a:extLst>
          </p:cNvPr>
          <p:cNvSpPr>
            <a:spLocks noGrp="1"/>
          </p:cNvSpPr>
          <p:nvPr>
            <p:ph type="subTitle" idx="18" hasCustomPrompt="1"/>
          </p:nvPr>
        </p:nvSpPr>
        <p:spPr>
          <a:xfrm>
            <a:off x="457200" y="5763600"/>
            <a:ext cx="11278800"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2" name="Date Placeholder 11" hidden="1">
            <a:extLst>
              <a:ext uri="{FF2B5EF4-FFF2-40B4-BE49-F238E27FC236}">
                <a16:creationId xmlns:a16="http://schemas.microsoft.com/office/drawing/2014/main" id="{89B46E72-3A7F-5AA5-7986-0B5D443D5E60}"/>
              </a:ext>
            </a:extLst>
          </p:cNvPr>
          <p:cNvSpPr>
            <a:spLocks noGrp="1" noRot="1" noMove="1" noResize="1" noEditPoints="1" noAdjustHandles="1" noChangeArrowheads="1" noChangeShapeType="1"/>
          </p:cNvSpPr>
          <p:nvPr>
            <p:ph type="dt" sz="half" idx="19"/>
          </p:nvPr>
        </p:nvSpPr>
        <p:spPr/>
        <p:txBody>
          <a:bodyPr/>
          <a:lstStyle/>
          <a:p>
            <a:fld id="{12BF0955-E111-49E5-806D-9FAAAF2C0916}" type="datetime1">
              <a:rPr lang="en-US" smtClean="0"/>
              <a:pPr/>
              <a:t>9/1/2026</a:t>
            </a:fld>
            <a:endParaRPr lang="en-US"/>
          </a:p>
        </p:txBody>
      </p:sp>
      <p:sp>
        <p:nvSpPr>
          <p:cNvPr id="13" name="Footer Placeholder 12">
            <a:extLst>
              <a:ext uri="{FF2B5EF4-FFF2-40B4-BE49-F238E27FC236}">
                <a16:creationId xmlns:a16="http://schemas.microsoft.com/office/drawing/2014/main" id="{75D69141-87D9-4AAE-F9E7-65AF613F206D}"/>
              </a:ext>
            </a:extLst>
          </p:cNvPr>
          <p:cNvSpPr>
            <a:spLocks noGrp="1"/>
          </p:cNvSpPr>
          <p:nvPr>
            <p:ph type="ftr" sz="quarter" idx="20"/>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14" name="Slide Number Placeholder 13">
            <a:extLst>
              <a:ext uri="{FF2B5EF4-FFF2-40B4-BE49-F238E27FC236}">
                <a16:creationId xmlns:a16="http://schemas.microsoft.com/office/drawing/2014/main" id="{81ADA0BC-BBD9-2A8F-7617-20AC5215B2C9}"/>
              </a:ext>
            </a:extLst>
          </p:cNvPr>
          <p:cNvSpPr>
            <a:spLocks noGrp="1"/>
          </p:cNvSpPr>
          <p:nvPr>
            <p:ph type="sldNum" sz="quarter" idx="21"/>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116146162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0F327-8516-9B76-E6C5-A70D73B8B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5D5E11-AC2D-CE0C-6212-92DB0611CFC2}"/>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4" name="Footer Placeholder 3">
            <a:extLst>
              <a:ext uri="{FF2B5EF4-FFF2-40B4-BE49-F238E27FC236}">
                <a16:creationId xmlns:a16="http://schemas.microsoft.com/office/drawing/2014/main" id="{C1A70A03-A7F5-27B6-9E8F-8D97DFCAA1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502F5E-8C20-931B-A57D-06A68B5568D7}"/>
              </a:ext>
            </a:extLst>
          </p:cNvPr>
          <p:cNvSpPr>
            <a:spLocks noGrp="1"/>
          </p:cNvSpPr>
          <p:nvPr>
            <p:ph type="sldNum" sz="quarter" idx="12"/>
          </p:nvPr>
        </p:nvSpPr>
        <p:spPr/>
        <p:txBody>
          <a:bodyPr/>
          <a:lstStyle/>
          <a:p>
            <a:fld id="{23AA811B-2EBD-4900-905E-5BE206449611}" type="slidenum">
              <a:rPr lang="en-US" smtClean="0"/>
              <a:pPr/>
              <a:t>‹#›</a:t>
            </a:fld>
            <a:endParaRPr lang="en-US"/>
          </a:p>
        </p:txBody>
      </p:sp>
    </p:spTree>
    <p:extLst>
      <p:ext uri="{BB962C8B-B14F-4D97-AF65-F5344CB8AC3E}">
        <p14:creationId xmlns:p14="http://schemas.microsoft.com/office/powerpoint/2010/main" val="11630183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Report B">
    <p:bg>
      <p:bgRef idx="1001">
        <a:schemeClr val="bg1"/>
      </p:bgRef>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CEB3A5D5-EC6B-29FB-1D6D-7980AF3A0094}"/>
              </a:ext>
            </a:extLst>
          </p:cNvPr>
          <p:cNvSpPr>
            <a:spLocks noGrp="1"/>
          </p:cNvSpPr>
          <p:nvPr>
            <p:ph type="pic" sz="quarter" idx="13" hasCustomPrompt="1"/>
          </p:nvPr>
        </p:nvSpPr>
        <p:spPr>
          <a:xfrm>
            <a:off x="0" y="0"/>
            <a:ext cx="12193200" cy="6861600"/>
          </a:xfrm>
          <a:noFill/>
        </p:spPr>
        <p:txBody>
          <a:bodyPr tIns="108000" anchor="t" anchorCtr="0"/>
          <a:lstStyle>
            <a:lvl1pPr marL="0" indent="0" algn="ctr">
              <a:buNone/>
              <a:defRPr sz="1600">
                <a:solidFill>
                  <a:schemeClr val="tx1"/>
                </a:solidFill>
              </a:defRPr>
            </a:lvl1pPr>
          </a:lstStyle>
          <a:p>
            <a:r>
              <a:rPr lang="en-US" noProof="0"/>
              <a:t>Click on frame and insert light background picture via Templafy Images</a:t>
            </a:r>
          </a:p>
        </p:txBody>
      </p:sp>
      <p:sp>
        <p:nvSpPr>
          <p:cNvPr id="16" name="Logo Placeholder 9">
            <a:extLst>
              <a:ext uri="{FF2B5EF4-FFF2-40B4-BE49-F238E27FC236}">
                <a16:creationId xmlns:a16="http://schemas.microsoft.com/office/drawing/2014/main" id="{81D45344-C42A-4D65-6390-5D71D1F74C7B}"/>
              </a:ext>
            </a:extLst>
          </p:cNvPr>
          <p:cNvSpPr>
            <a:spLocks noGrp="1"/>
          </p:cNvSpPr>
          <p:nvPr>
            <p:ph type="body" sz="quarter" idx="14" hasCustomPrompt="1"/>
          </p:nvPr>
        </p:nvSpPr>
        <p:spPr>
          <a:xfrm>
            <a:off x="457200" y="6266000"/>
            <a:ext cx="1144800" cy="138973"/>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
        <p:nvSpPr>
          <p:cNvPr id="12" name="Text Placeholder 11">
            <a:extLst>
              <a:ext uri="{FF2B5EF4-FFF2-40B4-BE49-F238E27FC236}">
                <a16:creationId xmlns:a16="http://schemas.microsoft.com/office/drawing/2014/main" id="{CE248948-8973-7C30-EF50-222B24E5C158}"/>
              </a:ext>
            </a:extLst>
          </p:cNvPr>
          <p:cNvSpPr>
            <a:spLocks noGrp="1"/>
          </p:cNvSpPr>
          <p:nvPr>
            <p:ph type="body" sz="quarter" idx="18" hasCustomPrompt="1"/>
          </p:nvPr>
        </p:nvSpPr>
        <p:spPr>
          <a:xfrm>
            <a:off x="457199" y="2743200"/>
            <a:ext cx="2685600" cy="30204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3" name="Text Placeholder 13">
            <a:extLst>
              <a:ext uri="{FF2B5EF4-FFF2-40B4-BE49-F238E27FC236}">
                <a16:creationId xmlns:a16="http://schemas.microsoft.com/office/drawing/2014/main" id="{2F90966D-4436-E3E8-6611-822B64AD4C7C}"/>
              </a:ext>
            </a:extLst>
          </p:cNvPr>
          <p:cNvSpPr>
            <a:spLocks noGrp="1"/>
          </p:cNvSpPr>
          <p:nvPr>
            <p:ph type="body" sz="quarter" idx="19" hasCustomPrompt="1"/>
          </p:nvPr>
        </p:nvSpPr>
        <p:spPr>
          <a:xfrm>
            <a:off x="3324283" y="2743200"/>
            <a:ext cx="2685600" cy="30204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4" name="Text Placeholder 15">
            <a:extLst>
              <a:ext uri="{FF2B5EF4-FFF2-40B4-BE49-F238E27FC236}">
                <a16:creationId xmlns:a16="http://schemas.microsoft.com/office/drawing/2014/main" id="{A1DB129B-678F-2302-2DFE-83E43D4D238E}"/>
              </a:ext>
            </a:extLst>
          </p:cNvPr>
          <p:cNvSpPr>
            <a:spLocks noGrp="1"/>
          </p:cNvSpPr>
          <p:nvPr>
            <p:ph type="body" sz="quarter" idx="20" hasCustomPrompt="1"/>
          </p:nvPr>
        </p:nvSpPr>
        <p:spPr>
          <a:xfrm>
            <a:off x="6184415" y="2743200"/>
            <a:ext cx="2684948" cy="30204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5" name="Text Placeholder 17">
            <a:extLst>
              <a:ext uri="{FF2B5EF4-FFF2-40B4-BE49-F238E27FC236}">
                <a16:creationId xmlns:a16="http://schemas.microsoft.com/office/drawing/2014/main" id="{4C9833D7-4AFA-2B9E-ACAF-4CAB4D73C0CF}"/>
              </a:ext>
            </a:extLst>
          </p:cNvPr>
          <p:cNvSpPr>
            <a:spLocks noGrp="1"/>
          </p:cNvSpPr>
          <p:nvPr>
            <p:ph type="body" sz="quarter" idx="21" hasCustomPrompt="1"/>
          </p:nvPr>
        </p:nvSpPr>
        <p:spPr>
          <a:xfrm>
            <a:off x="9050337" y="2743200"/>
            <a:ext cx="2685600" cy="30204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vl6pPr>
              <a:defRPr>
                <a:solidFill>
                  <a:schemeClr val="accent2"/>
                </a:solidFill>
              </a:defRPr>
            </a:lvl6pPr>
            <a:lvl7pPr>
              <a:defRPr>
                <a:solidFill>
                  <a:schemeClr val="accent2"/>
                </a:solidFill>
              </a:defRPr>
            </a:lvl7pPr>
            <a:lvl8pPr>
              <a:defRPr>
                <a:solidFill>
                  <a:schemeClr val="accent2"/>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1" name="Note 1 Sub 1">
            <a:extLst>
              <a:ext uri="{FF2B5EF4-FFF2-40B4-BE49-F238E27FC236}">
                <a16:creationId xmlns:a16="http://schemas.microsoft.com/office/drawing/2014/main" id="{23E60EEA-853C-5D7A-3A0A-84B5530408C7}"/>
              </a:ext>
            </a:extLst>
          </p:cNvPr>
          <p:cNvSpPr>
            <a:spLocks noGrp="1"/>
          </p:cNvSpPr>
          <p:nvPr>
            <p:ph type="subTitle" idx="25" hasCustomPrompt="1"/>
          </p:nvPr>
        </p:nvSpPr>
        <p:spPr>
          <a:xfrm>
            <a:off x="457200" y="5763600"/>
            <a:ext cx="11278800" cy="180000"/>
          </a:xfrm>
        </p:spPr>
        <p:txBody>
          <a:bodyPr anchor="b" anchorCtr="0"/>
          <a:lstStyle>
            <a:lvl1pPr marL="0" indent="0" algn="l">
              <a:spcBef>
                <a:spcPts val="0"/>
              </a:spcBef>
              <a:buFont typeface="Arial" panose="020B0604020202020204" pitchFamily="34" charset="0"/>
              <a:buChar char="​"/>
              <a:defRPr sz="700">
                <a:solidFill>
                  <a:schemeClr val="accent2"/>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7" name="Date Placeholder 16" hidden="1">
            <a:extLst>
              <a:ext uri="{FF2B5EF4-FFF2-40B4-BE49-F238E27FC236}">
                <a16:creationId xmlns:a16="http://schemas.microsoft.com/office/drawing/2014/main" id="{B93A5E08-31B2-41D4-E149-8B55E1C29722}"/>
              </a:ext>
            </a:extLst>
          </p:cNvPr>
          <p:cNvSpPr>
            <a:spLocks noGrp="1" noRot="1" noMove="1" noResize="1" noEditPoints="1" noAdjustHandles="1" noChangeArrowheads="1" noChangeShapeType="1"/>
          </p:cNvSpPr>
          <p:nvPr>
            <p:ph type="dt" sz="half" idx="22"/>
          </p:nvPr>
        </p:nvSpPr>
        <p:spPr/>
        <p:txBody>
          <a:bodyPr/>
          <a:lstStyle/>
          <a:p>
            <a:fld id="{12BF0955-E111-49E5-806D-9FAAAF2C0916}" type="datetime1">
              <a:rPr lang="en-US" smtClean="0"/>
              <a:pPr/>
              <a:t>9/1/2026</a:t>
            </a:fld>
            <a:endParaRPr lang="en-US"/>
          </a:p>
        </p:txBody>
      </p:sp>
      <p:sp>
        <p:nvSpPr>
          <p:cNvPr id="18" name="Footer Placeholder 17">
            <a:extLst>
              <a:ext uri="{FF2B5EF4-FFF2-40B4-BE49-F238E27FC236}">
                <a16:creationId xmlns:a16="http://schemas.microsoft.com/office/drawing/2014/main" id="{0FB1DF55-9E9D-945C-E0CA-D869F8CC5DD9}"/>
              </a:ext>
            </a:extLst>
          </p:cNvPr>
          <p:cNvSpPr>
            <a:spLocks noGrp="1"/>
          </p:cNvSpPr>
          <p:nvPr>
            <p:ph type="ftr" sz="quarter" idx="23"/>
          </p:nvPr>
        </p:nvSpPr>
        <p:spPr>
          <a:xfrm>
            <a:off x="6184800" y="6312529"/>
            <a:ext cx="4593600" cy="108000"/>
          </a:xfrm>
          <a:prstGeom prst="rect">
            <a:avLst/>
          </a:prstGeom>
        </p:spPr>
        <p:txBody>
          <a:bodyPr/>
          <a:lstStyle>
            <a:lvl1pPr>
              <a:defRPr>
                <a:solidFill>
                  <a:schemeClr val="accent2"/>
                </a:solidFill>
              </a:defRPr>
            </a:lvl1pPr>
          </a:lstStyle>
          <a:p>
            <a:endParaRPr lang="en-US"/>
          </a:p>
        </p:txBody>
      </p:sp>
      <p:sp>
        <p:nvSpPr>
          <p:cNvPr id="19" name="Slide Number Placeholder 18">
            <a:extLst>
              <a:ext uri="{FF2B5EF4-FFF2-40B4-BE49-F238E27FC236}">
                <a16:creationId xmlns:a16="http://schemas.microsoft.com/office/drawing/2014/main" id="{F15EA735-3A90-A9D7-E1BC-F2BE7635644C}"/>
              </a:ext>
            </a:extLst>
          </p:cNvPr>
          <p:cNvSpPr>
            <a:spLocks noGrp="1"/>
          </p:cNvSpPr>
          <p:nvPr>
            <p:ph type="sldNum" sz="quarter" idx="24"/>
          </p:nvPr>
        </p:nvSpPr>
        <p:spPr>
          <a:xfrm>
            <a:off x="10958400" y="6312529"/>
            <a:ext cx="774000" cy="108000"/>
          </a:xfrm>
          <a:prstGeom prst="rect">
            <a:avLst/>
          </a:prstGeom>
        </p:spPr>
        <p:txBody>
          <a:bodyPr/>
          <a:lstStyle>
            <a:lvl1pPr>
              <a:defRPr>
                <a:solidFill>
                  <a:schemeClr val="accent2"/>
                </a:solidFill>
              </a:defRPr>
            </a:lvl1pPr>
          </a:lstStyle>
          <a:p>
            <a:fld id="{23AA811B-2EBD-4900-905E-5BE206449611}" type="slidenum">
              <a:rPr lang="en-US" smtClean="0"/>
              <a:pPr/>
              <a:t>‹#›</a:t>
            </a:fld>
            <a:endParaRPr lang="en-US"/>
          </a:p>
        </p:txBody>
      </p:sp>
      <p:sp>
        <p:nvSpPr>
          <p:cNvPr id="3" name="Title 1">
            <a:extLst>
              <a:ext uri="{FF2B5EF4-FFF2-40B4-BE49-F238E27FC236}">
                <a16:creationId xmlns:a16="http://schemas.microsoft.com/office/drawing/2014/main" id="{2196BED3-B0E8-BAB1-BE3F-D3833F541581}"/>
              </a:ext>
            </a:extLst>
          </p:cNvPr>
          <p:cNvSpPr>
            <a:spLocks noGrp="1"/>
          </p:cNvSpPr>
          <p:nvPr>
            <p:ph type="title" hasCustomPrompt="1"/>
          </p:nvPr>
        </p:nvSpPr>
        <p:spPr>
          <a:xfrm>
            <a:off x="457200" y="457200"/>
            <a:ext cx="5187697" cy="914400"/>
          </a:xfrm>
        </p:spPr>
        <p:txBody>
          <a:bodyPr/>
          <a:lstStyle>
            <a:lvl1pPr>
              <a:lnSpc>
                <a:spcPct val="90000"/>
              </a:lnSpc>
              <a:defRPr sz="3600"/>
            </a:lvl1pPr>
          </a:lstStyle>
          <a:p>
            <a:r>
              <a:rPr lang="en-US"/>
              <a:t>Click to add title, two lines optional</a:t>
            </a:r>
          </a:p>
        </p:txBody>
      </p:sp>
    </p:spTree>
    <p:extLst>
      <p:ext uri="{BB962C8B-B14F-4D97-AF65-F5344CB8AC3E}">
        <p14:creationId xmlns:p14="http://schemas.microsoft.com/office/powerpoint/2010/main" val="1061809177"/>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eport C">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F4164B-E3B7-2647-6166-D697CDEB6AD1}"/>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pic>
        <p:nvPicPr>
          <p:cNvPr id="6" name="Logo">
            <a:extLst>
              <a:ext uri="{FF2B5EF4-FFF2-40B4-BE49-F238E27FC236}">
                <a16:creationId xmlns:a16="http://schemas.microsoft.com/office/drawing/2014/main" id="{935E5A5E-EEC0-2CD1-F188-857C1C794C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7200" y="6266000"/>
            <a:ext cx="1144800" cy="138973"/>
          </a:xfrm>
          <a:prstGeom prst="rect">
            <a:avLst/>
          </a:prstGeom>
        </p:spPr>
      </p:pic>
      <p:sp>
        <p:nvSpPr>
          <p:cNvPr id="12" name="Text Placeholder 11">
            <a:extLst>
              <a:ext uri="{FF2B5EF4-FFF2-40B4-BE49-F238E27FC236}">
                <a16:creationId xmlns:a16="http://schemas.microsoft.com/office/drawing/2014/main" id="{CE248948-8973-7C30-EF50-222B24E5C158}"/>
              </a:ext>
            </a:extLst>
          </p:cNvPr>
          <p:cNvSpPr>
            <a:spLocks noGrp="1"/>
          </p:cNvSpPr>
          <p:nvPr>
            <p:ph type="body" sz="quarter" idx="18" hasCustomPrompt="1"/>
          </p:nvPr>
        </p:nvSpPr>
        <p:spPr bwMode="white">
          <a:xfrm>
            <a:off x="457200" y="2743200"/>
            <a:ext cx="2685600" cy="302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3" name="Text Placeholder 13">
            <a:extLst>
              <a:ext uri="{FF2B5EF4-FFF2-40B4-BE49-F238E27FC236}">
                <a16:creationId xmlns:a16="http://schemas.microsoft.com/office/drawing/2014/main" id="{2F90966D-4436-E3E8-6611-822B64AD4C7C}"/>
              </a:ext>
            </a:extLst>
          </p:cNvPr>
          <p:cNvSpPr>
            <a:spLocks noGrp="1"/>
          </p:cNvSpPr>
          <p:nvPr>
            <p:ph type="body" sz="quarter" idx="19" hasCustomPrompt="1"/>
          </p:nvPr>
        </p:nvSpPr>
        <p:spPr bwMode="white">
          <a:xfrm>
            <a:off x="3354838" y="2743200"/>
            <a:ext cx="2685600" cy="302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4" name="Text Placeholder 15">
            <a:extLst>
              <a:ext uri="{FF2B5EF4-FFF2-40B4-BE49-F238E27FC236}">
                <a16:creationId xmlns:a16="http://schemas.microsoft.com/office/drawing/2014/main" id="{A1DB129B-678F-2302-2DFE-83E43D4D238E}"/>
              </a:ext>
            </a:extLst>
          </p:cNvPr>
          <p:cNvSpPr>
            <a:spLocks noGrp="1"/>
          </p:cNvSpPr>
          <p:nvPr>
            <p:ph type="body" sz="quarter" idx="20" hasCustomPrompt="1"/>
          </p:nvPr>
        </p:nvSpPr>
        <p:spPr bwMode="white">
          <a:xfrm>
            <a:off x="6183763" y="2743200"/>
            <a:ext cx="2685600" cy="302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5" name="Text Placeholder 17">
            <a:extLst>
              <a:ext uri="{FF2B5EF4-FFF2-40B4-BE49-F238E27FC236}">
                <a16:creationId xmlns:a16="http://schemas.microsoft.com/office/drawing/2014/main" id="{4C9833D7-4AFA-2B9E-ACAF-4CAB4D73C0CF}"/>
              </a:ext>
            </a:extLst>
          </p:cNvPr>
          <p:cNvSpPr>
            <a:spLocks noGrp="1"/>
          </p:cNvSpPr>
          <p:nvPr>
            <p:ph type="body" sz="quarter" idx="21" hasCustomPrompt="1"/>
          </p:nvPr>
        </p:nvSpPr>
        <p:spPr bwMode="white">
          <a:xfrm>
            <a:off x="9050338" y="2743200"/>
            <a:ext cx="2685600" cy="302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1" name="Note 1 Sub 1">
            <a:extLst>
              <a:ext uri="{FF2B5EF4-FFF2-40B4-BE49-F238E27FC236}">
                <a16:creationId xmlns:a16="http://schemas.microsoft.com/office/drawing/2014/main" id="{23E60EEA-853C-5D7A-3A0A-84B5530408C7}"/>
              </a:ext>
            </a:extLst>
          </p:cNvPr>
          <p:cNvSpPr>
            <a:spLocks noGrp="1"/>
          </p:cNvSpPr>
          <p:nvPr>
            <p:ph type="subTitle" idx="25" hasCustomPrompt="1"/>
          </p:nvPr>
        </p:nvSpPr>
        <p:spPr bwMode="white">
          <a:xfrm>
            <a:off x="457200" y="5763600"/>
            <a:ext cx="11278800" cy="180000"/>
          </a:xfrm>
        </p:spPr>
        <p:txBody>
          <a:bodyPr anchor="b" anchorCtr="0"/>
          <a:lstStyle>
            <a:lvl1pPr marL="0" indent="0" algn="l">
              <a:spcBef>
                <a:spcPts val="0"/>
              </a:spcBef>
              <a:buFont typeface="Arial" panose="020B0604020202020204" pitchFamily="34" charset="0"/>
              <a:buChar char="​"/>
              <a:defRPr sz="700">
                <a:solidFill>
                  <a:schemeClr val="tx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7" name="Date Placeholder 16" hidden="1">
            <a:extLst>
              <a:ext uri="{FF2B5EF4-FFF2-40B4-BE49-F238E27FC236}">
                <a16:creationId xmlns:a16="http://schemas.microsoft.com/office/drawing/2014/main" id="{B93A5E08-31B2-41D4-E149-8B55E1C29722}"/>
              </a:ext>
            </a:extLst>
          </p:cNvPr>
          <p:cNvSpPr>
            <a:spLocks noGrp="1" noRot="1" noMove="1" noResize="1" noEditPoints="1" noAdjustHandles="1" noChangeArrowheads="1" noChangeShapeType="1"/>
          </p:cNvSpPr>
          <p:nvPr>
            <p:ph type="dt" sz="half" idx="22"/>
          </p:nvPr>
        </p:nvSpPr>
        <p:spPr/>
        <p:txBody>
          <a:bodyPr/>
          <a:lstStyle/>
          <a:p>
            <a:fld id="{12BF0955-E111-49E5-806D-9FAAAF2C0916}" type="datetime1">
              <a:rPr lang="en-US" smtClean="0"/>
              <a:pPr/>
              <a:t>9/1/2026</a:t>
            </a:fld>
            <a:endParaRPr lang="en-US"/>
          </a:p>
        </p:txBody>
      </p:sp>
      <p:sp>
        <p:nvSpPr>
          <p:cNvPr id="18" name="Footer Placeholder 17">
            <a:extLst>
              <a:ext uri="{FF2B5EF4-FFF2-40B4-BE49-F238E27FC236}">
                <a16:creationId xmlns:a16="http://schemas.microsoft.com/office/drawing/2014/main" id="{0FB1DF55-9E9D-945C-E0CA-D869F8CC5DD9}"/>
              </a:ext>
            </a:extLst>
          </p:cNvPr>
          <p:cNvSpPr>
            <a:spLocks noGrp="1"/>
          </p:cNvSpPr>
          <p:nvPr>
            <p:ph type="ftr" sz="quarter" idx="23"/>
          </p:nvPr>
        </p:nvSpPr>
        <p:spPr bwMode="white">
          <a:xfrm>
            <a:off x="6184800" y="6312529"/>
            <a:ext cx="4593600" cy="108000"/>
          </a:xfrm>
          <a:prstGeom prst="rect">
            <a:avLst/>
          </a:prstGeom>
        </p:spPr>
        <p:txBody>
          <a:bodyPr/>
          <a:lstStyle>
            <a:lvl1pPr>
              <a:defRPr>
                <a:solidFill>
                  <a:schemeClr val="tx1"/>
                </a:solidFill>
              </a:defRPr>
            </a:lvl1pPr>
          </a:lstStyle>
          <a:p>
            <a:endParaRPr lang="en-US"/>
          </a:p>
        </p:txBody>
      </p:sp>
      <p:sp>
        <p:nvSpPr>
          <p:cNvPr id="19" name="Slide Number Placeholder 18">
            <a:extLst>
              <a:ext uri="{FF2B5EF4-FFF2-40B4-BE49-F238E27FC236}">
                <a16:creationId xmlns:a16="http://schemas.microsoft.com/office/drawing/2014/main" id="{F15EA735-3A90-A9D7-E1BC-F2BE7635644C}"/>
              </a:ext>
            </a:extLst>
          </p:cNvPr>
          <p:cNvSpPr>
            <a:spLocks noGrp="1"/>
          </p:cNvSpPr>
          <p:nvPr>
            <p:ph type="sldNum" sz="quarter" idx="24"/>
          </p:nvPr>
        </p:nvSpPr>
        <p:spPr bwMode="white">
          <a:xfrm>
            <a:off x="10958400" y="6312529"/>
            <a:ext cx="774000" cy="108000"/>
          </a:xfrm>
          <a:prstGeom prst="rect">
            <a:avLst/>
          </a:prstGeom>
        </p:spPr>
        <p:txBody>
          <a:bodyPr/>
          <a:lstStyle>
            <a:lvl1pPr>
              <a:defRPr>
                <a:solidFill>
                  <a:schemeClr val="tx1"/>
                </a:solidFill>
              </a:defRPr>
            </a:lvl1pPr>
          </a:lstStyle>
          <a:p>
            <a:fld id="{23AA811B-2EBD-4900-905E-5BE206449611}" type="slidenum">
              <a:rPr lang="en-US" smtClean="0"/>
              <a:pPr/>
              <a:t>‹#›</a:t>
            </a:fld>
            <a:endParaRPr lang="en-US"/>
          </a:p>
        </p:txBody>
      </p:sp>
      <p:sp>
        <p:nvSpPr>
          <p:cNvPr id="3" name="Title 1">
            <a:extLst>
              <a:ext uri="{FF2B5EF4-FFF2-40B4-BE49-F238E27FC236}">
                <a16:creationId xmlns:a16="http://schemas.microsoft.com/office/drawing/2014/main" id="{F087D7D3-77A7-E31E-5620-9C33844D563B}"/>
              </a:ext>
            </a:extLst>
          </p:cNvPr>
          <p:cNvSpPr>
            <a:spLocks noGrp="1"/>
          </p:cNvSpPr>
          <p:nvPr>
            <p:ph type="title" hasCustomPrompt="1"/>
          </p:nvPr>
        </p:nvSpPr>
        <p:spPr>
          <a:xfrm>
            <a:off x="457200" y="457200"/>
            <a:ext cx="5187697" cy="914400"/>
          </a:xfrm>
        </p:spPr>
        <p:txBody>
          <a:bodyPr/>
          <a:lstStyle>
            <a:lvl1pPr>
              <a:lnSpc>
                <a:spcPct val="90000"/>
              </a:lnSpc>
              <a:defRPr sz="3600">
                <a:solidFill>
                  <a:schemeClr val="tx1"/>
                </a:solidFill>
              </a:defRPr>
            </a:lvl1pPr>
          </a:lstStyle>
          <a:p>
            <a:r>
              <a:rPr lang="en-US"/>
              <a:t>Click to add title, two lines optional</a:t>
            </a:r>
          </a:p>
        </p:txBody>
      </p:sp>
    </p:spTree>
    <p:extLst>
      <p:ext uri="{BB962C8B-B14F-4D97-AF65-F5344CB8AC3E}">
        <p14:creationId xmlns:p14="http://schemas.microsoft.com/office/powerpoint/2010/main" val="2819416612"/>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Report D">
    <p:bg>
      <p:bgPr>
        <a:solidFill>
          <a:schemeClr val="bg2"/>
        </a:solidFill>
        <a:effectLst/>
      </p:bgPr>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CEB3A5D5-EC6B-29FB-1D6D-7980AF3A0094}"/>
              </a:ext>
            </a:extLst>
          </p:cNvPr>
          <p:cNvSpPr>
            <a:spLocks noGrp="1"/>
          </p:cNvSpPr>
          <p:nvPr>
            <p:ph type="pic" sz="quarter" idx="13" hasCustomPrompt="1"/>
          </p:nvPr>
        </p:nvSpPr>
        <p:spPr>
          <a:xfrm>
            <a:off x="0" y="0"/>
            <a:ext cx="12193200" cy="6861600"/>
          </a:xfrm>
        </p:spPr>
        <p:txBody>
          <a:bodyPr tIns="108000" anchor="t" anchorCtr="0"/>
          <a:lstStyle>
            <a:lvl1pPr marL="0" indent="0" algn="ctr">
              <a:buNone/>
              <a:defRPr sz="1600">
                <a:solidFill>
                  <a:schemeClr val="tx1"/>
                </a:solidFill>
              </a:defRPr>
            </a:lvl1pPr>
          </a:lstStyle>
          <a:p>
            <a:r>
              <a:rPr lang="en-US" noProof="0"/>
              <a:t>Click on frame and insert dark background picture via Templafy Images</a:t>
            </a:r>
          </a:p>
        </p:txBody>
      </p:sp>
      <p:sp>
        <p:nvSpPr>
          <p:cNvPr id="16" name="Logo Placeholder 9">
            <a:extLst>
              <a:ext uri="{FF2B5EF4-FFF2-40B4-BE49-F238E27FC236}">
                <a16:creationId xmlns:a16="http://schemas.microsoft.com/office/drawing/2014/main" id="{81D45344-C42A-4D65-6390-5D71D1F74C7B}"/>
              </a:ext>
            </a:extLst>
          </p:cNvPr>
          <p:cNvSpPr>
            <a:spLocks noGrp="1"/>
          </p:cNvSpPr>
          <p:nvPr>
            <p:ph type="body" sz="quarter" idx="14" hasCustomPrompt="1"/>
          </p:nvPr>
        </p:nvSpPr>
        <p:spPr>
          <a:xfrm>
            <a:off x="457200" y="6266000"/>
            <a:ext cx="1144800" cy="138973"/>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noProof="0"/>
              <a:t>.</a:t>
            </a:r>
          </a:p>
        </p:txBody>
      </p:sp>
      <p:sp>
        <p:nvSpPr>
          <p:cNvPr id="12" name="Text Placeholder 11">
            <a:extLst>
              <a:ext uri="{FF2B5EF4-FFF2-40B4-BE49-F238E27FC236}">
                <a16:creationId xmlns:a16="http://schemas.microsoft.com/office/drawing/2014/main" id="{CE248948-8973-7C30-EF50-222B24E5C158}"/>
              </a:ext>
            </a:extLst>
          </p:cNvPr>
          <p:cNvSpPr>
            <a:spLocks noGrp="1"/>
          </p:cNvSpPr>
          <p:nvPr>
            <p:ph type="body" sz="quarter" idx="18" hasCustomPrompt="1"/>
          </p:nvPr>
        </p:nvSpPr>
        <p:spPr>
          <a:xfrm>
            <a:off x="457200" y="2743200"/>
            <a:ext cx="2685600" cy="3020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3" name="Text Placeholder 13">
            <a:extLst>
              <a:ext uri="{FF2B5EF4-FFF2-40B4-BE49-F238E27FC236}">
                <a16:creationId xmlns:a16="http://schemas.microsoft.com/office/drawing/2014/main" id="{2F90966D-4436-E3E8-6611-822B64AD4C7C}"/>
              </a:ext>
            </a:extLst>
          </p:cNvPr>
          <p:cNvSpPr>
            <a:spLocks noGrp="1"/>
          </p:cNvSpPr>
          <p:nvPr>
            <p:ph type="body" sz="quarter" idx="19" hasCustomPrompt="1"/>
          </p:nvPr>
        </p:nvSpPr>
        <p:spPr>
          <a:xfrm>
            <a:off x="3322183" y="2743200"/>
            <a:ext cx="2685600" cy="3020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4" name="Text Placeholder 15">
            <a:extLst>
              <a:ext uri="{FF2B5EF4-FFF2-40B4-BE49-F238E27FC236}">
                <a16:creationId xmlns:a16="http://schemas.microsoft.com/office/drawing/2014/main" id="{A1DB129B-678F-2302-2DFE-83E43D4D238E}"/>
              </a:ext>
            </a:extLst>
          </p:cNvPr>
          <p:cNvSpPr>
            <a:spLocks noGrp="1"/>
          </p:cNvSpPr>
          <p:nvPr>
            <p:ph type="body" sz="quarter" idx="20" hasCustomPrompt="1"/>
          </p:nvPr>
        </p:nvSpPr>
        <p:spPr>
          <a:xfrm>
            <a:off x="6185940" y="2743200"/>
            <a:ext cx="2685600" cy="3020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15" name="Text Placeholder 17">
            <a:extLst>
              <a:ext uri="{FF2B5EF4-FFF2-40B4-BE49-F238E27FC236}">
                <a16:creationId xmlns:a16="http://schemas.microsoft.com/office/drawing/2014/main" id="{4C9833D7-4AFA-2B9E-ACAF-4CAB4D73C0CF}"/>
              </a:ext>
            </a:extLst>
          </p:cNvPr>
          <p:cNvSpPr>
            <a:spLocks noGrp="1"/>
          </p:cNvSpPr>
          <p:nvPr>
            <p:ph type="body" sz="quarter" idx="21" hasCustomPrompt="1"/>
          </p:nvPr>
        </p:nvSpPr>
        <p:spPr>
          <a:xfrm>
            <a:off x="9050338" y="2743200"/>
            <a:ext cx="2685600" cy="3020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sz="4000">
                <a:solidFill>
                  <a:schemeClr val="accent3"/>
                </a:solidFill>
              </a:defRPr>
            </a:lvl9pPr>
          </a:lstStyle>
          <a:p>
            <a:pPr lvl="0"/>
            <a:r>
              <a:rPr lang="en-US"/>
              <a:t>Click to add text          Enter &amp; TAB to view next text style         SHIFT+TAB to view previous text style</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p>
        </p:txBody>
      </p:sp>
      <p:sp>
        <p:nvSpPr>
          <p:cNvPr id="21" name="Note 1 Sub 1">
            <a:extLst>
              <a:ext uri="{FF2B5EF4-FFF2-40B4-BE49-F238E27FC236}">
                <a16:creationId xmlns:a16="http://schemas.microsoft.com/office/drawing/2014/main" id="{23E60EEA-853C-5D7A-3A0A-84B5530408C7}"/>
              </a:ext>
            </a:extLst>
          </p:cNvPr>
          <p:cNvSpPr>
            <a:spLocks noGrp="1"/>
          </p:cNvSpPr>
          <p:nvPr>
            <p:ph type="subTitle" idx="25" hasCustomPrompt="1"/>
          </p:nvPr>
        </p:nvSpPr>
        <p:spPr>
          <a:xfrm>
            <a:off x="457200" y="5763600"/>
            <a:ext cx="11278800" cy="180000"/>
          </a:xfrm>
        </p:spPr>
        <p:txBody>
          <a:bodyPr anchor="b" anchorCtr="0"/>
          <a:lstStyle>
            <a:lvl1pPr marL="0" indent="0" algn="l">
              <a:spcBef>
                <a:spcPts val="0"/>
              </a:spcBef>
              <a:buFont typeface="Arial" panose="020B0604020202020204" pitchFamily="34" charset="0"/>
              <a:buChar char="​"/>
              <a:defRPr sz="700">
                <a:solidFill>
                  <a:schemeClr val="bg1"/>
                </a:solidFill>
              </a:defRPr>
            </a:lvl1pPr>
            <a:lvl2pPr marL="800100" indent="-342900" algn="l">
              <a:buFont typeface="Arial" panose="020B0604020202020204" pitchFamily="34" charset="0"/>
              <a:buChar char="•"/>
              <a:defRPr sz="2000"/>
            </a:lvl2pPr>
            <a:lvl3pPr marL="1200150" indent="-285750" algn="l">
              <a:buFont typeface="Arial" panose="020B0604020202020204" pitchFamily="34" charset="0"/>
              <a:buChar char="•"/>
              <a:defRPr sz="2000"/>
            </a:lvl3pPr>
            <a:lvl4pPr marL="1657350" indent="-285750" algn="l">
              <a:buFont typeface="Arial" panose="020B0604020202020204" pitchFamily="34" charset="0"/>
              <a:buChar char="•"/>
              <a:defRPr sz="2000"/>
            </a:lvl4pPr>
            <a:lvl5pPr marL="2114550" indent="-285750" algn="l">
              <a:buFont typeface="Arial" panose="020B0604020202020204" pitchFamily="34" charset="0"/>
              <a:buChar char="•"/>
              <a:defRPr sz="2000"/>
            </a:lvl5pPr>
            <a:lvl6pPr marL="2571750" indent="-285750" algn="l">
              <a:buFont typeface="Arial" panose="020B0604020202020204" pitchFamily="34" charset="0"/>
              <a:buChar char="•"/>
              <a:defRPr sz="2000"/>
            </a:lvl6pPr>
            <a:lvl7pPr marL="3028950" indent="-285750" algn="l">
              <a:buFont typeface="Arial" panose="020B0604020202020204" pitchFamily="34" charset="0"/>
              <a:buChar char="•"/>
              <a:defRPr sz="2000"/>
            </a:lvl7pPr>
            <a:lvl8pPr marL="3486150" indent="-285750" algn="l">
              <a:buFont typeface="Arial" panose="020B0604020202020204" pitchFamily="34" charset="0"/>
              <a:buChar char="•"/>
              <a:defRPr sz="2000"/>
            </a:lvl8pPr>
            <a:lvl9pPr marL="3943350" indent="-285750" algn="l">
              <a:buFont typeface="Arial" panose="020B0604020202020204" pitchFamily="34" charset="0"/>
              <a:buChar char="•"/>
              <a:defRPr sz="2000"/>
            </a:lvl9pPr>
          </a:lstStyle>
          <a:p>
            <a:r>
              <a:rPr lang="en-US" noProof="0"/>
              <a:t>Click to add source or note</a:t>
            </a:r>
          </a:p>
        </p:txBody>
      </p:sp>
      <p:sp>
        <p:nvSpPr>
          <p:cNvPr id="17" name="Date Placeholder 16" hidden="1">
            <a:extLst>
              <a:ext uri="{FF2B5EF4-FFF2-40B4-BE49-F238E27FC236}">
                <a16:creationId xmlns:a16="http://schemas.microsoft.com/office/drawing/2014/main" id="{B93A5E08-31B2-41D4-E149-8B55E1C29722}"/>
              </a:ext>
            </a:extLst>
          </p:cNvPr>
          <p:cNvSpPr>
            <a:spLocks noGrp="1" noRot="1" noMove="1" noResize="1" noEditPoints="1" noAdjustHandles="1" noChangeArrowheads="1" noChangeShapeType="1"/>
          </p:cNvSpPr>
          <p:nvPr>
            <p:ph type="dt" sz="half" idx="22"/>
          </p:nvPr>
        </p:nvSpPr>
        <p:spPr/>
        <p:txBody>
          <a:bodyPr/>
          <a:lstStyle/>
          <a:p>
            <a:fld id="{12BF0955-E111-49E5-806D-9FAAAF2C0916}" type="datetime1">
              <a:rPr lang="en-US" smtClean="0"/>
              <a:pPr/>
              <a:t>9/1/2026</a:t>
            </a:fld>
            <a:endParaRPr lang="en-US"/>
          </a:p>
        </p:txBody>
      </p:sp>
      <p:sp>
        <p:nvSpPr>
          <p:cNvPr id="18" name="Footer Placeholder 17">
            <a:extLst>
              <a:ext uri="{FF2B5EF4-FFF2-40B4-BE49-F238E27FC236}">
                <a16:creationId xmlns:a16="http://schemas.microsoft.com/office/drawing/2014/main" id="{0FB1DF55-9E9D-945C-E0CA-D869F8CC5DD9}"/>
              </a:ext>
            </a:extLst>
          </p:cNvPr>
          <p:cNvSpPr>
            <a:spLocks noGrp="1"/>
          </p:cNvSpPr>
          <p:nvPr>
            <p:ph type="ftr" sz="quarter" idx="23"/>
          </p:nvPr>
        </p:nvSpPr>
        <p:spPr>
          <a:xfrm>
            <a:off x="6184800" y="6312529"/>
            <a:ext cx="4593600" cy="108000"/>
          </a:xfrm>
          <a:prstGeom prst="rect">
            <a:avLst/>
          </a:prstGeom>
        </p:spPr>
        <p:txBody>
          <a:bodyPr/>
          <a:lstStyle>
            <a:lvl1pPr>
              <a:defRPr>
                <a:solidFill>
                  <a:schemeClr val="bg1"/>
                </a:solidFill>
              </a:defRPr>
            </a:lvl1pPr>
          </a:lstStyle>
          <a:p>
            <a:endParaRPr lang="en-US"/>
          </a:p>
        </p:txBody>
      </p:sp>
      <p:sp>
        <p:nvSpPr>
          <p:cNvPr id="19" name="Slide Number Placeholder 18">
            <a:extLst>
              <a:ext uri="{FF2B5EF4-FFF2-40B4-BE49-F238E27FC236}">
                <a16:creationId xmlns:a16="http://schemas.microsoft.com/office/drawing/2014/main" id="{F15EA735-3A90-A9D7-E1BC-F2BE7635644C}"/>
              </a:ext>
            </a:extLst>
          </p:cNvPr>
          <p:cNvSpPr>
            <a:spLocks noGrp="1"/>
          </p:cNvSpPr>
          <p:nvPr>
            <p:ph type="sldNum" sz="quarter" idx="24"/>
          </p:nvPr>
        </p:nvSpPr>
        <p:spPr>
          <a:xfrm>
            <a:off x="10958400" y="6312529"/>
            <a:ext cx="774000" cy="108000"/>
          </a:xfrm>
          <a:prstGeom prst="rect">
            <a:avLst/>
          </a:prstGeom>
        </p:spPr>
        <p:txBody>
          <a:bodyPr/>
          <a:lstStyle>
            <a:lvl1pPr>
              <a:defRPr>
                <a:solidFill>
                  <a:schemeClr val="bg1"/>
                </a:solidFill>
              </a:defRPr>
            </a:lvl1pPr>
          </a:lstStyle>
          <a:p>
            <a:fld id="{23AA811B-2EBD-4900-905E-5BE206449611}" type="slidenum">
              <a:rPr lang="en-US" smtClean="0"/>
              <a:pPr/>
              <a:t>‹#›</a:t>
            </a:fld>
            <a:endParaRPr lang="en-US"/>
          </a:p>
        </p:txBody>
      </p:sp>
      <p:sp>
        <p:nvSpPr>
          <p:cNvPr id="3" name="Title 1">
            <a:extLst>
              <a:ext uri="{FF2B5EF4-FFF2-40B4-BE49-F238E27FC236}">
                <a16:creationId xmlns:a16="http://schemas.microsoft.com/office/drawing/2014/main" id="{00D4E1EE-1242-874C-66B7-8C1E73BAF53E}"/>
              </a:ext>
            </a:extLst>
          </p:cNvPr>
          <p:cNvSpPr>
            <a:spLocks noGrp="1"/>
          </p:cNvSpPr>
          <p:nvPr>
            <p:ph type="title" hasCustomPrompt="1"/>
          </p:nvPr>
        </p:nvSpPr>
        <p:spPr>
          <a:xfrm>
            <a:off x="457200" y="457200"/>
            <a:ext cx="5187697" cy="914400"/>
          </a:xfrm>
        </p:spPr>
        <p:txBody>
          <a:bodyPr/>
          <a:lstStyle>
            <a:lvl1pPr>
              <a:lnSpc>
                <a:spcPct val="90000"/>
              </a:lnSpc>
              <a:defRPr sz="3600">
                <a:solidFill>
                  <a:schemeClr val="bg1"/>
                </a:solidFill>
              </a:defRPr>
            </a:lvl1pPr>
          </a:lstStyle>
          <a:p>
            <a:r>
              <a:rPr lang="en-US"/>
              <a:t>Click to add title, two lines optional</a:t>
            </a:r>
          </a:p>
        </p:txBody>
      </p:sp>
    </p:spTree>
    <p:extLst>
      <p:ext uri="{BB962C8B-B14F-4D97-AF65-F5344CB8AC3E}">
        <p14:creationId xmlns:p14="http://schemas.microsoft.com/office/powerpoint/2010/main" val="2603756077"/>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00A8D39C-F9B4-BF5F-FA96-4FE6B9BA84A9}"/>
              </a:ext>
            </a:extLst>
          </p:cNvPr>
          <p:cNvSpPr/>
          <p:nvPr userDrawn="1"/>
        </p:nvSpPr>
        <p:spPr>
          <a:xfrm>
            <a:off x="0" y="0"/>
            <a:ext cx="121920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pic>
        <p:nvPicPr>
          <p:cNvPr id="9" name="Logo">
            <a:extLst>
              <a:ext uri="{FF2B5EF4-FFF2-40B4-BE49-F238E27FC236}">
                <a16:creationId xmlns:a16="http://schemas.microsoft.com/office/drawing/2014/main" id="{ECEDE22F-63BC-0AD4-6E95-B84229CFC5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447058" y="5721593"/>
            <a:ext cx="1828800" cy="222007"/>
          </a:xfrm>
          <a:prstGeom prst="rect">
            <a:avLst/>
          </a:prstGeom>
        </p:spPr>
      </p:pic>
      <p:sp>
        <p:nvSpPr>
          <p:cNvPr id="2" name="Title 1">
            <a:extLst>
              <a:ext uri="{FF2B5EF4-FFF2-40B4-BE49-F238E27FC236}">
                <a16:creationId xmlns:a16="http://schemas.microsoft.com/office/drawing/2014/main" id="{BD19E48B-B220-3C21-F7F8-3DBB4D3387E9}"/>
              </a:ext>
            </a:extLst>
          </p:cNvPr>
          <p:cNvSpPr>
            <a:spLocks noGrp="1"/>
          </p:cNvSpPr>
          <p:nvPr>
            <p:ph type="title" hasCustomPrompt="1"/>
          </p:nvPr>
        </p:nvSpPr>
        <p:spPr bwMode="white">
          <a:xfrm>
            <a:off x="914400" y="1720800"/>
            <a:ext cx="7002000" cy="1929600"/>
          </a:xfrm>
        </p:spPr>
        <p:txBody>
          <a:bodyPr anchor="b" anchorCtr="0"/>
          <a:lstStyle>
            <a:lvl1pPr>
              <a:lnSpc>
                <a:spcPct val="95000"/>
              </a:lnSpc>
              <a:defRPr sz="4400">
                <a:solidFill>
                  <a:schemeClr val="tx1"/>
                </a:solidFill>
              </a:defRPr>
            </a:lvl1pPr>
          </a:lstStyle>
          <a:p>
            <a:r>
              <a:rPr lang="en-US"/>
              <a:t>Click to add quote</a:t>
            </a:r>
          </a:p>
        </p:txBody>
      </p:sp>
      <p:sp>
        <p:nvSpPr>
          <p:cNvPr id="3" name="Date Placeholder 2">
            <a:extLst>
              <a:ext uri="{FF2B5EF4-FFF2-40B4-BE49-F238E27FC236}">
                <a16:creationId xmlns:a16="http://schemas.microsoft.com/office/drawing/2014/main" id="{00A46F7B-BA1D-CEBB-3CEC-E0D54E6C15D6}"/>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4" name="Footer Placeholder 3" hidden="1">
            <a:extLst>
              <a:ext uri="{FF2B5EF4-FFF2-40B4-BE49-F238E27FC236}">
                <a16:creationId xmlns:a16="http://schemas.microsoft.com/office/drawing/2014/main" id="{B2C7110B-C33C-F958-2789-F75D5065A4DA}"/>
              </a:ext>
            </a:extLst>
          </p:cNvPr>
          <p:cNvSpPr>
            <a:spLocks noGrp="1" noRot="1" noMove="1" noResize="1" noEditPoints="1" noAdjustHandles="1" noChangeArrowheads="1" noChangeShapeType="1"/>
          </p:cNvSpPr>
          <p:nvPr>
            <p:ph type="ftr" sz="quarter" idx="11"/>
          </p:nvPr>
        </p:nvSpPr>
        <p:spPr>
          <a:xfrm>
            <a:off x="0" y="6858000"/>
            <a:ext cx="0" cy="0"/>
          </a:xfrm>
          <a:prstGeom prst="rect">
            <a:avLst/>
          </a:prstGeom>
        </p:spPr>
        <p:txBody>
          <a:bodyPr/>
          <a:lstStyle>
            <a:lvl1pPr>
              <a:defRPr>
                <a:noFill/>
              </a:defRPr>
            </a:lvl1pPr>
          </a:lstStyle>
          <a:p>
            <a:endParaRPr lang="en-US"/>
          </a:p>
        </p:txBody>
      </p:sp>
      <p:sp>
        <p:nvSpPr>
          <p:cNvPr id="5" name="Slide Number Placeholder 4" hidden="1">
            <a:extLst>
              <a:ext uri="{FF2B5EF4-FFF2-40B4-BE49-F238E27FC236}">
                <a16:creationId xmlns:a16="http://schemas.microsoft.com/office/drawing/2014/main" id="{0CB4FDD3-0F0D-AB5B-7496-471F8B41A246}"/>
              </a:ext>
            </a:extLst>
          </p:cNvPr>
          <p:cNvSpPr>
            <a:spLocks noGrp="1" noRot="1" noMove="1" noResize="1" noEditPoints="1" noAdjustHandles="1" noChangeArrowheads="1" noChangeShapeType="1"/>
          </p:cNvSpPr>
          <p:nvPr>
            <p:ph type="sldNum" sz="quarter" idx="12"/>
          </p:nvPr>
        </p:nvSpPr>
        <p:spPr>
          <a:xfrm>
            <a:off x="0" y="6858000"/>
            <a:ext cx="0" cy="0"/>
          </a:xfrm>
          <a:prstGeom prst="rect">
            <a:avLst/>
          </a:prstGeom>
        </p:spPr>
        <p:txBody>
          <a:bodyPr/>
          <a:lstStyle>
            <a:lvl1pPr>
              <a:defRPr>
                <a:noFill/>
              </a:defRPr>
            </a:lvl1pPr>
          </a:lstStyle>
          <a:p>
            <a:fld id="{23AA811B-2EBD-4900-905E-5BE206449611}" type="slidenum">
              <a:rPr lang="en-US" smtClean="0"/>
              <a:pPr/>
              <a:t>‹#›</a:t>
            </a:fld>
            <a:endParaRPr lang="en-US"/>
          </a:p>
        </p:txBody>
      </p:sp>
      <p:pic>
        <p:nvPicPr>
          <p:cNvPr id="11" name="Graphic 10">
            <a:extLst>
              <a:ext uri="{FF2B5EF4-FFF2-40B4-BE49-F238E27FC236}">
                <a16:creationId xmlns:a16="http://schemas.microsoft.com/office/drawing/2014/main" id="{05DC7421-D19E-8E3B-4AB9-DB3C537AF2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914400"/>
            <a:ext cx="529327" cy="457200"/>
          </a:xfrm>
          <a:prstGeom prst="rect">
            <a:avLst/>
          </a:prstGeom>
        </p:spPr>
      </p:pic>
      <p:sp>
        <p:nvSpPr>
          <p:cNvPr id="12" name="Text Placeholder 11">
            <a:extLst>
              <a:ext uri="{FF2B5EF4-FFF2-40B4-BE49-F238E27FC236}">
                <a16:creationId xmlns:a16="http://schemas.microsoft.com/office/drawing/2014/main" id="{D81F31B9-278B-412D-32D9-19F1605D3187}"/>
              </a:ext>
            </a:extLst>
          </p:cNvPr>
          <p:cNvSpPr>
            <a:spLocks noGrp="1"/>
          </p:cNvSpPr>
          <p:nvPr>
            <p:ph type="body" sz="quarter" idx="18" hasCustomPrompt="1"/>
          </p:nvPr>
        </p:nvSpPr>
        <p:spPr bwMode="white">
          <a:xfrm>
            <a:off x="914400" y="3949200"/>
            <a:ext cx="7002000" cy="332399"/>
          </a:xfrm>
        </p:spPr>
        <p:txBody>
          <a:bodyPr>
            <a:spAutoFit/>
          </a:bodyPr>
          <a:lstStyle>
            <a:lvl1pPr marL="324000" indent="-324000">
              <a:lnSpc>
                <a:spcPct val="90000"/>
              </a:lnSpc>
              <a:spcBef>
                <a:spcPts val="0"/>
              </a:spcBef>
              <a:spcAft>
                <a:spcPts val="0"/>
              </a:spcAft>
              <a:buFont typeface="Arial" panose="020B0604020202020204" pitchFamily="34" charset="0"/>
              <a:buChar char="—"/>
              <a:defRPr sz="2400" b="0" cap="none">
                <a:solidFill>
                  <a:schemeClr val="accent3"/>
                </a:solidFill>
              </a:defRPr>
            </a:lvl1pPr>
            <a:lvl2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2pPr>
            <a:lvl3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3pPr>
            <a:lvl4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4pPr>
            <a:lvl5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5pPr>
            <a:lvl6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6pPr>
            <a:lvl7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7pPr>
            <a:lvl8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8pPr>
            <a:lvl9pPr marL="324000" indent="-324000">
              <a:lnSpc>
                <a:spcPct val="100000"/>
              </a:lnSpc>
              <a:spcBef>
                <a:spcPts val="0"/>
              </a:spcBef>
              <a:spcAft>
                <a:spcPts val="0"/>
              </a:spcAft>
              <a:buFont typeface="Arial" panose="020B0604020202020204" pitchFamily="34" charset="0"/>
              <a:buChar char="—"/>
              <a:defRPr sz="2400" b="0" cap="none">
                <a:solidFill>
                  <a:schemeClr val="accent3"/>
                </a:solidFill>
              </a:defRPr>
            </a:lvl9pPr>
          </a:lstStyle>
          <a:p>
            <a:pPr lvl="0"/>
            <a:r>
              <a:rPr lang="en-US"/>
              <a:t>Click to add  source reference</a:t>
            </a:r>
          </a:p>
        </p:txBody>
      </p:sp>
    </p:spTree>
    <p:extLst>
      <p:ext uri="{BB962C8B-B14F-4D97-AF65-F5344CB8AC3E}">
        <p14:creationId xmlns:p14="http://schemas.microsoft.com/office/powerpoint/2010/main" val="110346748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accent1"/>
        </a:solidFill>
        <a:effectLst/>
      </p:bgPr>
    </p:bg>
    <p:spTree>
      <p:nvGrpSpPr>
        <p:cNvPr id="1" name=""/>
        <p:cNvGrpSpPr/>
        <p:nvPr/>
      </p:nvGrpSpPr>
      <p:grpSpPr>
        <a:xfrm>
          <a:off x="0" y="0"/>
          <a:ext cx="0" cy="0"/>
          <a:chOff x="0" y="0"/>
          <a:chExt cx="0" cy="0"/>
        </a:xfrm>
      </p:grpSpPr>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00">
                <a:noFill/>
              </a:defRPr>
            </a:lvl1pPr>
          </a:lstStyle>
          <a:p>
            <a:fld id="{86E08D24-9AFA-434C-9914-D4EE76D7A6F1}" type="datetime1">
              <a:rPr lang="en-US" smtClean="0"/>
              <a:t>9/1/2026</a:t>
            </a:fld>
            <a:endParaRPr lang="en-US"/>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
        <p:nvSpPr>
          <p:cNvPr id="7" name="Background"/>
          <p:cNvSpPr/>
          <p:nvPr userDrawn="1"/>
        </p:nvSpPr>
        <p:spPr>
          <a:xfrm>
            <a:off x="0" y="0"/>
            <a:ext cx="12193200" cy="686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err="1"/>
          </a:p>
        </p:txBody>
      </p:sp>
      <p:sp>
        <p:nvSpPr>
          <p:cNvPr id="2" name="Title 1"/>
          <p:cNvSpPr>
            <a:spLocks noGrp="1"/>
          </p:cNvSpPr>
          <p:nvPr>
            <p:ph type="ctrTitle" hasCustomPrompt="1"/>
          </p:nvPr>
        </p:nvSpPr>
        <p:spPr bwMode="white">
          <a:xfrm>
            <a:off x="914400" y="914400"/>
            <a:ext cx="5090400" cy="789447"/>
          </a:xfrm>
        </p:spPr>
        <p:txBody>
          <a:bodyPr anchor="t" anchorCtr="0">
            <a:spAutoFit/>
          </a:bodyPr>
          <a:lstStyle>
            <a:lvl1pPr algn="l">
              <a:lnSpc>
                <a:spcPct val="95000"/>
              </a:lnSpc>
              <a:defRPr sz="5400">
                <a:solidFill>
                  <a:schemeClr val="tx1"/>
                </a:solidFill>
              </a:defRPr>
            </a:lvl1pPr>
          </a:lstStyle>
          <a:p>
            <a:r>
              <a:rPr lang="en-US" noProof="0"/>
              <a:t>Click to add title</a:t>
            </a:r>
            <a:endParaRPr lang="en-US"/>
          </a:p>
        </p:txBody>
      </p:sp>
      <p:pic>
        <p:nvPicPr>
          <p:cNvPr id="5" name="Graphic 4">
            <a:extLst>
              <a:ext uri="{FF2B5EF4-FFF2-40B4-BE49-F238E27FC236}">
                <a16:creationId xmlns:a16="http://schemas.microsoft.com/office/drawing/2014/main" id="{B29FAE41-118D-B731-BDB7-FCCC4E3C1E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771654" y="0"/>
            <a:ext cx="6932892" cy="6858000"/>
          </a:xfrm>
          <a:prstGeom prst="rect">
            <a:avLst/>
          </a:prstGeom>
        </p:spPr>
      </p:pic>
      <p:pic>
        <p:nvPicPr>
          <p:cNvPr id="8" name="Graphic 7">
            <a:extLst>
              <a:ext uri="{FF2B5EF4-FFF2-40B4-BE49-F238E27FC236}">
                <a16:creationId xmlns:a16="http://schemas.microsoft.com/office/drawing/2014/main" id="{EE0BE08D-DCF3-0A8D-2A6A-7C7538E1E3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47058" y="5721593"/>
            <a:ext cx="1828800" cy="222007"/>
          </a:xfrm>
          <a:prstGeom prst="rect">
            <a:avLst/>
          </a:prstGeom>
        </p:spPr>
      </p:pic>
      <p:sp>
        <p:nvSpPr>
          <p:cNvPr id="4" name="Text Placeholder 3">
            <a:extLst>
              <a:ext uri="{FF2B5EF4-FFF2-40B4-BE49-F238E27FC236}">
                <a16:creationId xmlns:a16="http://schemas.microsoft.com/office/drawing/2014/main" id="{54CCFB08-1F95-881D-F816-C86A590EE757}"/>
              </a:ext>
            </a:extLst>
          </p:cNvPr>
          <p:cNvSpPr>
            <a:spLocks noGrp="1"/>
          </p:cNvSpPr>
          <p:nvPr>
            <p:ph type="body" sz="quarter" idx="18" hasCustomPrompt="1"/>
          </p:nvPr>
        </p:nvSpPr>
        <p:spPr bwMode="white">
          <a:xfrm>
            <a:off x="914400" y="4096800"/>
            <a:ext cx="5090400" cy="370800"/>
          </a:xfrm>
        </p:spPr>
        <p:txBody>
          <a:bodyPr anchor="ctr" anchorCtr="0"/>
          <a:lstStyle>
            <a:lvl1pPr marL="0" indent="0">
              <a:lnSpc>
                <a:spcPct val="100000"/>
              </a:lnSpc>
              <a:spcBef>
                <a:spcPts val="600"/>
              </a:spcBef>
              <a:spcAft>
                <a:spcPts val="300"/>
              </a:spcAft>
              <a:buNone/>
              <a:defRPr sz="1200" b="0" i="0" cap="none">
                <a:solidFill>
                  <a:schemeClr val="tx1"/>
                </a:solidFill>
              </a:defRPr>
            </a:lvl1pPr>
            <a:lvl2pPr marL="0" indent="0">
              <a:lnSpc>
                <a:spcPct val="100000"/>
              </a:lnSpc>
              <a:spcBef>
                <a:spcPts val="600"/>
              </a:spcBef>
              <a:spcAft>
                <a:spcPts val="300"/>
              </a:spcAft>
              <a:buNone/>
              <a:defRPr sz="1200" b="0" i="0" cap="none">
                <a:solidFill>
                  <a:schemeClr val="tx1"/>
                </a:solidFill>
              </a:defRPr>
            </a:lvl2pPr>
            <a:lvl3pPr marL="0" indent="0">
              <a:lnSpc>
                <a:spcPct val="100000"/>
              </a:lnSpc>
              <a:spcBef>
                <a:spcPts val="600"/>
              </a:spcBef>
              <a:spcAft>
                <a:spcPts val="300"/>
              </a:spcAft>
              <a:buNone/>
              <a:defRPr sz="1200" b="0" i="0" cap="none">
                <a:solidFill>
                  <a:schemeClr val="tx1"/>
                </a:solidFill>
              </a:defRPr>
            </a:lvl3pPr>
            <a:lvl4pPr marL="0" indent="0">
              <a:lnSpc>
                <a:spcPct val="100000"/>
              </a:lnSpc>
              <a:spcBef>
                <a:spcPts val="600"/>
              </a:spcBef>
              <a:spcAft>
                <a:spcPts val="300"/>
              </a:spcAft>
              <a:buNone/>
              <a:defRPr sz="1200" b="0" i="0" cap="none">
                <a:solidFill>
                  <a:schemeClr val="tx1"/>
                </a:solidFill>
              </a:defRPr>
            </a:lvl4pPr>
            <a:lvl5pPr marL="0" indent="0">
              <a:lnSpc>
                <a:spcPct val="100000"/>
              </a:lnSpc>
              <a:spcBef>
                <a:spcPts val="600"/>
              </a:spcBef>
              <a:spcAft>
                <a:spcPts val="300"/>
              </a:spcAft>
              <a:buNone/>
              <a:defRPr sz="1200" b="0" i="0" cap="none">
                <a:solidFill>
                  <a:schemeClr val="tx1"/>
                </a:solidFill>
              </a:defRPr>
            </a:lvl5pPr>
            <a:lvl6pPr marL="0" indent="0">
              <a:lnSpc>
                <a:spcPct val="100000"/>
              </a:lnSpc>
              <a:spcBef>
                <a:spcPts val="600"/>
              </a:spcBef>
              <a:spcAft>
                <a:spcPts val="300"/>
              </a:spcAft>
              <a:buNone/>
              <a:defRPr sz="1200" b="0" i="0" cap="none">
                <a:solidFill>
                  <a:schemeClr val="tx1"/>
                </a:solidFill>
              </a:defRPr>
            </a:lvl6pPr>
            <a:lvl7pPr marL="0" indent="0">
              <a:lnSpc>
                <a:spcPct val="100000"/>
              </a:lnSpc>
              <a:spcBef>
                <a:spcPts val="600"/>
              </a:spcBef>
              <a:spcAft>
                <a:spcPts val="300"/>
              </a:spcAft>
              <a:buNone/>
              <a:defRPr sz="1200" b="0" i="0" cap="none">
                <a:solidFill>
                  <a:schemeClr val="tx1"/>
                </a:solidFill>
              </a:defRPr>
            </a:lvl7pPr>
            <a:lvl8pPr marL="0" indent="0">
              <a:lnSpc>
                <a:spcPct val="100000"/>
              </a:lnSpc>
              <a:spcBef>
                <a:spcPts val="600"/>
              </a:spcBef>
              <a:spcAft>
                <a:spcPts val="300"/>
              </a:spcAft>
              <a:buNone/>
              <a:defRPr sz="1200" b="0" i="0" cap="none">
                <a:solidFill>
                  <a:schemeClr val="tx1"/>
                </a:solidFill>
              </a:defRPr>
            </a:lvl8pPr>
            <a:lvl9pPr marL="0" indent="0">
              <a:lnSpc>
                <a:spcPct val="100000"/>
              </a:lnSpc>
              <a:spcBef>
                <a:spcPts val="600"/>
              </a:spcBef>
              <a:spcAft>
                <a:spcPts val="300"/>
              </a:spcAft>
              <a:buNone/>
              <a:defRPr sz="1200" b="0" i="0" cap="none">
                <a:solidFill>
                  <a:schemeClr val="tx1"/>
                </a:solidFill>
              </a:defRPr>
            </a:lvl9pPr>
          </a:lstStyle>
          <a:p>
            <a:pPr lvl="0"/>
            <a:r>
              <a:rPr lang="en-US"/>
              <a:t>Click to add phone number</a:t>
            </a:r>
          </a:p>
        </p:txBody>
      </p:sp>
      <p:sp>
        <p:nvSpPr>
          <p:cNvPr id="9" name="Text Placeholder 8">
            <a:extLst>
              <a:ext uri="{FF2B5EF4-FFF2-40B4-BE49-F238E27FC236}">
                <a16:creationId xmlns:a16="http://schemas.microsoft.com/office/drawing/2014/main" id="{251F9A57-5B2A-8DD5-9ABF-4514F0C7356B}"/>
              </a:ext>
            </a:extLst>
          </p:cNvPr>
          <p:cNvSpPr>
            <a:spLocks noGrp="1"/>
          </p:cNvSpPr>
          <p:nvPr>
            <p:ph type="body" sz="quarter" idx="19" hasCustomPrompt="1"/>
          </p:nvPr>
        </p:nvSpPr>
        <p:spPr bwMode="white">
          <a:xfrm>
            <a:off x="914400" y="4525200"/>
            <a:ext cx="5090400" cy="370800"/>
          </a:xfrm>
        </p:spPr>
        <p:txBody>
          <a:bodyPr anchor="ctr" anchorCtr="0"/>
          <a:lstStyle>
            <a:lvl1pPr marL="0" indent="0">
              <a:lnSpc>
                <a:spcPct val="100000"/>
              </a:lnSpc>
              <a:spcBef>
                <a:spcPts val="600"/>
              </a:spcBef>
              <a:spcAft>
                <a:spcPts val="300"/>
              </a:spcAft>
              <a:buNone/>
              <a:defRPr sz="1200" b="0" i="0" cap="none">
                <a:solidFill>
                  <a:schemeClr val="tx1"/>
                </a:solidFill>
              </a:defRPr>
            </a:lvl1pPr>
            <a:lvl2pPr marL="0" indent="0">
              <a:lnSpc>
                <a:spcPct val="100000"/>
              </a:lnSpc>
              <a:spcBef>
                <a:spcPts val="600"/>
              </a:spcBef>
              <a:spcAft>
                <a:spcPts val="300"/>
              </a:spcAft>
              <a:buNone/>
              <a:defRPr sz="1200" b="0" i="0" cap="none">
                <a:solidFill>
                  <a:schemeClr val="tx1"/>
                </a:solidFill>
              </a:defRPr>
            </a:lvl2pPr>
            <a:lvl3pPr marL="0" indent="0">
              <a:lnSpc>
                <a:spcPct val="100000"/>
              </a:lnSpc>
              <a:spcBef>
                <a:spcPts val="600"/>
              </a:spcBef>
              <a:spcAft>
                <a:spcPts val="300"/>
              </a:spcAft>
              <a:buNone/>
              <a:defRPr sz="1200" b="0" i="0" cap="none">
                <a:solidFill>
                  <a:schemeClr val="tx1"/>
                </a:solidFill>
              </a:defRPr>
            </a:lvl3pPr>
            <a:lvl4pPr marL="0" indent="0">
              <a:lnSpc>
                <a:spcPct val="100000"/>
              </a:lnSpc>
              <a:spcBef>
                <a:spcPts val="600"/>
              </a:spcBef>
              <a:spcAft>
                <a:spcPts val="300"/>
              </a:spcAft>
              <a:buNone/>
              <a:defRPr sz="1200" b="0" i="0" cap="none">
                <a:solidFill>
                  <a:schemeClr val="tx1"/>
                </a:solidFill>
              </a:defRPr>
            </a:lvl4pPr>
            <a:lvl5pPr marL="0" indent="0">
              <a:lnSpc>
                <a:spcPct val="100000"/>
              </a:lnSpc>
              <a:spcBef>
                <a:spcPts val="600"/>
              </a:spcBef>
              <a:spcAft>
                <a:spcPts val="300"/>
              </a:spcAft>
              <a:buNone/>
              <a:defRPr sz="1200" b="0" i="0" cap="none">
                <a:solidFill>
                  <a:schemeClr val="tx1"/>
                </a:solidFill>
              </a:defRPr>
            </a:lvl5pPr>
            <a:lvl6pPr marL="0" indent="0">
              <a:lnSpc>
                <a:spcPct val="100000"/>
              </a:lnSpc>
              <a:spcBef>
                <a:spcPts val="600"/>
              </a:spcBef>
              <a:spcAft>
                <a:spcPts val="300"/>
              </a:spcAft>
              <a:buNone/>
              <a:defRPr sz="1200" b="0" i="0" cap="none">
                <a:solidFill>
                  <a:schemeClr val="tx1"/>
                </a:solidFill>
              </a:defRPr>
            </a:lvl6pPr>
            <a:lvl7pPr marL="0" indent="0">
              <a:lnSpc>
                <a:spcPct val="100000"/>
              </a:lnSpc>
              <a:spcBef>
                <a:spcPts val="600"/>
              </a:spcBef>
              <a:spcAft>
                <a:spcPts val="300"/>
              </a:spcAft>
              <a:buNone/>
              <a:defRPr sz="1200" b="0" i="0" cap="none">
                <a:solidFill>
                  <a:schemeClr val="tx1"/>
                </a:solidFill>
              </a:defRPr>
            </a:lvl7pPr>
            <a:lvl8pPr marL="0" indent="0">
              <a:lnSpc>
                <a:spcPct val="100000"/>
              </a:lnSpc>
              <a:spcBef>
                <a:spcPts val="600"/>
              </a:spcBef>
              <a:spcAft>
                <a:spcPts val="300"/>
              </a:spcAft>
              <a:buNone/>
              <a:defRPr sz="1200" b="0" i="0" cap="none">
                <a:solidFill>
                  <a:schemeClr val="tx1"/>
                </a:solidFill>
              </a:defRPr>
            </a:lvl8pPr>
            <a:lvl9pPr marL="0" indent="0">
              <a:lnSpc>
                <a:spcPct val="100000"/>
              </a:lnSpc>
              <a:spcBef>
                <a:spcPts val="600"/>
              </a:spcBef>
              <a:spcAft>
                <a:spcPts val="300"/>
              </a:spcAft>
              <a:buNone/>
              <a:defRPr sz="1200" b="0" i="0" cap="none">
                <a:solidFill>
                  <a:schemeClr val="tx1"/>
                </a:solidFill>
              </a:defRPr>
            </a:lvl9pPr>
          </a:lstStyle>
          <a:p>
            <a:pPr lvl="0"/>
            <a:r>
              <a:rPr lang="en-US"/>
              <a:t>Click to add e-mail</a:t>
            </a:r>
          </a:p>
        </p:txBody>
      </p:sp>
      <p:sp>
        <p:nvSpPr>
          <p:cNvPr id="14" name="Text Placeholder 13">
            <a:extLst>
              <a:ext uri="{FF2B5EF4-FFF2-40B4-BE49-F238E27FC236}">
                <a16:creationId xmlns:a16="http://schemas.microsoft.com/office/drawing/2014/main" id="{8620DEF4-2DF2-C891-22D0-C0202100A267}"/>
              </a:ext>
            </a:extLst>
          </p:cNvPr>
          <p:cNvSpPr>
            <a:spLocks noGrp="1"/>
          </p:cNvSpPr>
          <p:nvPr>
            <p:ph type="body" sz="quarter" idx="20" hasCustomPrompt="1"/>
          </p:nvPr>
        </p:nvSpPr>
        <p:spPr bwMode="white">
          <a:xfrm>
            <a:off x="914400" y="4957200"/>
            <a:ext cx="5090400" cy="370800"/>
          </a:xfrm>
        </p:spPr>
        <p:txBody>
          <a:bodyPr anchor="ctr" anchorCtr="0"/>
          <a:lstStyle>
            <a:lvl1pPr marL="0" indent="0">
              <a:lnSpc>
                <a:spcPct val="100000"/>
              </a:lnSpc>
              <a:spcBef>
                <a:spcPts val="0"/>
              </a:spcBef>
              <a:spcAft>
                <a:spcPts val="0"/>
              </a:spcAft>
              <a:buNone/>
              <a:defRPr sz="1200" b="0" i="0" cap="none">
                <a:solidFill>
                  <a:schemeClr val="tx1"/>
                </a:solidFill>
              </a:defRPr>
            </a:lvl1pPr>
            <a:lvl2pPr marL="0" indent="0">
              <a:lnSpc>
                <a:spcPct val="100000"/>
              </a:lnSpc>
              <a:spcBef>
                <a:spcPts val="600"/>
              </a:spcBef>
              <a:spcAft>
                <a:spcPts val="300"/>
              </a:spcAft>
              <a:buNone/>
              <a:defRPr sz="1200" b="0" i="0" cap="none">
                <a:solidFill>
                  <a:schemeClr val="tx1"/>
                </a:solidFill>
              </a:defRPr>
            </a:lvl2pPr>
            <a:lvl3pPr marL="0" indent="0">
              <a:lnSpc>
                <a:spcPct val="100000"/>
              </a:lnSpc>
              <a:spcBef>
                <a:spcPts val="600"/>
              </a:spcBef>
              <a:spcAft>
                <a:spcPts val="300"/>
              </a:spcAft>
              <a:buNone/>
              <a:defRPr sz="1200" b="0" i="0" cap="none">
                <a:solidFill>
                  <a:schemeClr val="tx1"/>
                </a:solidFill>
              </a:defRPr>
            </a:lvl3pPr>
            <a:lvl4pPr marL="0" indent="0">
              <a:lnSpc>
                <a:spcPct val="100000"/>
              </a:lnSpc>
              <a:spcBef>
                <a:spcPts val="600"/>
              </a:spcBef>
              <a:spcAft>
                <a:spcPts val="300"/>
              </a:spcAft>
              <a:buNone/>
              <a:defRPr sz="1200" b="0" i="0" cap="none">
                <a:solidFill>
                  <a:schemeClr val="tx1"/>
                </a:solidFill>
              </a:defRPr>
            </a:lvl4pPr>
            <a:lvl5pPr marL="0" indent="0">
              <a:lnSpc>
                <a:spcPct val="100000"/>
              </a:lnSpc>
              <a:spcBef>
                <a:spcPts val="600"/>
              </a:spcBef>
              <a:spcAft>
                <a:spcPts val="300"/>
              </a:spcAft>
              <a:buNone/>
              <a:defRPr sz="1200" b="0" i="0" cap="none">
                <a:solidFill>
                  <a:schemeClr val="tx1"/>
                </a:solidFill>
              </a:defRPr>
            </a:lvl5pPr>
            <a:lvl6pPr marL="0" indent="0">
              <a:lnSpc>
                <a:spcPct val="100000"/>
              </a:lnSpc>
              <a:spcBef>
                <a:spcPts val="600"/>
              </a:spcBef>
              <a:spcAft>
                <a:spcPts val="300"/>
              </a:spcAft>
              <a:buNone/>
              <a:defRPr sz="1200" b="0" i="0" cap="none">
                <a:solidFill>
                  <a:schemeClr val="tx1"/>
                </a:solidFill>
              </a:defRPr>
            </a:lvl6pPr>
            <a:lvl7pPr marL="0" indent="0">
              <a:lnSpc>
                <a:spcPct val="100000"/>
              </a:lnSpc>
              <a:spcBef>
                <a:spcPts val="600"/>
              </a:spcBef>
              <a:spcAft>
                <a:spcPts val="300"/>
              </a:spcAft>
              <a:buNone/>
              <a:defRPr sz="1200" b="0" i="0" cap="none">
                <a:solidFill>
                  <a:schemeClr val="tx1"/>
                </a:solidFill>
              </a:defRPr>
            </a:lvl7pPr>
            <a:lvl8pPr marL="0" indent="0">
              <a:lnSpc>
                <a:spcPct val="100000"/>
              </a:lnSpc>
              <a:spcBef>
                <a:spcPts val="600"/>
              </a:spcBef>
              <a:spcAft>
                <a:spcPts val="300"/>
              </a:spcAft>
              <a:buNone/>
              <a:defRPr sz="1200" b="0" i="0" cap="none">
                <a:solidFill>
                  <a:schemeClr val="tx1"/>
                </a:solidFill>
              </a:defRPr>
            </a:lvl8pPr>
            <a:lvl9pPr marL="0" indent="0">
              <a:lnSpc>
                <a:spcPct val="100000"/>
              </a:lnSpc>
              <a:spcBef>
                <a:spcPts val="600"/>
              </a:spcBef>
              <a:spcAft>
                <a:spcPts val="300"/>
              </a:spcAft>
              <a:buNone/>
              <a:defRPr sz="1200" b="0" i="0" cap="none">
                <a:solidFill>
                  <a:schemeClr val="tx1"/>
                </a:solidFill>
              </a:defRPr>
            </a:lvl9pPr>
          </a:lstStyle>
          <a:p>
            <a:pPr lvl="0"/>
            <a:r>
              <a:rPr lang="en-US"/>
              <a:t>CLICK TO ADD WEB</a:t>
            </a:r>
          </a:p>
        </p:txBody>
      </p:sp>
      <p:sp>
        <p:nvSpPr>
          <p:cNvPr id="16" name="Text Placeholder 15">
            <a:extLst>
              <a:ext uri="{FF2B5EF4-FFF2-40B4-BE49-F238E27FC236}">
                <a16:creationId xmlns:a16="http://schemas.microsoft.com/office/drawing/2014/main" id="{859B4B28-D096-0D8A-10F6-02BF646657D3}"/>
              </a:ext>
            </a:extLst>
          </p:cNvPr>
          <p:cNvSpPr>
            <a:spLocks noGrp="1"/>
          </p:cNvSpPr>
          <p:nvPr>
            <p:ph type="body" sz="quarter" idx="21" hasCustomPrompt="1"/>
          </p:nvPr>
        </p:nvSpPr>
        <p:spPr bwMode="white">
          <a:xfrm>
            <a:off x="914400" y="5385600"/>
            <a:ext cx="5090400" cy="370800"/>
          </a:xfrm>
        </p:spPr>
        <p:txBody>
          <a:bodyPr anchor="ctr" anchorCtr="0"/>
          <a:lstStyle>
            <a:lvl1pPr marL="0" indent="0">
              <a:lnSpc>
                <a:spcPct val="100000"/>
              </a:lnSpc>
              <a:spcBef>
                <a:spcPts val="0"/>
              </a:spcBef>
              <a:spcAft>
                <a:spcPts val="0"/>
              </a:spcAft>
              <a:buNone/>
              <a:defRPr sz="1200" b="0" i="0" cap="none">
                <a:solidFill>
                  <a:schemeClr val="tx1"/>
                </a:solidFill>
              </a:defRPr>
            </a:lvl1pPr>
            <a:lvl2pPr marL="0" indent="0">
              <a:lnSpc>
                <a:spcPct val="100000"/>
              </a:lnSpc>
              <a:spcBef>
                <a:spcPts val="600"/>
              </a:spcBef>
              <a:spcAft>
                <a:spcPts val="300"/>
              </a:spcAft>
              <a:buNone/>
              <a:defRPr sz="1200" b="0" i="0" cap="none">
                <a:solidFill>
                  <a:schemeClr val="tx1"/>
                </a:solidFill>
              </a:defRPr>
            </a:lvl2pPr>
            <a:lvl3pPr marL="0" indent="0">
              <a:lnSpc>
                <a:spcPct val="100000"/>
              </a:lnSpc>
              <a:spcBef>
                <a:spcPts val="600"/>
              </a:spcBef>
              <a:spcAft>
                <a:spcPts val="300"/>
              </a:spcAft>
              <a:buNone/>
              <a:defRPr sz="1200" b="0" i="0" cap="none">
                <a:solidFill>
                  <a:schemeClr val="tx1"/>
                </a:solidFill>
              </a:defRPr>
            </a:lvl3pPr>
            <a:lvl4pPr marL="0" indent="0">
              <a:lnSpc>
                <a:spcPct val="100000"/>
              </a:lnSpc>
              <a:spcBef>
                <a:spcPts val="600"/>
              </a:spcBef>
              <a:spcAft>
                <a:spcPts val="300"/>
              </a:spcAft>
              <a:buNone/>
              <a:defRPr sz="1200" b="0" i="0" cap="none">
                <a:solidFill>
                  <a:schemeClr val="tx1"/>
                </a:solidFill>
              </a:defRPr>
            </a:lvl4pPr>
            <a:lvl5pPr marL="0" indent="0">
              <a:lnSpc>
                <a:spcPct val="100000"/>
              </a:lnSpc>
              <a:spcBef>
                <a:spcPts val="600"/>
              </a:spcBef>
              <a:spcAft>
                <a:spcPts val="300"/>
              </a:spcAft>
              <a:buNone/>
              <a:defRPr sz="1200" b="0" i="0" cap="none">
                <a:solidFill>
                  <a:schemeClr val="tx1"/>
                </a:solidFill>
              </a:defRPr>
            </a:lvl5pPr>
            <a:lvl6pPr marL="0" indent="0">
              <a:lnSpc>
                <a:spcPct val="100000"/>
              </a:lnSpc>
              <a:spcBef>
                <a:spcPts val="600"/>
              </a:spcBef>
              <a:spcAft>
                <a:spcPts val="300"/>
              </a:spcAft>
              <a:buNone/>
              <a:defRPr sz="1200" b="0" i="0" cap="none">
                <a:solidFill>
                  <a:schemeClr val="tx1"/>
                </a:solidFill>
              </a:defRPr>
            </a:lvl6pPr>
            <a:lvl7pPr marL="0" indent="0">
              <a:lnSpc>
                <a:spcPct val="100000"/>
              </a:lnSpc>
              <a:spcBef>
                <a:spcPts val="600"/>
              </a:spcBef>
              <a:spcAft>
                <a:spcPts val="300"/>
              </a:spcAft>
              <a:buNone/>
              <a:defRPr sz="1200" b="0" i="0" cap="none">
                <a:solidFill>
                  <a:schemeClr val="tx1"/>
                </a:solidFill>
              </a:defRPr>
            </a:lvl7pPr>
            <a:lvl8pPr marL="0" indent="0">
              <a:lnSpc>
                <a:spcPct val="100000"/>
              </a:lnSpc>
              <a:spcBef>
                <a:spcPts val="600"/>
              </a:spcBef>
              <a:spcAft>
                <a:spcPts val="300"/>
              </a:spcAft>
              <a:buNone/>
              <a:defRPr sz="1200" b="0" i="0" cap="none">
                <a:solidFill>
                  <a:schemeClr val="tx1"/>
                </a:solidFill>
              </a:defRPr>
            </a:lvl8pPr>
            <a:lvl9pPr marL="0" indent="0">
              <a:lnSpc>
                <a:spcPct val="100000"/>
              </a:lnSpc>
              <a:spcBef>
                <a:spcPts val="600"/>
              </a:spcBef>
              <a:spcAft>
                <a:spcPts val="300"/>
              </a:spcAft>
              <a:buNone/>
              <a:defRPr sz="1200" b="0" i="0" cap="none">
                <a:solidFill>
                  <a:schemeClr val="tx1"/>
                </a:solidFill>
              </a:defRPr>
            </a:lvl9pPr>
          </a:lstStyle>
          <a:p>
            <a:pPr lvl="0"/>
            <a:r>
              <a:rPr lang="en-US"/>
              <a:t>Click to add address</a:t>
            </a:r>
          </a:p>
        </p:txBody>
      </p:sp>
    </p:spTree>
    <p:extLst>
      <p:ext uri="{BB962C8B-B14F-4D97-AF65-F5344CB8AC3E}">
        <p14:creationId xmlns:p14="http://schemas.microsoft.com/office/powerpoint/2010/main" val="6884081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83325" y="1493850"/>
            <a:ext cx="285725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solidFill>
                  <a:srgbClr val="000000"/>
                </a:solidFill>
                <a:latin typeface="+mn-lt"/>
                <a:cs typeface="Arial" panose="020B0604020202020204" pitchFamily="34" charset="0"/>
              </a:rPr>
              <a:t>PICTURES</a:t>
            </a:r>
            <a:br>
              <a:rPr lang="en-US" sz="900">
                <a:solidFill>
                  <a:srgbClr val="000000"/>
                </a:solidFill>
                <a:latin typeface="+mn-lt"/>
                <a:cs typeface="Arial" panose="020B0604020202020204" pitchFamily="34" charset="0"/>
              </a:rPr>
            </a:br>
            <a:r>
              <a:rPr lang="en-US" sz="900" b="1" noProof="1">
                <a:solidFill>
                  <a:srgbClr val="000000"/>
                </a:solidFill>
                <a:latin typeface="+mn-lt"/>
                <a:cs typeface="Arial" panose="020B0604020202020204" pitchFamily="34" charset="0"/>
              </a:rPr>
              <a:t>Insert corporate picture from Templafy</a:t>
            </a:r>
            <a:endParaRPr lang="en-US"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rgbClr val="000000"/>
                </a:solidFill>
                <a:latin typeface="+mn-lt"/>
                <a:cs typeface="Arial" panose="020B0604020202020204" pitchFamily="34" charset="0"/>
              </a:rPr>
              <a:t>1.</a:t>
            </a:r>
            <a:r>
              <a:rPr lang="en-US" altLang="da-DK" sz="900" b="0" noProof="1">
                <a:solidFill>
                  <a:srgbClr val="000000"/>
                </a:solidFill>
                <a:latin typeface="+mn-lt"/>
                <a:cs typeface="Arial" panose="020B0604020202020204" pitchFamily="34" charset="0"/>
              </a:rPr>
              <a:t> Click the blue </a:t>
            </a:r>
            <a:r>
              <a:rPr lang="en-US" altLang="da-DK" sz="900" b="1" baseline="0" noProof="1">
                <a:solidFill>
                  <a:srgbClr val="000000"/>
                </a:solidFill>
                <a:latin typeface="+mn-lt"/>
                <a:cs typeface="Arial" panose="020B0604020202020204" pitchFamily="34" charset="0"/>
              </a:rPr>
              <a:t>Templafy </a:t>
            </a:r>
            <a:r>
              <a:rPr lang="en-US"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rgbClr val="000000"/>
                </a:solidFill>
                <a:latin typeface="+mn-lt"/>
                <a:cs typeface="Arial" panose="020B0604020202020204" pitchFamily="34" charset="0"/>
              </a:rPr>
              <a:t>2. </a:t>
            </a:r>
            <a:r>
              <a:rPr lang="en-US"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rgbClr val="000000"/>
                </a:solidFill>
                <a:latin typeface="+mn-lt"/>
                <a:cs typeface="Arial" panose="020B0604020202020204" pitchFamily="34" charset="0"/>
              </a:rPr>
              <a:t>3. </a:t>
            </a:r>
            <a:r>
              <a:rPr lang="en-US" altLang="da-DK" sz="900" b="0" baseline="0" noProof="1">
                <a:solidFill>
                  <a:srgbClr val="000000"/>
                </a:solidFill>
                <a:latin typeface="+mn-lt"/>
                <a:cs typeface="Arial" panose="020B0604020202020204" pitchFamily="34" charset="0"/>
              </a:rPr>
              <a:t>Click the </a:t>
            </a:r>
            <a:r>
              <a:rPr lang="en-US" altLang="da-DK" sz="900" b="1" baseline="0" noProof="1">
                <a:solidFill>
                  <a:srgbClr val="000000"/>
                </a:solidFill>
                <a:latin typeface="+mn-lt"/>
                <a:cs typeface="Arial" panose="020B0604020202020204" pitchFamily="34" charset="0"/>
              </a:rPr>
              <a:t>Images </a:t>
            </a:r>
            <a:r>
              <a:rPr lang="en-US" altLang="da-DK" sz="900" b="0" i="0" baseline="0" noProof="1">
                <a:solidFill>
                  <a:srgbClr val="000000"/>
                </a:solidFill>
                <a:latin typeface="+mn-lt"/>
                <a:cs typeface="Arial" panose="020B0604020202020204" pitchFamily="34" charset="0"/>
              </a:rPr>
              <a:t>button</a:t>
            </a:r>
            <a:r>
              <a:rPr lang="en-US" altLang="da-DK" sz="900" b="0" baseline="0" noProof="1">
                <a:solidFill>
                  <a:srgbClr val="000000"/>
                </a:solidFill>
                <a:latin typeface="+mn-lt"/>
                <a:cs typeface="Arial" panose="020B0604020202020204" pitchFamily="34" charset="0"/>
              </a:rPr>
              <a:t> in the Templafy pane</a:t>
            </a:r>
            <a:br>
              <a:rPr lang="en-US" altLang="da-DK" sz="900" b="0" baseline="0" noProof="1">
                <a:solidFill>
                  <a:srgbClr val="000000"/>
                </a:solidFill>
                <a:latin typeface="+mn-lt"/>
                <a:cs typeface="Arial" panose="020B0604020202020204" pitchFamily="34" charset="0"/>
              </a:rPr>
            </a:br>
            <a:endParaRPr lang="en-US"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rgbClr val="000000"/>
                </a:solidFill>
                <a:latin typeface="+mn-lt"/>
                <a:cs typeface="Arial" panose="020B0604020202020204" pitchFamily="34" charset="0"/>
              </a:rPr>
              <a:t>Insert picture from other location</a:t>
            </a:r>
          </a:p>
          <a:p>
            <a:pPr eaLnBrk="1" hangingPunct="1">
              <a:spcAft>
                <a:spcPts val="600"/>
              </a:spcAft>
              <a:defRPr/>
            </a:pPr>
            <a:r>
              <a:rPr lang="en-US" altLang="da-DK" sz="900" b="0" noProof="1">
                <a:solidFill>
                  <a:srgbClr val="000000"/>
                </a:solidFill>
                <a:latin typeface="+mn-lt"/>
                <a:cs typeface="Arial" panose="020B0604020202020204" pitchFamily="34" charset="0"/>
              </a:rPr>
              <a:t>On slides with pictureplaceholder, click on the icon and choose </a:t>
            </a:r>
            <a:r>
              <a:rPr lang="en-US" altLang="da-DK" sz="900" b="1" noProof="1">
                <a:solidFill>
                  <a:srgbClr val="000000"/>
                </a:solidFill>
                <a:latin typeface="+mn-lt"/>
                <a:cs typeface="Arial" panose="020B0604020202020204" pitchFamily="34" charset="0"/>
              </a:rPr>
              <a:t>Insert </a:t>
            </a:r>
            <a:r>
              <a:rPr lang="en-US" altLang="da-DK" sz="900" b="0" noProof="1">
                <a:solidFill>
                  <a:srgbClr val="000000"/>
                </a:solidFill>
                <a:latin typeface="+mn-lt"/>
                <a:cs typeface="Arial" panose="020B0604020202020204" pitchFamily="34" charset="0"/>
              </a:rPr>
              <a:t>to browse for picture</a:t>
            </a:r>
          </a:p>
          <a:p>
            <a:pPr eaLnBrk="1" hangingPunct="1">
              <a:spcBef>
                <a:spcPts val="1200"/>
              </a:spcBef>
              <a:spcAft>
                <a:spcPts val="600"/>
              </a:spcAft>
              <a:defRPr/>
            </a:pPr>
            <a:r>
              <a:rPr lang="en-US" sz="900" b="1" noProof="1">
                <a:solidFill>
                  <a:srgbClr val="000000"/>
                </a:solidFill>
                <a:latin typeface="+mn-lt"/>
                <a:cs typeface="Arial" panose="020B0604020202020204" pitchFamily="34" charset="0"/>
              </a:rPr>
              <a:t>Crop picture</a:t>
            </a:r>
          </a:p>
          <a:p>
            <a:pPr eaLnBrk="1" hangingPunct="1">
              <a:spcAft>
                <a:spcPts val="600"/>
              </a:spcAft>
              <a:defRPr/>
            </a:pPr>
            <a:r>
              <a:rPr lang="en-US" altLang="da-DK" sz="900" b="1" noProof="1">
                <a:solidFill>
                  <a:srgbClr val="000000"/>
                </a:solidFill>
                <a:latin typeface="+mn-lt"/>
                <a:cs typeface="Arial" panose="020B0604020202020204" pitchFamily="34" charset="0"/>
              </a:rPr>
              <a:t>1. </a:t>
            </a:r>
            <a:r>
              <a:rPr lang="en-US" altLang="da-DK" sz="900" b="0" noProof="1">
                <a:solidFill>
                  <a:srgbClr val="000000"/>
                </a:solidFill>
                <a:latin typeface="+mn-lt"/>
                <a:cs typeface="Arial" panose="020B0604020202020204" pitchFamily="34" charset="0"/>
              </a:rPr>
              <a:t>Click </a:t>
            </a:r>
            <a:r>
              <a:rPr lang="en-US" altLang="da-DK" sz="900" b="1" noProof="1">
                <a:solidFill>
                  <a:srgbClr val="000000"/>
                </a:solidFill>
                <a:latin typeface="+mn-lt"/>
                <a:cs typeface="Arial" panose="020B0604020202020204" pitchFamily="34" charset="0"/>
              </a:rPr>
              <a:t>Crop</a:t>
            </a:r>
            <a:r>
              <a:rPr lang="en-US" altLang="da-DK" sz="900" b="0" noProof="1">
                <a:solidFill>
                  <a:srgbClr val="000000"/>
                </a:solidFill>
                <a:latin typeface="+mn-lt"/>
                <a:cs typeface="Arial" panose="020B0604020202020204" pitchFamily="34" charset="0"/>
              </a:rPr>
              <a:t> to change size or focus of the picture</a:t>
            </a:r>
          </a:p>
          <a:p>
            <a:pPr eaLnBrk="1" hangingPunct="1">
              <a:spcAft>
                <a:spcPts val="600"/>
              </a:spcAft>
              <a:defRPr/>
            </a:pPr>
            <a:r>
              <a:rPr lang="en-US" altLang="da-DK" sz="900" b="1" noProof="1">
                <a:solidFill>
                  <a:srgbClr val="000000"/>
                </a:solidFill>
                <a:latin typeface="+mn-lt"/>
                <a:cs typeface="Arial" panose="020B0604020202020204" pitchFamily="34" charset="0"/>
              </a:rPr>
              <a:t>2. </a:t>
            </a:r>
            <a:r>
              <a:rPr lang="en-US" altLang="da-DK" sz="900" b="0" noProof="1">
                <a:solidFill>
                  <a:srgbClr val="000000"/>
                </a:solidFill>
                <a:latin typeface="+mn-lt"/>
                <a:cs typeface="Arial" panose="020B0604020202020204" pitchFamily="34" charset="0"/>
              </a:rPr>
              <a:t>If you want to scale the picture, hold </a:t>
            </a:r>
            <a:r>
              <a:rPr lang="en-US" altLang="da-DK" sz="900" b="1" noProof="1">
                <a:solidFill>
                  <a:srgbClr val="000000"/>
                </a:solidFill>
                <a:latin typeface="+mn-lt"/>
                <a:cs typeface="Arial" panose="020B0604020202020204" pitchFamily="34" charset="0"/>
              </a:rPr>
              <a:t>SHIFT</a:t>
            </a:r>
            <a:r>
              <a:rPr lang="en-US" altLang="da-DK" sz="900" b="0" noProof="1">
                <a:solidFill>
                  <a:srgbClr val="000000"/>
                </a:solidFill>
                <a:latin typeface="+mn-lt"/>
                <a:cs typeface="Arial" panose="020B0604020202020204" pitchFamily="34" charset="0"/>
              </a:rPr>
              <a:t>-key down while dragging the corners of the picture</a:t>
            </a:r>
            <a:br>
              <a:rPr lang="en-US" altLang="da-DK" sz="900" b="0" noProof="1">
                <a:solidFill>
                  <a:srgbClr val="000000"/>
                </a:solidFill>
                <a:latin typeface="+mn-lt"/>
                <a:cs typeface="Arial" panose="020B0604020202020204" pitchFamily="34" charset="0"/>
              </a:rPr>
            </a:br>
            <a:endParaRPr lang="en-US" altLang="da-DK" sz="900" b="0" noProof="1">
              <a:solidFill>
                <a:srgbClr val="000000"/>
              </a:solidFill>
              <a:latin typeface="+mn-lt"/>
              <a:cs typeface="Arial" panose="020B0604020202020204" pitchFamily="34" charset="0"/>
            </a:endParaRPr>
          </a:p>
          <a:p>
            <a:pPr eaLnBrk="1" hangingPunct="1">
              <a:spcAft>
                <a:spcPts val="600"/>
              </a:spcAft>
              <a:defRPr/>
            </a:pPr>
            <a:r>
              <a:rPr lang="en-US" altLang="da-DK" sz="900" b="1" noProof="1">
                <a:solidFill>
                  <a:srgbClr val="000000"/>
                </a:solidFill>
                <a:latin typeface="+mn-lt"/>
                <a:cs typeface="Arial" panose="020B0604020202020204" pitchFamily="34" charset="0"/>
              </a:rPr>
              <a:t>HINT: </a:t>
            </a:r>
            <a:r>
              <a:rPr lang="en-US"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US" altLang="da-DK" sz="900" b="1" noProof="1">
                <a:solidFill>
                  <a:srgbClr val="000000"/>
                </a:solidFill>
                <a:latin typeface="+mn-lt"/>
                <a:cs typeface="Arial" panose="020B0604020202020204" pitchFamily="34" charset="0"/>
              </a:rPr>
              <a:t>Send to Back</a:t>
            </a:r>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solidFill>
                  <a:srgbClr val="000000"/>
                </a:solidFill>
                <a:latin typeface="+mn-lt"/>
                <a:cs typeface="Arial" panose="020B0604020202020204" pitchFamily="34" charset="0"/>
              </a:rPr>
              <a:t>GUIDES</a:t>
            </a:r>
            <a:endParaRPr lang="en-US" sz="1600" b="1" noProof="1">
              <a:solidFill>
                <a:srgbClr val="000000"/>
              </a:solidFill>
              <a:latin typeface="+mn-lt"/>
              <a:cs typeface="Arial" panose="020B0604020202020204" pitchFamily="34" charset="0"/>
            </a:endParaRPr>
          </a:p>
          <a:p>
            <a:pPr eaLnBrk="1" hangingPunct="1">
              <a:spcAft>
                <a:spcPts val="600"/>
              </a:spcAft>
              <a:defRPr/>
            </a:pPr>
            <a:r>
              <a:rPr lang="en-US" altLang="da-DK" sz="900" b="0" noProof="1">
                <a:solidFill>
                  <a:srgbClr val="000000"/>
                </a:solidFill>
                <a:latin typeface="+mn-lt"/>
                <a:cs typeface="Arial" panose="020B0604020202020204" pitchFamily="34" charset="0"/>
              </a:rPr>
              <a:t>Click the </a:t>
            </a:r>
            <a:r>
              <a:rPr lang="en-US" altLang="da-DK" sz="900" b="1" noProof="1">
                <a:solidFill>
                  <a:srgbClr val="000000"/>
                </a:solidFill>
                <a:latin typeface="+mn-lt"/>
                <a:cs typeface="Arial" panose="020B0604020202020204" pitchFamily="34" charset="0"/>
              </a:rPr>
              <a:t>View</a:t>
            </a:r>
            <a:r>
              <a:rPr lang="en-US" altLang="da-DK" sz="900" b="0" noProof="1">
                <a:solidFill>
                  <a:srgbClr val="000000"/>
                </a:solidFill>
                <a:latin typeface="+mn-lt"/>
                <a:cs typeface="Arial" panose="020B0604020202020204" pitchFamily="34" charset="0"/>
              </a:rPr>
              <a:t> tab and set tick mark next to </a:t>
            </a:r>
            <a:r>
              <a:rPr lang="en-US" altLang="da-DK" sz="900" b="1" noProof="1">
                <a:solidFill>
                  <a:srgbClr val="000000"/>
                </a:solidFill>
                <a:latin typeface="+mn-lt"/>
                <a:cs typeface="Arial" panose="020B0604020202020204" pitchFamily="34" charset="0"/>
              </a:rPr>
              <a:t>Guides</a:t>
            </a:r>
            <a:endParaRPr lang="en-US" altLang="da-DK" sz="900" b="0" noProof="1">
              <a:solidFill>
                <a:srgbClr val="000000"/>
              </a:solidFill>
              <a:latin typeface="+mn-lt"/>
              <a:cs typeface="Arial" panose="020B0604020202020204" pitchFamily="34" charset="0"/>
            </a:endParaRPr>
          </a:p>
          <a:p>
            <a:pPr eaLnBrk="1" hangingPunct="1">
              <a:spcAft>
                <a:spcPts val="600"/>
              </a:spcAft>
              <a:defRPr/>
            </a:pPr>
            <a:r>
              <a:rPr lang="en-US" altLang="da-DK" sz="900" b="1" noProof="1">
                <a:solidFill>
                  <a:srgbClr val="000000"/>
                </a:solidFill>
                <a:latin typeface="+mn-lt"/>
                <a:cs typeface="Arial" panose="020B0604020202020204" pitchFamily="34" charset="0"/>
              </a:rPr>
              <a:t>HINT: Alt + F9 </a:t>
            </a:r>
            <a:r>
              <a:rPr lang="en-US" altLang="da-DK" sz="900" b="0" noProof="1">
                <a:solidFill>
                  <a:srgbClr val="000000"/>
                </a:solidFill>
                <a:latin typeface="+mn-lt"/>
                <a:cs typeface="Arial" panose="020B0604020202020204" pitchFamily="34" charset="0"/>
              </a:rPr>
              <a:t>for quick view of guides</a:t>
            </a:r>
            <a:br>
              <a:rPr lang="en-US" altLang="da-DK" sz="900" b="0" noProof="1">
                <a:solidFill>
                  <a:srgbClr val="000000"/>
                </a:solidFill>
                <a:latin typeface="+mn-lt"/>
                <a:cs typeface="Arial" panose="020B0604020202020204" pitchFamily="34" charset="0"/>
              </a:rPr>
            </a:br>
            <a:r>
              <a:rPr lang="en-US" altLang="da-DK" sz="900" b="1" noProof="1">
                <a:solidFill>
                  <a:srgbClr val="000000"/>
                </a:solidFill>
                <a:latin typeface="+mn-lt"/>
                <a:cs typeface="Arial" panose="020B0604020202020204" pitchFamily="34" charset="0"/>
              </a:rPr>
              <a:t>Mac: </a:t>
            </a:r>
            <a:r>
              <a:rPr lang="en-US" sz="900" b="0" i="0">
                <a:solidFill>
                  <a:srgbClr val="000000"/>
                </a:solidFill>
                <a:effectLst/>
                <a:latin typeface="+mn-lt"/>
              </a:rPr>
              <a:t>⌘ </a:t>
            </a:r>
            <a:r>
              <a:rPr lang="en-US" altLang="da-DK" sz="900" b="0" noProof="1">
                <a:solidFill>
                  <a:srgbClr val="000000"/>
                </a:solidFill>
                <a:latin typeface="+mn-lt"/>
                <a:cs typeface="Arial" panose="020B0604020202020204" pitchFamily="34" charset="0"/>
              </a:rPr>
              <a:t>+ option + ctrl + G</a:t>
            </a:r>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a:stretch>
            <a:fillRect/>
          </a:stretch>
        </p:blipFill>
        <p:spPr>
          <a:xfrm>
            <a:off x="7152225" y="1942016"/>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3"/>
          <a:stretch>
            <a:fillRect/>
          </a:stretch>
        </p:blipFill>
        <p:spPr>
          <a:xfrm>
            <a:off x="7193987" y="4026953"/>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02167" y="1493850"/>
            <a:ext cx="2856345"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rgbClr val="000000"/>
                </a:solidFill>
                <a:latin typeface="+mn-lt"/>
                <a:cs typeface="Arial" panose="020B0604020202020204" pitchFamily="34" charset="0"/>
              </a:rPr>
              <a:t>HEADER &amp; FOOTER</a:t>
            </a:r>
          </a:p>
          <a:p>
            <a:pPr eaLnBrk="1" hangingPunct="1">
              <a:spcAft>
                <a:spcPts val="600"/>
              </a:spcAft>
              <a:defRPr/>
            </a:pPr>
            <a:r>
              <a:rPr lang="en-US" altLang="da-DK" sz="900" b="0" noProof="1">
                <a:solidFill>
                  <a:srgbClr val="000000"/>
                </a:solidFill>
                <a:latin typeface="+mn-lt"/>
                <a:cs typeface="Arial" panose="020B0604020202020204" pitchFamily="34" charset="0"/>
              </a:rPr>
              <a:t>Do this at the very end to apply the changes on all slides</a:t>
            </a:r>
          </a:p>
          <a:p>
            <a:pPr eaLnBrk="1" hangingPunct="1">
              <a:spcAft>
                <a:spcPts val="600"/>
              </a:spcAft>
              <a:defRPr/>
            </a:pPr>
            <a:r>
              <a:rPr lang="en-US" altLang="da-DK" sz="900" b="0" noProof="1">
                <a:solidFill>
                  <a:srgbClr val="000000"/>
                </a:solidFill>
                <a:latin typeface="+mn-lt"/>
                <a:cs typeface="Arial" panose="020B0604020202020204" pitchFamily="34" charset="0"/>
              </a:rPr>
              <a:t>Click on </a:t>
            </a:r>
            <a:r>
              <a:rPr lang="en-US" altLang="da-DK" sz="900" b="1" noProof="1">
                <a:solidFill>
                  <a:srgbClr val="000000"/>
                </a:solidFill>
                <a:latin typeface="+mn-lt"/>
                <a:cs typeface="Arial" panose="020B0604020202020204" pitchFamily="34" charset="0"/>
              </a:rPr>
              <a:t>Header &amp; Footer </a:t>
            </a:r>
            <a:r>
              <a:rPr lang="en-US" altLang="da-DK" sz="900" b="0" noProof="1">
                <a:solidFill>
                  <a:srgbClr val="000000"/>
                </a:solidFill>
                <a:latin typeface="+mn-lt"/>
                <a:cs typeface="Arial" panose="020B0604020202020204" pitchFamily="34" charset="0"/>
              </a:rPr>
              <a:t>in the </a:t>
            </a:r>
            <a:r>
              <a:rPr lang="en-US" altLang="da-DK" sz="900" b="1" noProof="1">
                <a:solidFill>
                  <a:srgbClr val="000000"/>
                </a:solidFill>
                <a:latin typeface="+mn-lt"/>
                <a:cs typeface="Arial" panose="020B0604020202020204" pitchFamily="34" charset="0"/>
              </a:rPr>
              <a:t>Insert</a:t>
            </a:r>
            <a:r>
              <a:rPr lang="en-US" altLang="da-DK" sz="900" b="0" noProof="1">
                <a:solidFill>
                  <a:srgbClr val="000000"/>
                </a:solidFill>
                <a:latin typeface="+mn-lt"/>
                <a:cs typeface="Arial" panose="020B0604020202020204" pitchFamily="34" charset="0"/>
              </a:rPr>
              <a:t> tab </a:t>
            </a:r>
            <a:br>
              <a:rPr lang="en-US" altLang="da-DK" sz="900" b="0" noProof="1">
                <a:solidFill>
                  <a:srgbClr val="000000"/>
                </a:solidFill>
                <a:latin typeface="+mn-lt"/>
                <a:cs typeface="Arial" panose="020B0604020202020204" pitchFamily="34" charset="0"/>
              </a:rPr>
            </a:br>
            <a:r>
              <a:rPr lang="en-US" altLang="da-DK" sz="900" b="0" noProof="1">
                <a:solidFill>
                  <a:srgbClr val="000000"/>
                </a:solidFill>
                <a:latin typeface="+mn-lt"/>
                <a:cs typeface="Arial" panose="020B0604020202020204" pitchFamily="34" charset="0"/>
              </a:rPr>
              <a:t>(write the desired text, click date or Slide </a:t>
            </a:r>
            <a:br>
              <a:rPr lang="en-US" altLang="da-DK" sz="900" b="0" noProof="1">
                <a:solidFill>
                  <a:srgbClr val="000000"/>
                </a:solidFill>
                <a:latin typeface="+mn-lt"/>
                <a:cs typeface="Arial" panose="020B0604020202020204" pitchFamily="34" charset="0"/>
              </a:rPr>
            </a:br>
            <a:r>
              <a:rPr lang="en-US" altLang="da-DK" sz="900" b="0" noProof="1">
                <a:solidFill>
                  <a:srgbClr val="000000"/>
                </a:solidFill>
                <a:latin typeface="+mn-lt"/>
                <a:cs typeface="Arial" panose="020B0604020202020204" pitchFamily="34" charset="0"/>
              </a:rPr>
              <a:t>number from or to)</a:t>
            </a:r>
          </a:p>
          <a:p>
            <a:pPr eaLnBrk="1" hangingPunct="1">
              <a:spcAft>
                <a:spcPts val="600"/>
              </a:spcAft>
              <a:defRPr/>
            </a:pPr>
            <a:r>
              <a:rPr lang="en-US" altLang="da-DK" sz="900" b="0" noProof="1">
                <a:solidFill>
                  <a:srgbClr val="000000"/>
                </a:solidFill>
                <a:latin typeface="+mn-lt"/>
                <a:cs typeface="Arial" panose="020B0604020202020204" pitchFamily="34" charset="0"/>
              </a:rPr>
              <a:t>Click </a:t>
            </a:r>
            <a:r>
              <a:rPr lang="en-US" altLang="da-DK" sz="900" b="1" noProof="1">
                <a:solidFill>
                  <a:srgbClr val="000000"/>
                </a:solidFill>
                <a:latin typeface="+mn-lt"/>
                <a:cs typeface="Arial" panose="020B0604020202020204" pitchFamily="34" charset="0"/>
              </a:rPr>
              <a:t>Apply to All </a:t>
            </a:r>
            <a:r>
              <a:rPr lang="en-US" altLang="da-DK" sz="900" b="0" noProof="1">
                <a:solidFill>
                  <a:srgbClr val="000000"/>
                </a:solidFill>
                <a:latin typeface="+mn-lt"/>
                <a:cs typeface="Arial" panose="020B0604020202020204" pitchFamily="34" charset="0"/>
              </a:rPr>
              <a:t>or </a:t>
            </a:r>
            <a:r>
              <a:rPr lang="en-US" altLang="da-DK" sz="900" b="1" noProof="1">
                <a:solidFill>
                  <a:srgbClr val="000000"/>
                </a:solidFill>
                <a:latin typeface="+mn-lt"/>
                <a:cs typeface="Arial" panose="020B0604020202020204" pitchFamily="34" charset="0"/>
              </a:rPr>
              <a:t>Apply</a:t>
            </a:r>
            <a:r>
              <a:rPr lang="en-US" altLang="da-DK" sz="900" b="0" noProof="1">
                <a:solidFill>
                  <a:srgbClr val="000000"/>
                </a:solidFill>
                <a:latin typeface="+mn-lt"/>
                <a:cs typeface="Arial" panose="020B0604020202020204" pitchFamily="34" charset="0"/>
              </a:rPr>
              <a:t> if only used on one slide</a:t>
            </a:r>
          </a:p>
          <a:p>
            <a:pPr eaLnBrk="1" hangingPunct="1">
              <a:spcAft>
                <a:spcPts val="600"/>
              </a:spcAft>
              <a:defRPr/>
            </a:pPr>
            <a:endParaRPr lang="en-US" altLang="da-DK" sz="900" b="0" noProof="1">
              <a:solidFill>
                <a:srgbClr val="000000"/>
              </a:solidFill>
              <a:latin typeface="+mn-lt"/>
              <a:cs typeface="Arial" panose="020B0604020202020204" pitchFamily="34" charset="0"/>
            </a:endParaRPr>
          </a:p>
          <a:p>
            <a:pPr eaLnBrk="1" hangingPunct="1">
              <a:spcAft>
                <a:spcPts val="600"/>
              </a:spcAft>
              <a:defRPr/>
            </a:pPr>
            <a:r>
              <a:rPr lang="en-US" altLang="da-DK" sz="1600" b="0" noProof="1">
                <a:solidFill>
                  <a:srgbClr val="000000"/>
                </a:solidFill>
                <a:latin typeface="+mn-lt"/>
                <a:cs typeface="Arial" panose="020B0604020202020204" pitchFamily="34" charset="0"/>
              </a:rPr>
              <a:t>COPY/PASTE CONTENT</a:t>
            </a:r>
          </a:p>
          <a:p>
            <a:pPr eaLnBrk="1" hangingPunct="1">
              <a:spcAft>
                <a:spcPts val="600"/>
              </a:spcAft>
              <a:defRPr/>
            </a:pPr>
            <a:r>
              <a:rPr lang="en-US" altLang="da-DK" sz="900" b="0" noProof="1">
                <a:solidFill>
                  <a:srgbClr val="000000"/>
                </a:solidFill>
                <a:latin typeface="+mn-lt"/>
                <a:cs typeface="Arial" panose="020B0604020202020204" pitchFamily="34" charset="0"/>
              </a:rPr>
              <a:t>When copying old content to your new presentation, </a:t>
            </a:r>
            <a:br>
              <a:rPr lang="en-US" altLang="da-DK" sz="900" b="0" noProof="1">
                <a:solidFill>
                  <a:srgbClr val="000000"/>
                </a:solidFill>
                <a:latin typeface="+mn-lt"/>
                <a:cs typeface="Arial" panose="020B0604020202020204" pitchFamily="34" charset="0"/>
              </a:rPr>
            </a:br>
            <a:r>
              <a:rPr lang="en-US" altLang="da-DK" sz="900" b="0" noProof="1">
                <a:solidFill>
                  <a:srgbClr val="000000"/>
                </a:solidFill>
                <a:latin typeface="+mn-lt"/>
                <a:cs typeface="Arial" panose="020B0604020202020204" pitchFamily="34" charset="0"/>
              </a:rPr>
              <a:t>2 options are available:</a:t>
            </a:r>
          </a:p>
          <a:p>
            <a:pPr eaLnBrk="1" hangingPunct="1">
              <a:spcAft>
                <a:spcPts val="600"/>
              </a:spcAft>
              <a:defRPr/>
            </a:pPr>
            <a:r>
              <a:rPr lang="en-US" altLang="da-DK" sz="900" b="1" noProof="1">
                <a:solidFill>
                  <a:srgbClr val="000000"/>
                </a:solidFill>
                <a:latin typeface="+mn-lt"/>
                <a:cs typeface="Arial" panose="020B0604020202020204" pitchFamily="34" charset="0"/>
              </a:rPr>
              <a:t>1. Best practice: </a:t>
            </a:r>
            <a:r>
              <a:rPr lang="en-US" altLang="da-DK" sz="900" b="0" noProof="1">
                <a:solidFill>
                  <a:srgbClr val="000000"/>
                </a:solidFill>
                <a:latin typeface="+mn-lt"/>
                <a:cs typeface="Arial" panose="020B0604020202020204" pitchFamily="34" charset="0"/>
              </a:rPr>
              <a:t>Create a slide in your new presentation and copy </a:t>
            </a:r>
            <a:r>
              <a:rPr lang="en-US" altLang="da-DK" sz="900" b="0" i="0" u="sng" noProof="1">
                <a:solidFill>
                  <a:srgbClr val="000000"/>
                </a:solidFill>
                <a:latin typeface="+mn-lt"/>
                <a:cs typeface="Arial" panose="020B0604020202020204" pitchFamily="34" charset="0"/>
              </a:rPr>
              <a:t>one</a:t>
            </a:r>
            <a:r>
              <a:rPr lang="en-US" altLang="da-DK" sz="900" b="0" i="0" u="none" noProof="1">
                <a:solidFill>
                  <a:srgbClr val="000000"/>
                </a:solidFill>
                <a:latin typeface="+mn-lt"/>
                <a:cs typeface="Arial" panose="020B0604020202020204" pitchFamily="34" charset="0"/>
              </a:rPr>
              <a:t> piece of content at a time (e.g. copy all text from </a:t>
            </a:r>
            <a:r>
              <a:rPr lang="en-US" altLang="da-DK" sz="900" b="0" i="0" u="sng" noProof="1">
                <a:solidFill>
                  <a:srgbClr val="000000"/>
                </a:solidFill>
                <a:latin typeface="+mn-lt"/>
                <a:cs typeface="Arial" panose="020B0604020202020204" pitchFamily="34" charset="0"/>
              </a:rPr>
              <a:t>one</a:t>
            </a:r>
            <a:r>
              <a:rPr lang="en-US" altLang="da-DK" sz="900" b="0" i="0" u="none" noProof="1">
                <a:solidFill>
                  <a:srgbClr val="000000"/>
                </a:solidFill>
                <a:latin typeface="+mn-lt"/>
                <a:cs typeface="Arial" panose="020B0604020202020204" pitchFamily="34" charset="0"/>
              </a:rPr>
              <a:t> textbox)</a:t>
            </a:r>
            <a:endParaRPr lang="en-US" altLang="da-DK" sz="900" b="1" i="0" u="sng" noProof="1">
              <a:solidFill>
                <a:srgbClr val="000000"/>
              </a:solidFill>
              <a:latin typeface="+mn-lt"/>
              <a:cs typeface="Arial" panose="020B0604020202020204" pitchFamily="34" charset="0"/>
            </a:endParaRPr>
          </a:p>
          <a:p>
            <a:pPr eaLnBrk="1" hangingPunct="1">
              <a:spcAft>
                <a:spcPts val="600"/>
              </a:spcAft>
              <a:defRPr/>
            </a:pPr>
            <a:r>
              <a:rPr lang="en-US" altLang="da-DK" sz="900" b="1" noProof="1">
                <a:solidFill>
                  <a:srgbClr val="000000"/>
                </a:solidFill>
                <a:latin typeface="+mn-lt"/>
                <a:cs typeface="Arial" panose="020B0604020202020204" pitchFamily="34" charset="0"/>
              </a:rPr>
              <a:t>2. </a:t>
            </a:r>
            <a:r>
              <a:rPr lang="en-US" altLang="da-DK" sz="900" b="0" noProof="1">
                <a:solidFill>
                  <a:srgbClr val="000000"/>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rgbClr val="000000"/>
              </a:solidFill>
              <a:latin typeface="+mn-lt"/>
              <a:cs typeface="Arial" panose="020B0604020202020204" pitchFamily="34" charset="0"/>
            </a:endParaRPr>
          </a:p>
          <a:p>
            <a:pPr eaLnBrk="1" hangingPunct="1">
              <a:spcAft>
                <a:spcPts val="600"/>
              </a:spcAft>
              <a:defRPr/>
            </a:pPr>
            <a:endParaRPr lang="en-US"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rgbClr val="000000"/>
                </a:solidFill>
                <a:latin typeface="+mn-lt"/>
                <a:cs typeface="Arial" panose="020B0604020202020204" pitchFamily="34" charset="0"/>
              </a:rPr>
              <a:t>Insert predefined slides and elements using the Templafy pane. Choose </a:t>
            </a:r>
            <a:r>
              <a:rPr lang="en-US" altLang="da-DK" sz="900" b="1" noProof="1">
                <a:solidFill>
                  <a:srgbClr val="000000"/>
                </a:solidFill>
                <a:latin typeface="+mn-lt"/>
                <a:cs typeface="Arial" panose="020B0604020202020204" pitchFamily="34" charset="0"/>
              </a:rPr>
              <a:t>Slides</a:t>
            </a:r>
            <a:r>
              <a:rPr lang="en-US" altLang="da-DK" sz="900" b="0" noProof="1">
                <a:solidFill>
                  <a:srgbClr val="000000"/>
                </a:solidFill>
                <a:latin typeface="+mn-lt"/>
                <a:cs typeface="Arial" panose="020B0604020202020204" pitchFamily="34" charset="0"/>
              </a:rPr>
              <a:t> and </a:t>
            </a:r>
            <a:r>
              <a:rPr lang="en-US" altLang="da-DK" sz="900" b="1" noProof="1">
                <a:solidFill>
                  <a:srgbClr val="000000"/>
                </a:solidFill>
                <a:latin typeface="+mn-lt"/>
                <a:cs typeface="Arial" panose="020B0604020202020204" pitchFamily="34" charset="0"/>
              </a:rPr>
              <a:t>Slide elements </a:t>
            </a:r>
            <a:r>
              <a:rPr lang="en-US" altLang="da-DK" sz="900" b="0" noProof="1">
                <a:solidFill>
                  <a:srgbClr val="000000"/>
                </a:solidFill>
                <a:latin typeface="+mn-lt"/>
                <a:cs typeface="Arial" panose="020B0604020202020204" pitchFamily="34" charset="0"/>
              </a:rPr>
              <a:t>from the buttons in the Templafy pane on the </a:t>
            </a:r>
            <a:br>
              <a:rPr lang="en-US" altLang="da-DK" sz="900" b="0" noProof="1">
                <a:solidFill>
                  <a:srgbClr val="000000"/>
                </a:solidFill>
                <a:latin typeface="+mn-lt"/>
                <a:cs typeface="Arial" panose="020B0604020202020204" pitchFamily="34" charset="0"/>
              </a:rPr>
            </a:br>
            <a:r>
              <a:rPr lang="en-US" altLang="da-DK" sz="900" b="0" noProof="1">
                <a:solidFill>
                  <a:srgbClr val="000000"/>
                </a:solidFill>
                <a:latin typeface="+mn-lt"/>
                <a:cs typeface="Arial" panose="020B0604020202020204" pitchFamily="34" charset="0"/>
              </a:rPr>
              <a:t>right side of the screen</a:t>
            </a:r>
            <a:endParaRPr lang="en-US" altLang="da-DK" sz="900" b="1" noProof="1">
              <a:solidFill>
                <a:srgbClr val="000000"/>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455613" y="463861"/>
            <a:ext cx="11277600" cy="494528"/>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4"/>
          <a:stretch>
            <a:fillRect/>
          </a:stretch>
        </p:blipFill>
        <p:spPr>
          <a:xfrm>
            <a:off x="10956668" y="2116483"/>
            <a:ext cx="378293" cy="543366"/>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0" y="6858000"/>
            <a:ext cx="0" cy="0"/>
          </a:xfrm>
        </p:spPr>
        <p:txBody>
          <a:bodyPr/>
          <a:lstStyle>
            <a:lvl1pPr>
              <a:defRPr sz="100">
                <a:noFill/>
              </a:defRPr>
            </a:lvl1pPr>
          </a:lstStyle>
          <a:p>
            <a:fld id="{1AB74252-A308-4DBB-A9A9-CA2BB4B51A09}" type="datetime1">
              <a:rPr lang="en-US" smtClean="0"/>
              <a:t>9/1/2026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5"/>
          <a:srcRect l="3901" t="45142" r="62601" b="9046"/>
          <a:stretch/>
        </p:blipFill>
        <p:spPr>
          <a:xfrm>
            <a:off x="7134516" y="3309842"/>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457252" y="1493850"/>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solidFill>
                  <a:srgbClr val="000000"/>
                </a:solidFill>
                <a:latin typeface="+mn-lt"/>
                <a:cs typeface="Arial" panose="020B0604020202020204" pitchFamily="34" charset="0"/>
              </a:rPr>
              <a:t>TEXT STYLES</a:t>
            </a:r>
            <a:endParaRPr lang="en-US" altLang="da-DK" sz="1600" b="0" noProof="1">
              <a:solidFill>
                <a:srgbClr val="000000"/>
              </a:solidFill>
              <a:latin typeface="+mn-lt"/>
              <a:cs typeface="Arial" panose="020B0604020202020204" pitchFamily="34" charset="0"/>
            </a:endParaRPr>
          </a:p>
          <a:p>
            <a:pPr eaLnBrk="1" hangingPunct="1">
              <a:spcAft>
                <a:spcPts val="600"/>
              </a:spcAft>
              <a:defRPr/>
            </a:pPr>
            <a:r>
              <a:rPr lang="en-US" altLang="da-DK" sz="900" b="0" noProof="1">
                <a:solidFill>
                  <a:srgbClr val="000000"/>
                </a:solidFill>
                <a:latin typeface="+mn-lt"/>
                <a:cs typeface="Arial" panose="020B0604020202020204" pitchFamily="34" charset="0"/>
              </a:rPr>
              <a:t>Use the </a:t>
            </a:r>
            <a:r>
              <a:rPr lang="en-US" altLang="da-DK" sz="900" b="1" noProof="1">
                <a:solidFill>
                  <a:srgbClr val="000000"/>
                </a:solidFill>
                <a:latin typeface="+mn-lt"/>
                <a:cs typeface="Arial" panose="020B0604020202020204" pitchFamily="34" charset="0"/>
              </a:rPr>
              <a:t>TAB</a:t>
            </a:r>
            <a:r>
              <a:rPr lang="en-US" altLang="da-DK" sz="900" b="0" noProof="1">
                <a:solidFill>
                  <a:srgbClr val="000000"/>
                </a:solidFill>
                <a:latin typeface="+mn-lt"/>
                <a:cs typeface="Arial" panose="020B0604020202020204" pitchFamily="34" charset="0"/>
              </a:rPr>
              <a:t>-key</a:t>
            </a:r>
            <a:r>
              <a:rPr lang="en-US" altLang="da-DK" sz="900" b="0" baseline="0" noProof="1">
                <a:solidFill>
                  <a:srgbClr val="000000"/>
                </a:solidFill>
                <a:latin typeface="+mn-lt"/>
                <a:cs typeface="Arial" panose="020B0604020202020204" pitchFamily="34" charset="0"/>
              </a:rPr>
              <a:t> to jump through levels. Click </a:t>
            </a:r>
            <a:r>
              <a:rPr lang="en-US" altLang="da-DK" sz="900" b="1" baseline="0" noProof="1">
                <a:solidFill>
                  <a:srgbClr val="000000"/>
                </a:solidFill>
                <a:latin typeface="+mn-lt"/>
                <a:cs typeface="Arial" panose="020B0604020202020204" pitchFamily="34" charset="0"/>
              </a:rPr>
              <a:t>ENTER </a:t>
            </a:r>
            <a:r>
              <a:rPr lang="en-US" altLang="da-DK" sz="900" b="0" baseline="0" noProof="1">
                <a:solidFill>
                  <a:srgbClr val="000000"/>
                </a:solidFill>
                <a:latin typeface="+mn-lt"/>
                <a:cs typeface="Arial" panose="020B0604020202020204" pitchFamily="34" charset="0"/>
              </a:rPr>
              <a:t>and</a:t>
            </a:r>
            <a:r>
              <a:rPr lang="en-US" altLang="da-DK" sz="900" b="1" baseline="0" noProof="1">
                <a:solidFill>
                  <a:srgbClr val="000000"/>
                </a:solidFill>
                <a:latin typeface="+mn-lt"/>
                <a:cs typeface="Arial" panose="020B0604020202020204" pitchFamily="34" charset="0"/>
              </a:rPr>
              <a:t> TAB</a:t>
            </a:r>
            <a:r>
              <a:rPr lang="en-US"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US" altLang="da-DK" sz="900" b="0" baseline="0" noProof="1">
                <a:solidFill>
                  <a:srgbClr val="000000"/>
                </a:solidFill>
                <a:latin typeface="+mn-lt"/>
                <a:cs typeface="Arial" panose="020B0604020202020204" pitchFamily="34" charset="0"/>
              </a:rPr>
              <a:t>To go back in levels use </a:t>
            </a:r>
            <a:r>
              <a:rPr lang="en-US" altLang="da-DK" sz="900" b="1" baseline="0" noProof="1">
                <a:solidFill>
                  <a:srgbClr val="000000"/>
                </a:solidFill>
                <a:latin typeface="+mn-lt"/>
                <a:cs typeface="Arial" panose="020B0604020202020204" pitchFamily="34" charset="0"/>
              </a:rPr>
              <a:t>SHIFT-TAB</a:t>
            </a:r>
            <a:endParaRPr lang="en-US" sz="900" b="1" noProof="1">
              <a:solidFill>
                <a:srgbClr val="000000"/>
              </a:solidFill>
              <a:latin typeface="+mn-lt"/>
              <a:cs typeface="Arial" panose="020B0604020202020204" pitchFamily="34" charset="0"/>
            </a:endParaRPr>
          </a:p>
          <a:p>
            <a:pPr eaLnBrk="1" hangingPunct="1">
              <a:spcAft>
                <a:spcPts val="600"/>
              </a:spcAft>
              <a:defRPr/>
            </a:pPr>
            <a:r>
              <a:rPr lang="en-US" sz="900" noProof="1">
                <a:solidFill>
                  <a:srgbClr val="000000"/>
                </a:solidFill>
                <a:latin typeface="+mn-lt"/>
                <a:cs typeface="Arial" panose="020B0604020202020204" pitchFamily="34" charset="0"/>
              </a:rPr>
              <a:t>Alternatively, </a:t>
            </a:r>
            <a:r>
              <a:rPr lang="en-US" sz="900" b="1" noProof="1">
                <a:solidFill>
                  <a:srgbClr val="000000"/>
                </a:solidFill>
                <a:latin typeface="+mn-lt"/>
                <a:cs typeface="Arial" panose="020B0604020202020204" pitchFamily="34" charset="0"/>
              </a:rPr>
              <a:t>Increase</a:t>
            </a:r>
            <a:r>
              <a:rPr lang="en-US" sz="900" baseline="0" noProof="1">
                <a:solidFill>
                  <a:srgbClr val="000000"/>
                </a:solidFill>
                <a:latin typeface="+mn-lt"/>
                <a:cs typeface="Arial" panose="020B0604020202020204" pitchFamily="34" charset="0"/>
              </a:rPr>
              <a:t> and </a:t>
            </a:r>
            <a:r>
              <a:rPr lang="en-US" sz="900" b="1" baseline="0" noProof="1">
                <a:solidFill>
                  <a:srgbClr val="000000"/>
                </a:solidFill>
                <a:latin typeface="+mn-lt"/>
                <a:cs typeface="Arial" panose="020B0604020202020204" pitchFamily="34" charset="0"/>
              </a:rPr>
              <a:t>Decrease </a:t>
            </a:r>
            <a:r>
              <a:rPr lang="en-US" sz="900" baseline="0" noProof="1">
                <a:solidFill>
                  <a:srgbClr val="000000"/>
                </a:solidFill>
                <a:latin typeface="+mn-lt"/>
                <a:cs typeface="Arial" panose="020B0604020202020204" pitchFamily="34" charset="0"/>
              </a:rPr>
              <a:t>list level can be used</a:t>
            </a:r>
            <a:br>
              <a:rPr lang="en-US" sz="900" baseline="0" noProof="1">
                <a:solidFill>
                  <a:srgbClr val="000000"/>
                </a:solidFill>
                <a:latin typeface="+mn-lt"/>
                <a:cs typeface="Arial" panose="020B0604020202020204" pitchFamily="34" charset="0"/>
              </a:rPr>
            </a:br>
            <a:endParaRPr lang="en-US" sz="900" baseline="0" noProof="1">
              <a:solidFill>
                <a:srgbClr val="000000"/>
              </a:solidFill>
              <a:latin typeface="+mn-lt"/>
              <a:cs typeface="Arial" panose="020B0604020202020204" pitchFamily="34" charset="0"/>
            </a:endParaRPr>
          </a:p>
          <a:p>
            <a:pPr eaLnBrk="1" hangingPunct="1">
              <a:spcAft>
                <a:spcPts val="600"/>
              </a:spcAft>
              <a:defRPr/>
            </a:pPr>
            <a:r>
              <a:rPr lang="en-US" altLang="da-DK" sz="900" b="1" noProof="1">
                <a:solidFill>
                  <a:srgbClr val="000000"/>
                </a:solidFill>
                <a:latin typeface="+mn-lt"/>
                <a:cs typeface="Arial" panose="020B0604020202020204" pitchFamily="34" charset="0"/>
              </a:rPr>
              <a:t>HINT: </a:t>
            </a:r>
            <a:r>
              <a:rPr lang="en-US"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rgbClr val="000000"/>
                </a:solidFill>
                <a:latin typeface="+mn-lt"/>
                <a:cs typeface="Arial" panose="020B0604020202020204" pitchFamily="34" charset="0"/>
              </a:rPr>
              <a:t>Delete bullet for regular text.</a:t>
            </a:r>
            <a:br>
              <a:rPr lang="en-US" altLang="da-DK" sz="900" b="0" noProof="1">
                <a:solidFill>
                  <a:srgbClr val="000000"/>
                </a:solidFill>
                <a:latin typeface="+mn-lt"/>
                <a:cs typeface="Arial" panose="020B0604020202020204" pitchFamily="34" charset="0"/>
              </a:rPr>
            </a:br>
            <a:r>
              <a:rPr lang="en-US" altLang="da-DK" sz="900" b="0" noProof="1">
                <a:solidFill>
                  <a:srgbClr val="000000"/>
                </a:solidFill>
                <a:latin typeface="+mn-lt"/>
                <a:cs typeface="Arial" panose="020B0604020202020204" pitchFamily="34" charset="0"/>
              </a:rPr>
              <a:t>Click on the bullet button to reaply the correct bullet again</a:t>
            </a:r>
          </a:p>
          <a:p>
            <a:pPr eaLnBrk="1" hangingPunct="1">
              <a:spcAft>
                <a:spcPts val="600"/>
              </a:spcAft>
              <a:defRPr/>
            </a:pPr>
            <a:br>
              <a:rPr lang="en-US" altLang="da-DK" sz="900" b="0" noProof="1">
                <a:solidFill>
                  <a:srgbClr val="000000"/>
                </a:solidFill>
                <a:latin typeface="+mn-lt"/>
                <a:cs typeface="Arial" panose="020B0604020202020204" pitchFamily="34" charset="0"/>
              </a:rPr>
            </a:br>
            <a:r>
              <a:rPr lang="en-US" sz="1600">
                <a:solidFill>
                  <a:srgbClr val="000000"/>
                </a:solidFill>
                <a:latin typeface="+mn-lt"/>
                <a:cs typeface="Arial" panose="020B0604020202020204" pitchFamily="34" charset="0"/>
              </a:rPr>
              <a:t>SLIDES &amp; LAYOUTS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rgbClr val="000000"/>
                </a:solidFill>
                <a:latin typeface="+mn-lt"/>
                <a:cs typeface="Arial" panose="020B0604020202020204" pitchFamily="34" charset="0"/>
              </a:rPr>
              <a:t>Click on the menu </a:t>
            </a:r>
            <a:r>
              <a:rPr lang="en-US" altLang="da-DK" sz="900" b="1" noProof="1">
                <a:solidFill>
                  <a:srgbClr val="000000"/>
                </a:solidFill>
                <a:latin typeface="+mn-lt"/>
                <a:cs typeface="Arial" panose="020B0604020202020204" pitchFamily="34" charset="0"/>
              </a:rPr>
              <a:t>New Slide </a:t>
            </a:r>
            <a:r>
              <a:rPr lang="en-US" altLang="da-DK" sz="900" b="0" noProof="1">
                <a:solidFill>
                  <a:srgbClr val="000000"/>
                </a:solidFill>
                <a:latin typeface="+mn-lt"/>
                <a:cs typeface="Arial" panose="020B0604020202020204" pitchFamily="34" charset="0"/>
              </a:rPr>
              <a:t>in the </a:t>
            </a:r>
            <a:r>
              <a:rPr lang="en-US" altLang="da-DK" sz="900" b="1" noProof="1">
                <a:solidFill>
                  <a:srgbClr val="000000"/>
                </a:solidFill>
                <a:latin typeface="+mn-lt"/>
                <a:cs typeface="Arial" panose="020B0604020202020204" pitchFamily="34" charset="0"/>
              </a:rPr>
              <a:t>Home</a:t>
            </a:r>
            <a:r>
              <a:rPr lang="en-US" altLang="da-DK" sz="900" b="0" noProof="1">
                <a:solidFill>
                  <a:srgbClr val="000000"/>
                </a:solidFill>
                <a:latin typeface="+mn-lt"/>
                <a:cs typeface="Arial" panose="020B0604020202020204" pitchFamily="34" charset="0"/>
              </a:rPr>
              <a:t> tab to insert a new slide</a:t>
            </a:r>
            <a:br>
              <a:rPr lang="en-US" altLang="da-DK" sz="900" b="0" noProof="1">
                <a:solidFill>
                  <a:srgbClr val="000000"/>
                </a:solidFill>
                <a:latin typeface="+mn-lt"/>
                <a:cs typeface="Arial" panose="020B0604020202020204" pitchFamily="34" charset="0"/>
              </a:rPr>
            </a:br>
            <a:br>
              <a:rPr lang="en-US" altLang="da-DK" sz="900" b="0" noProof="1">
                <a:solidFill>
                  <a:srgbClr val="000000"/>
                </a:solidFill>
                <a:latin typeface="+mn-lt"/>
                <a:cs typeface="Arial" panose="020B0604020202020204" pitchFamily="34" charset="0"/>
              </a:rPr>
            </a:br>
            <a:r>
              <a:rPr lang="en-US" altLang="da-DK" sz="900" b="1" noProof="1">
                <a:solidFill>
                  <a:srgbClr val="000000"/>
                </a:solidFill>
                <a:latin typeface="+mn-lt"/>
                <a:cs typeface="Arial" panose="020B0604020202020204" pitchFamily="34" charset="0"/>
              </a:rPr>
              <a:t>Change layout</a:t>
            </a:r>
            <a:endParaRPr lang="en-US" altLang="da-DK" sz="900" b="0" noProof="1">
              <a:solidFill>
                <a:srgbClr val="000000"/>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 </a:t>
            </a:r>
            <a:r>
              <a:rPr lang="en-US" sz="900">
                <a:solidFill>
                  <a:srgbClr val="000000"/>
                </a:solidFill>
                <a:latin typeface="+mn-lt"/>
                <a:ea typeface="Arial" panose="020B0604020202020204" pitchFamily="34" charset="0"/>
              </a:rPr>
              <a:t>to view a dropdown menu of possible slide layouts</a:t>
            </a:r>
            <a:br>
              <a:rPr lang="en-US"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rgbClr val="000000"/>
                </a:solidFill>
                <a:latin typeface="+mn-lt"/>
                <a:cs typeface="Arial" panose="020B0604020202020204" pitchFamily="34" charset="0"/>
              </a:rPr>
              <a:t>1. </a:t>
            </a:r>
            <a:r>
              <a:rPr lang="en-US" altLang="da-DK" sz="900" noProof="1">
                <a:solidFill>
                  <a:srgbClr val="000000"/>
                </a:solidFill>
                <a:latin typeface="+mn-lt"/>
                <a:cs typeface="Arial" panose="020B0604020202020204" pitchFamily="34" charset="0"/>
              </a:rPr>
              <a:t>Click the </a:t>
            </a:r>
            <a:r>
              <a:rPr lang="en-US" altLang="da-DK" sz="900" b="1" noProof="1">
                <a:solidFill>
                  <a:srgbClr val="000000"/>
                </a:solidFill>
                <a:latin typeface="+mn-lt"/>
                <a:cs typeface="Arial" panose="020B0604020202020204" pitchFamily="34" charset="0"/>
              </a:rPr>
              <a:t>Home</a:t>
            </a:r>
            <a:r>
              <a:rPr lang="en-US"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rgbClr val="000000"/>
                </a:solidFill>
                <a:latin typeface="+mn-lt"/>
                <a:cs typeface="Arial" panose="020B0604020202020204" pitchFamily="34" charset="0"/>
              </a:rPr>
              <a:t>2. </a:t>
            </a:r>
            <a:r>
              <a:rPr lang="en-US" altLang="da-DK" sz="900" noProof="1">
                <a:solidFill>
                  <a:srgbClr val="000000"/>
                </a:solidFill>
                <a:latin typeface="+mn-lt"/>
                <a:cs typeface="Arial" panose="020B0604020202020204" pitchFamily="34" charset="0"/>
              </a:rPr>
              <a:t>Click the </a:t>
            </a:r>
            <a:r>
              <a:rPr lang="en-US" altLang="da-DK" sz="900" b="1" noProof="1">
                <a:solidFill>
                  <a:srgbClr val="000000"/>
                </a:solidFill>
                <a:latin typeface="+mn-lt"/>
                <a:cs typeface="Arial" panose="020B0604020202020204" pitchFamily="34" charset="0"/>
              </a:rPr>
              <a:t>Reset</a:t>
            </a:r>
            <a:r>
              <a:rPr lang="en-US" altLang="da-DK" sz="900" noProof="1">
                <a:solidFill>
                  <a:srgbClr val="000000"/>
                </a:solidFill>
                <a:latin typeface="+mn-lt"/>
                <a:cs typeface="Arial" panose="020B0604020202020204" pitchFamily="34" charset="0"/>
              </a:rPr>
              <a:t> menu to reset position, size and formatting of the slide placeholders to their default settings</a:t>
            </a:r>
            <a:endParaRPr lang="en-US" sz="900">
              <a:solidFill>
                <a:srgbClr val="000000"/>
              </a:solidFill>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6"/>
          <a:stretch>
            <a:fillRect/>
          </a:stretch>
        </p:blipFill>
        <p:spPr>
          <a:xfrm>
            <a:off x="3181118" y="4859226"/>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7"/>
          <a:stretch>
            <a:fillRect/>
          </a:stretch>
        </p:blipFill>
        <p:spPr>
          <a:xfrm>
            <a:off x="3181118" y="4004907"/>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8"/>
          <a:stretch>
            <a:fillRect/>
          </a:stretch>
        </p:blipFill>
        <p:spPr>
          <a:xfrm>
            <a:off x="3183816" y="5689773"/>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9"/>
          <a:stretch>
            <a:fillRect/>
          </a:stretch>
        </p:blipFill>
        <p:spPr>
          <a:xfrm>
            <a:off x="3181118" y="2499649"/>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0"/>
          <a:srcRect l="50000" t="50000" b="4554"/>
          <a:stretch/>
        </p:blipFill>
        <p:spPr>
          <a:xfrm>
            <a:off x="7086364" y="2694597"/>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887108" y="54768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1"/>
            <a:srcRect l="1" t="29690" r="1315"/>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1"/>
            <a:srcRect l="21641" t="72894" r="72046" b="1834"/>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2"/>
          <a:stretch>
            <a:fillRect/>
          </a:stretch>
        </p:blipFill>
        <p:spPr>
          <a:xfrm>
            <a:off x="3181118" y="3209517"/>
            <a:ext cx="257143" cy="285714"/>
          </a:xfrm>
          <a:prstGeom prst="rect">
            <a:avLst/>
          </a:prstGeom>
        </p:spPr>
      </p:pic>
    </p:spTree>
    <p:extLst>
      <p:ext uri="{BB962C8B-B14F-4D97-AF65-F5344CB8AC3E}">
        <p14:creationId xmlns:p14="http://schemas.microsoft.com/office/powerpoint/2010/main" val="31554786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bwMode="white">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1"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US" sz="4400" b="0" i="0" noProof="0">
                <a:solidFill>
                  <a:schemeClr val="bg1"/>
                </a:solidFill>
              </a:rPr>
            </a:br>
            <a:r>
              <a:rPr lang="en-US" sz="4400" b="0" noProof="0">
                <a:solidFill>
                  <a:schemeClr val="bg1"/>
                </a:solidFill>
              </a:rPr>
              <a:t>do not use them. These layouts </a:t>
            </a:r>
            <a:r>
              <a:rPr lang="en-US" sz="4400" b="1" i="1" u="none" noProof="0">
                <a:solidFill>
                  <a:schemeClr val="bg1"/>
                </a:solidFill>
              </a:rPr>
              <a:t>are not </a:t>
            </a:r>
            <a:r>
              <a:rPr lang="en-US" sz="4400" b="0" noProof="0">
                <a:solidFill>
                  <a:schemeClr val="bg1"/>
                </a:solidFill>
              </a:rPr>
              <a:t>part of our corporate template.</a:t>
            </a:r>
            <a:br>
              <a:rPr lang="en-US" sz="2800" b="0" noProof="0">
                <a:solidFill>
                  <a:schemeClr val="bg1"/>
                </a:solidFill>
              </a:rPr>
            </a:br>
            <a:br>
              <a:rPr lang="en-US"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white">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white">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white">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bwMode="white">
          <a:xfrm>
            <a:off x="430213" y="2588374"/>
            <a:ext cx="10152346" cy="2215991"/>
          </a:xfrm>
          <a:prstGeom prst="rect">
            <a:avLst/>
          </a:prstGeom>
        </p:spPr>
        <p:txBody>
          <a:bodyPr wrap="square">
            <a:spAutoFit/>
          </a:bodyPr>
          <a:lstStyle/>
          <a:p>
            <a:pPr algn="ctr"/>
            <a:r>
              <a:rPr lang="en-US" sz="13800" b="1" i="1" noProof="0">
                <a:solidFill>
                  <a:schemeClr val="bg1"/>
                </a:solidFill>
              </a:rPr>
              <a:t>Do not use </a:t>
            </a:r>
            <a:endParaRPr lang="en-US" sz="2400" b="1" i="1"/>
          </a:p>
        </p:txBody>
      </p:sp>
      <p:sp>
        <p:nvSpPr>
          <p:cNvPr id="16" name="Do not use">
            <a:extLst>
              <a:ext uri="{FF2B5EF4-FFF2-40B4-BE49-F238E27FC236}">
                <a16:creationId xmlns:a16="http://schemas.microsoft.com/office/drawing/2014/main" id="{A8FA78FA-4D94-4717-B7C6-6F86378D6B01}"/>
              </a:ext>
            </a:extLst>
          </p:cNvPr>
          <p:cNvSpPr txBox="1"/>
          <p:nvPr userDrawn="1"/>
        </p:nvSpPr>
        <p:spPr bwMode="white">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US"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0" y="6858000"/>
            <a:ext cx="0" cy="0"/>
          </a:xfrm>
        </p:spPr>
        <p:txBody>
          <a:bodyPr/>
          <a:lstStyle>
            <a:lvl1pPr>
              <a:defRPr sz="100">
                <a:noFill/>
              </a:defRPr>
            </a:lvl1pPr>
          </a:lstStyle>
          <a:p>
            <a:fld id="{0B47CC09-D412-46CC-B4F3-6A86C85F5C46}" type="datetime1">
              <a:rPr lang="en-US" smtClean="0"/>
              <a:t>9/1/2026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1653146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457201" y="457200"/>
            <a:ext cx="11277600" cy="496800"/>
          </a:xfrm>
          <a:prstGeom prst="rect">
            <a:avLst/>
          </a:prstGeom>
        </p:spPr>
        <p:txBody>
          <a:bodyPr vert="horz" lIns="0" tIns="0" rIns="0" bIns="0" rtlCol="0" anchor="t" anchorCtr="0">
            <a:noAutofit/>
          </a:bodyPr>
          <a:lstStyle/>
          <a:p>
            <a:r>
              <a:rPr lang="en-US"/>
              <a:t>Click to add title</a:t>
            </a:r>
          </a:p>
        </p:txBody>
      </p:sp>
      <p:sp>
        <p:nvSpPr>
          <p:cNvPr id="3" name="Text Placeholder 2"/>
          <p:cNvSpPr>
            <a:spLocks noGrp="1"/>
          </p:cNvSpPr>
          <p:nvPr>
            <p:ph type="body" idx="1"/>
          </p:nvPr>
        </p:nvSpPr>
        <p:spPr>
          <a:xfrm>
            <a:off x="457201" y="1371600"/>
            <a:ext cx="11277600" cy="4392000"/>
          </a:xfrm>
          <a:prstGeom prst="rect">
            <a:avLst/>
          </a:prstGeom>
        </p:spPr>
        <p:txBody>
          <a:bodyPr vert="horz" lIns="0" tIns="0" rIns="0" bIns="0" rtlCol="0">
            <a:noAutofit/>
          </a:bodyPr>
          <a:lstStyle/>
          <a:p>
            <a:pPr lvl="0"/>
            <a:r>
              <a:rPr lang="en-US" noProof="0"/>
              <a:t>Level 1 (Enter &amp; TAB to view next text style, SHIFT+TAB to view previous text style)</a:t>
            </a:r>
          </a:p>
          <a:p>
            <a:pPr lvl="1"/>
            <a:r>
              <a:rPr lang="en-US" noProof="0"/>
              <a:t>Level 2</a:t>
            </a:r>
          </a:p>
          <a:p>
            <a:pPr lvl="2"/>
            <a:r>
              <a:rPr lang="en-US" noProof="0"/>
              <a:t>Level 3</a:t>
            </a:r>
          </a:p>
          <a:p>
            <a:pPr lvl="3"/>
            <a:r>
              <a:rPr lang="en-US" noProof="0"/>
              <a:t>Level 4, Header</a:t>
            </a:r>
          </a:p>
          <a:p>
            <a:pPr lvl="4"/>
            <a:r>
              <a:rPr lang="en-US" noProof="0"/>
              <a:t>Level 5, Body</a:t>
            </a:r>
          </a:p>
          <a:p>
            <a:pPr lvl="5"/>
            <a:r>
              <a:rPr lang="en-US" noProof="0"/>
              <a:t>Level 6</a:t>
            </a:r>
          </a:p>
          <a:p>
            <a:pPr lvl="6"/>
            <a:r>
              <a:rPr lang="en-US" noProof="0"/>
              <a:t>Level 7, Small Header</a:t>
            </a:r>
          </a:p>
          <a:p>
            <a:pPr lvl="7"/>
            <a:r>
              <a:rPr lang="en-US" noProof="0"/>
              <a:t>Level 8, Small Body</a:t>
            </a:r>
          </a:p>
          <a:p>
            <a:pPr lvl="8"/>
            <a:r>
              <a:rPr lang="en-US" noProof="0"/>
              <a:t>Level 9, Infographic</a:t>
            </a:r>
          </a:p>
        </p:txBody>
      </p:sp>
      <p:sp>
        <p:nvSpPr>
          <p:cNvPr id="2" name="Date Placeholder 1" hidden="1">
            <a:extLst>
              <a:ext uri="{FF2B5EF4-FFF2-40B4-BE49-F238E27FC236}">
                <a16:creationId xmlns:a16="http://schemas.microsoft.com/office/drawing/2014/main" id="{0643F1B6-0743-4D14-8B95-B030120DE5D1}"/>
              </a:ext>
            </a:extLst>
          </p:cNvPr>
          <p:cNvSpPr>
            <a:spLocks noGrp="1" noRot="1" noMove="1" noResize="1" noEditPoints="1" noAdjustHandles="1" noChangeArrowheads="1" noChangeShapeType="1"/>
          </p:cNvSpPr>
          <p:nvPr>
            <p:ph type="dt" sz="half" idx="2"/>
          </p:nvPr>
        </p:nvSpPr>
        <p:spPr>
          <a:xfrm>
            <a:off x="0" y="6858000"/>
            <a:ext cx="0" cy="0"/>
          </a:xfrm>
          <a:prstGeom prst="rect">
            <a:avLst/>
          </a:prstGeom>
        </p:spPr>
        <p:txBody>
          <a:bodyPr vert="horz" lIns="0" tIns="0" rIns="0" bIns="0" rtlCol="0" anchor="b" anchorCtr="0"/>
          <a:lstStyle>
            <a:lvl1pPr algn="r">
              <a:defRPr sz="700">
                <a:noFill/>
              </a:defRPr>
            </a:lvl1pPr>
          </a:lstStyle>
          <a:p>
            <a:fld id="{12BF0955-E111-49E5-806D-9FAAAF2C0916}" type="datetime1">
              <a:rPr lang="en-US" smtClean="0"/>
              <a:pPr/>
              <a:t>9/1/2026</a:t>
            </a:fld>
            <a:endParaRPr lang="en-US"/>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184800" y="6312529"/>
            <a:ext cx="4593600" cy="108000"/>
          </a:xfrm>
          <a:prstGeom prst="rect">
            <a:avLst/>
          </a:prstGeom>
          <a:noFill/>
          <a:ln>
            <a:noFill/>
          </a:ln>
        </p:spPr>
        <p:txBody>
          <a:bodyPr vert="horz" lIns="0" tIns="0" rIns="0" bIns="0" rtlCol="0" anchor="b" anchorCtr="0"/>
          <a:lstStyle>
            <a:lvl1pPr algn="r">
              <a:defRPr sz="700">
                <a:solidFill>
                  <a:schemeClr val="accent2"/>
                </a:solidFill>
              </a:defRPr>
            </a:lvl1pPr>
          </a:lstStyle>
          <a:p>
            <a:endParaRPr lang="en-US"/>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0958400" y="6312529"/>
            <a:ext cx="774000" cy="108000"/>
          </a:xfrm>
          <a:prstGeom prst="rect">
            <a:avLst/>
          </a:prstGeom>
          <a:noFill/>
          <a:ln>
            <a:noFill/>
          </a:ln>
        </p:spPr>
        <p:txBody>
          <a:bodyPr vert="horz" lIns="0" tIns="0" rIns="0" bIns="0" rtlCol="0" anchor="b" anchorCtr="0"/>
          <a:lstStyle>
            <a:lvl1pPr algn="r">
              <a:defRPr sz="700">
                <a:solidFill>
                  <a:schemeClr val="accent2"/>
                </a:solidFill>
              </a:defRPr>
            </a:lvl1pPr>
          </a:lstStyle>
          <a:p>
            <a:fld id="{23AA811B-2EBD-4900-905E-5BE206449611}" type="slidenum">
              <a:rPr lang="en-US" smtClean="0"/>
              <a:pPr/>
              <a:t>‹#›</a:t>
            </a:fld>
            <a:endParaRPr lang="en-US"/>
          </a:p>
        </p:txBody>
      </p:sp>
      <p:grpSp>
        <p:nvGrpSpPr>
          <p:cNvPr id="31" name="Grid" hidden="1">
            <a:extLst>
              <a:ext uri="{FF2B5EF4-FFF2-40B4-BE49-F238E27FC236}">
                <a16:creationId xmlns:a16="http://schemas.microsoft.com/office/drawing/2014/main" id="{3E9C1BF4-18A1-7A48-550F-37D0F8D2F274}"/>
              </a:ext>
            </a:extLst>
          </p:cNvPr>
          <p:cNvGrpSpPr>
            <a:grpSpLocks noGrp="1" noUngrp="1" noRot="1" noMove="1" noResize="1"/>
          </p:cNvGrpSpPr>
          <p:nvPr userDrawn="1"/>
        </p:nvGrpSpPr>
        <p:grpSpPr>
          <a:xfrm>
            <a:off x="457199" y="457200"/>
            <a:ext cx="11277599" cy="5943600"/>
            <a:chOff x="457199" y="457200"/>
            <a:chExt cx="11277599" cy="5943600"/>
          </a:xfrm>
        </p:grpSpPr>
        <p:sp>
          <p:nvSpPr>
            <p:cNvPr id="5" name="Rectangle 4">
              <a:extLst>
                <a:ext uri="{FF2B5EF4-FFF2-40B4-BE49-F238E27FC236}">
                  <a16:creationId xmlns:a16="http://schemas.microsoft.com/office/drawing/2014/main" id="{21418678-FD7F-814C-A0B7-ED575864391A}"/>
                </a:ext>
              </a:extLst>
            </p:cNvPr>
            <p:cNvSpPr>
              <a:spLocks noGrp="1" noRot="1" noMove="1" noResize="1" noEditPoints="1" noAdjustHandles="1" noChangeArrowheads="1" noChangeShapeType="1"/>
            </p:cNvSpPr>
            <p:nvPr userDrawn="1"/>
          </p:nvSpPr>
          <p:spPr>
            <a:xfrm>
              <a:off x="12320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10" name="Rectangle 9">
              <a:extLst>
                <a:ext uri="{FF2B5EF4-FFF2-40B4-BE49-F238E27FC236}">
                  <a16:creationId xmlns:a16="http://schemas.microsoft.com/office/drawing/2014/main" id="{674555C3-3F4D-87D5-E922-8B350C7FDF70}"/>
                </a:ext>
              </a:extLst>
            </p:cNvPr>
            <p:cNvSpPr>
              <a:spLocks noGrp="1" noRot="1" noMove="1" noResize="1" noEditPoints="1" noAdjustHandles="1" noChangeArrowheads="1" noChangeShapeType="1"/>
            </p:cNvSpPr>
            <p:nvPr userDrawn="1"/>
          </p:nvSpPr>
          <p:spPr>
            <a:xfrm flipH="1">
              <a:off x="457199" y="457200"/>
              <a:ext cx="11277599"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12" name="Rectangle 11">
              <a:extLst>
                <a:ext uri="{FF2B5EF4-FFF2-40B4-BE49-F238E27FC236}">
                  <a16:creationId xmlns:a16="http://schemas.microsoft.com/office/drawing/2014/main" id="{57B548E8-35D0-6F71-801A-2FF7E309BE78}"/>
                </a:ext>
              </a:extLst>
            </p:cNvPr>
            <p:cNvSpPr>
              <a:spLocks noGrp="1" noRot="1" noMove="1" noResize="1" noEditPoints="1" noAdjustHandles="1" noChangeArrowheads="1" noChangeShapeType="1"/>
            </p:cNvSpPr>
            <p:nvPr userDrawn="1"/>
          </p:nvSpPr>
          <p:spPr>
            <a:xfrm>
              <a:off x="21868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14" name="Rectangle 13">
              <a:extLst>
                <a:ext uri="{FF2B5EF4-FFF2-40B4-BE49-F238E27FC236}">
                  <a16:creationId xmlns:a16="http://schemas.microsoft.com/office/drawing/2014/main" id="{1A6FA8BF-27CD-55AE-9D76-0FCF533D3A0F}"/>
                </a:ext>
              </a:extLst>
            </p:cNvPr>
            <p:cNvSpPr>
              <a:spLocks noGrp="1" noRot="1" noMove="1" noResize="1" noEditPoints="1" noAdjustHandles="1" noChangeArrowheads="1" noChangeShapeType="1"/>
            </p:cNvSpPr>
            <p:nvPr userDrawn="1"/>
          </p:nvSpPr>
          <p:spPr>
            <a:xfrm>
              <a:off x="31416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16" name="Rectangle 15">
              <a:extLst>
                <a:ext uri="{FF2B5EF4-FFF2-40B4-BE49-F238E27FC236}">
                  <a16:creationId xmlns:a16="http://schemas.microsoft.com/office/drawing/2014/main" id="{915B43D8-035E-E1B5-5A6C-85EE3476A9DB}"/>
                </a:ext>
              </a:extLst>
            </p:cNvPr>
            <p:cNvSpPr>
              <a:spLocks noGrp="1" noRot="1" noMove="1" noResize="1" noEditPoints="1" noAdjustHandles="1" noChangeArrowheads="1" noChangeShapeType="1"/>
            </p:cNvSpPr>
            <p:nvPr userDrawn="1"/>
          </p:nvSpPr>
          <p:spPr>
            <a:xfrm>
              <a:off x="40964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18" name="Rectangle 17">
              <a:extLst>
                <a:ext uri="{FF2B5EF4-FFF2-40B4-BE49-F238E27FC236}">
                  <a16:creationId xmlns:a16="http://schemas.microsoft.com/office/drawing/2014/main" id="{864053FB-DEA3-7227-C4EA-69E6C5675177}"/>
                </a:ext>
              </a:extLst>
            </p:cNvPr>
            <p:cNvSpPr>
              <a:spLocks noGrp="1" noRot="1" noMove="1" noResize="1" noEditPoints="1" noAdjustHandles="1" noChangeArrowheads="1" noChangeShapeType="1"/>
            </p:cNvSpPr>
            <p:nvPr userDrawn="1"/>
          </p:nvSpPr>
          <p:spPr>
            <a:xfrm>
              <a:off x="50512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20" name="Rectangle 19">
              <a:extLst>
                <a:ext uri="{FF2B5EF4-FFF2-40B4-BE49-F238E27FC236}">
                  <a16:creationId xmlns:a16="http://schemas.microsoft.com/office/drawing/2014/main" id="{BE441BB4-04CD-791B-8A1A-0F5FD09DD3F9}"/>
                </a:ext>
              </a:extLst>
            </p:cNvPr>
            <p:cNvSpPr>
              <a:spLocks noGrp="1" noRot="1" noMove="1" noResize="1" noEditPoints="1" noAdjustHandles="1" noChangeArrowheads="1" noChangeShapeType="1"/>
            </p:cNvSpPr>
            <p:nvPr userDrawn="1"/>
          </p:nvSpPr>
          <p:spPr>
            <a:xfrm>
              <a:off x="60060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22" name="Rectangle 21">
              <a:extLst>
                <a:ext uri="{FF2B5EF4-FFF2-40B4-BE49-F238E27FC236}">
                  <a16:creationId xmlns:a16="http://schemas.microsoft.com/office/drawing/2014/main" id="{4B77EC9A-AC61-B401-4184-3D2B84FB10E4}"/>
                </a:ext>
              </a:extLst>
            </p:cNvPr>
            <p:cNvSpPr>
              <a:spLocks noGrp="1" noRot="1" noMove="1" noResize="1" noEditPoints="1" noAdjustHandles="1" noChangeArrowheads="1" noChangeShapeType="1"/>
            </p:cNvSpPr>
            <p:nvPr userDrawn="1"/>
          </p:nvSpPr>
          <p:spPr>
            <a:xfrm>
              <a:off x="69608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24" name="Rectangle 23">
              <a:extLst>
                <a:ext uri="{FF2B5EF4-FFF2-40B4-BE49-F238E27FC236}">
                  <a16:creationId xmlns:a16="http://schemas.microsoft.com/office/drawing/2014/main" id="{E30B7655-6675-3943-E913-D659C2DA4B39}"/>
                </a:ext>
              </a:extLst>
            </p:cNvPr>
            <p:cNvSpPr>
              <a:spLocks noGrp="1" noRot="1" noMove="1" noResize="1" noEditPoints="1" noAdjustHandles="1" noChangeArrowheads="1" noChangeShapeType="1"/>
            </p:cNvSpPr>
            <p:nvPr userDrawn="1"/>
          </p:nvSpPr>
          <p:spPr>
            <a:xfrm>
              <a:off x="79156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26" name="Rectangle 25">
              <a:extLst>
                <a:ext uri="{FF2B5EF4-FFF2-40B4-BE49-F238E27FC236}">
                  <a16:creationId xmlns:a16="http://schemas.microsoft.com/office/drawing/2014/main" id="{F4781662-9A76-A8A4-F4C3-D8F0A583C253}"/>
                </a:ext>
              </a:extLst>
            </p:cNvPr>
            <p:cNvSpPr>
              <a:spLocks noGrp="1" noRot="1" noMove="1" noResize="1" noEditPoints="1" noAdjustHandles="1" noChangeArrowheads="1" noChangeShapeType="1"/>
            </p:cNvSpPr>
            <p:nvPr userDrawn="1"/>
          </p:nvSpPr>
          <p:spPr>
            <a:xfrm>
              <a:off x="88704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28" name="Rectangle 27">
              <a:extLst>
                <a:ext uri="{FF2B5EF4-FFF2-40B4-BE49-F238E27FC236}">
                  <a16:creationId xmlns:a16="http://schemas.microsoft.com/office/drawing/2014/main" id="{0F8DCC8D-5899-F9BE-67D0-BE8698662458}"/>
                </a:ext>
              </a:extLst>
            </p:cNvPr>
            <p:cNvSpPr>
              <a:spLocks noGrp="1" noRot="1" noMove="1" noResize="1" noEditPoints="1" noAdjustHandles="1" noChangeArrowheads="1" noChangeShapeType="1"/>
            </p:cNvSpPr>
            <p:nvPr userDrawn="1"/>
          </p:nvSpPr>
          <p:spPr>
            <a:xfrm>
              <a:off x="98252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sp>
          <p:nvSpPr>
            <p:cNvPr id="30" name="Rectangle 29">
              <a:extLst>
                <a:ext uri="{FF2B5EF4-FFF2-40B4-BE49-F238E27FC236}">
                  <a16:creationId xmlns:a16="http://schemas.microsoft.com/office/drawing/2014/main" id="{31F98C2D-FD89-25EA-A132-F3014D6B6335}"/>
                </a:ext>
              </a:extLst>
            </p:cNvPr>
            <p:cNvSpPr>
              <a:spLocks noGrp="1" noRot="1" noMove="1" noResize="1" noEditPoints="1" noAdjustHandles="1" noChangeArrowheads="1" noChangeShapeType="1"/>
            </p:cNvSpPr>
            <p:nvPr userDrawn="1"/>
          </p:nvSpPr>
          <p:spPr>
            <a:xfrm>
              <a:off x="10780000" y="457200"/>
              <a:ext cx="180000" cy="5943600"/>
            </a:xfrm>
            <a:prstGeom prst="rect">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a:p>
          </p:txBody>
        </p:sp>
      </p:grpSp>
      <p:pic>
        <p:nvPicPr>
          <p:cNvPr id="34" name="Logo">
            <a:extLst>
              <a:ext uri="{FF2B5EF4-FFF2-40B4-BE49-F238E27FC236}">
                <a16:creationId xmlns:a16="http://schemas.microsoft.com/office/drawing/2014/main" id="{659CF7DA-83FD-55B4-BD19-ECAAB62ACD3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457200" y="6266000"/>
            <a:ext cx="1144800" cy="138973"/>
          </a:xfrm>
          <a:prstGeom prst="rect">
            <a:avLst/>
          </a:prstGeom>
        </p:spPr>
      </p:pic>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29" r:id="rId1"/>
    <p:sldLayoutId id="2147483795" r:id="rId2"/>
    <p:sldLayoutId id="2147483813" r:id="rId3"/>
    <p:sldLayoutId id="2147483737" r:id="rId4"/>
    <p:sldLayoutId id="2147483731" r:id="rId5"/>
    <p:sldLayoutId id="2147483798" r:id="rId6"/>
    <p:sldLayoutId id="2147483799" r:id="rId7"/>
    <p:sldLayoutId id="2147483732" r:id="rId8"/>
    <p:sldLayoutId id="2147483755" r:id="rId9"/>
    <p:sldLayoutId id="2147483800" r:id="rId10"/>
    <p:sldLayoutId id="2147483803" r:id="rId11"/>
    <p:sldLayoutId id="2147483815" r:id="rId12"/>
    <p:sldLayoutId id="2147483772" r:id="rId13"/>
    <p:sldLayoutId id="2147483801" r:id="rId14"/>
    <p:sldLayoutId id="2147483804" r:id="rId15"/>
    <p:sldLayoutId id="2147483743" r:id="rId16"/>
    <p:sldLayoutId id="2147483814" r:id="rId17"/>
    <p:sldLayoutId id="2147483739" r:id="rId18"/>
    <p:sldLayoutId id="2147483806" r:id="rId19"/>
    <p:sldLayoutId id="2147483805" r:id="rId20"/>
    <p:sldLayoutId id="2147483767" r:id="rId21"/>
    <p:sldLayoutId id="2147483816" r:id="rId22"/>
    <p:sldLayoutId id="2147483807" r:id="rId23"/>
    <p:sldLayoutId id="2147483810" r:id="rId24"/>
    <p:sldLayoutId id="2147483809" r:id="rId25"/>
    <p:sldLayoutId id="2147483811" r:id="rId26"/>
    <p:sldLayoutId id="2147483812" r:id="rId27"/>
    <p:sldLayoutId id="2147483792" r:id="rId28"/>
    <p:sldLayoutId id="2147483751" r:id="rId29"/>
  </p:sldLayoutIdLst>
  <p:hf hdr="0"/>
  <p:txStyles>
    <p:title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p:titleStyle>
    <p:bodyStyle>
      <a:lvl1pPr marL="234000" indent="-234000" algn="l" defTabSz="914400" rtl="0" eaLnBrk="1" latinLnBrk="0" hangingPunct="1">
        <a:lnSpc>
          <a:spcPct val="100000"/>
        </a:lnSpc>
        <a:spcBef>
          <a:spcPts val="600"/>
        </a:spcBef>
        <a:spcAft>
          <a:spcPts val="300"/>
        </a:spcAft>
        <a:buFont typeface="Arial" panose="020B0604020202020204" pitchFamily="34" charset="0"/>
        <a:buChar char="•"/>
        <a:defRPr sz="1800" kern="1200">
          <a:solidFill>
            <a:schemeClr val="accent2"/>
          </a:solidFill>
          <a:latin typeface="+mn-lt"/>
          <a:ea typeface="+mn-ea"/>
          <a:cs typeface="+mn-cs"/>
        </a:defRPr>
      </a:lvl1pPr>
      <a:lvl2pPr marL="468000" indent="-234000" algn="l" defTabSz="914400" rtl="0" eaLnBrk="1" latinLnBrk="0" hangingPunct="1">
        <a:lnSpc>
          <a:spcPct val="100000"/>
        </a:lnSpc>
        <a:spcBef>
          <a:spcPts val="600"/>
        </a:spcBef>
        <a:spcAft>
          <a:spcPts val="300"/>
        </a:spcAft>
        <a:buFont typeface="Arial" panose="020B0604020202020204" pitchFamily="34" charset="0"/>
        <a:buChar char="•"/>
        <a:defRPr sz="1800" kern="1200">
          <a:solidFill>
            <a:schemeClr val="accent2"/>
          </a:solidFill>
          <a:latin typeface="+mn-lt"/>
          <a:ea typeface="+mn-ea"/>
          <a:cs typeface="+mn-cs"/>
        </a:defRPr>
      </a:lvl2pPr>
      <a:lvl3pPr marL="702000" indent="-234000" algn="l" defTabSz="914400" rtl="0" eaLnBrk="1" latinLnBrk="0" hangingPunct="1">
        <a:lnSpc>
          <a:spcPct val="100000"/>
        </a:lnSpc>
        <a:spcBef>
          <a:spcPts val="600"/>
        </a:spcBef>
        <a:spcAft>
          <a:spcPts val="300"/>
        </a:spcAft>
        <a:buFont typeface="Arial" panose="020B0604020202020204" pitchFamily="34" charset="0"/>
        <a:buChar char="•"/>
        <a:defRPr sz="1800" kern="1200">
          <a:solidFill>
            <a:schemeClr val="accent2"/>
          </a:solidFill>
          <a:latin typeface="+mn-lt"/>
          <a:ea typeface="+mn-ea"/>
          <a:cs typeface="+mn-cs"/>
        </a:defRPr>
      </a:lvl3pPr>
      <a:lvl4pPr marL="0" indent="0" algn="l" defTabSz="914400" rtl="0" eaLnBrk="1" latinLnBrk="0" hangingPunct="1">
        <a:lnSpc>
          <a:spcPct val="100000"/>
        </a:lnSpc>
        <a:spcBef>
          <a:spcPts val="1200"/>
        </a:spcBef>
        <a:spcAft>
          <a:spcPts val="300"/>
        </a:spcAft>
        <a:buFont typeface="Arial" panose="020B0604020202020204" pitchFamily="34" charset="0"/>
        <a:buChar char="​"/>
        <a:defRPr sz="2000" b="1" kern="1200" cap="all" baseline="0">
          <a:solidFill>
            <a:schemeClr val="accent2"/>
          </a:solidFill>
          <a:latin typeface="+mn-lt"/>
          <a:ea typeface="+mn-ea"/>
          <a:cs typeface="+mn-cs"/>
        </a:defRPr>
      </a:lvl4pPr>
      <a:lvl5pPr marL="0" indent="0" algn="l" defTabSz="914400" rtl="0" eaLnBrk="1" latinLnBrk="0" hangingPunct="1">
        <a:lnSpc>
          <a:spcPct val="100000"/>
        </a:lnSpc>
        <a:spcBef>
          <a:spcPts val="600"/>
        </a:spcBef>
        <a:spcAft>
          <a:spcPts val="300"/>
        </a:spcAft>
        <a:buFont typeface="Arial" panose="020B0604020202020204" pitchFamily="34" charset="0"/>
        <a:buChar char="​"/>
        <a:tabLst/>
        <a:defRPr sz="1800" kern="1200">
          <a:solidFill>
            <a:schemeClr val="accent2"/>
          </a:solidFill>
          <a:latin typeface="+mn-lt"/>
          <a:ea typeface="+mn-ea"/>
          <a:cs typeface="+mn-cs"/>
        </a:defRPr>
      </a:lvl5pPr>
      <a:lvl6pPr marL="180000" indent="-180000" algn="l" defTabSz="914400" rtl="0" eaLnBrk="1" latinLnBrk="0" hangingPunct="1">
        <a:lnSpc>
          <a:spcPct val="100000"/>
        </a:lnSpc>
        <a:spcBef>
          <a:spcPts val="600"/>
        </a:spcBef>
        <a:spcAft>
          <a:spcPts val="300"/>
        </a:spcAft>
        <a:buFont typeface="Arial" panose="020B0604020202020204" pitchFamily="34" charset="0"/>
        <a:buChar char="•"/>
        <a:defRPr sz="1200" kern="1200">
          <a:solidFill>
            <a:schemeClr val="accent2"/>
          </a:solidFill>
          <a:latin typeface="+mn-lt"/>
          <a:ea typeface="+mn-ea"/>
          <a:cs typeface="+mn-cs"/>
        </a:defRPr>
      </a:lvl6pPr>
      <a:lvl7pPr marL="0" indent="0" algn="l" defTabSz="914400" rtl="0" eaLnBrk="1" latinLnBrk="0" hangingPunct="1">
        <a:lnSpc>
          <a:spcPct val="100000"/>
        </a:lnSpc>
        <a:spcBef>
          <a:spcPts val="1200"/>
        </a:spcBef>
        <a:spcAft>
          <a:spcPts val="300"/>
        </a:spcAft>
        <a:buFont typeface="Arial" panose="020B0604020202020204" pitchFamily="34" charset="0"/>
        <a:buChar char="​"/>
        <a:defRPr sz="1400" b="1" kern="1200" cap="all" baseline="0">
          <a:solidFill>
            <a:schemeClr val="accent2"/>
          </a:solidFill>
          <a:latin typeface="+mn-lt"/>
          <a:ea typeface="+mn-ea"/>
          <a:cs typeface="+mn-cs"/>
        </a:defRPr>
      </a:lvl7pPr>
      <a:lvl8pPr marL="0" indent="0" algn="l" defTabSz="914400" rtl="0" eaLnBrk="1" latinLnBrk="0" hangingPunct="1">
        <a:lnSpc>
          <a:spcPct val="100000"/>
        </a:lnSpc>
        <a:spcBef>
          <a:spcPts val="600"/>
        </a:spcBef>
        <a:spcAft>
          <a:spcPts val="300"/>
        </a:spcAft>
        <a:buFont typeface="Arial" panose="020B0604020202020204" pitchFamily="34" charset="0"/>
        <a:buChar char="​"/>
        <a:defRPr sz="1200" kern="1200">
          <a:solidFill>
            <a:schemeClr val="accent2"/>
          </a:solidFill>
          <a:latin typeface="+mn-lt"/>
          <a:ea typeface="+mn-ea"/>
          <a:cs typeface="+mn-cs"/>
        </a:defRPr>
      </a:lvl8pPr>
      <a:lvl9pPr marL="0" indent="0" algn="l" defTabSz="914400" rtl="0" eaLnBrk="1" latinLnBrk="0" hangingPunct="1">
        <a:lnSpc>
          <a:spcPct val="90000"/>
        </a:lnSpc>
        <a:spcBef>
          <a:spcPts val="1000"/>
        </a:spcBef>
        <a:spcAft>
          <a:spcPts val="1000"/>
        </a:spcAft>
        <a:buFont typeface="Arial" panose="020B0604020202020204" pitchFamily="34" charset="0"/>
        <a:buChar char="​"/>
        <a:defRPr sz="5400" b="1" kern="1200" baseline="0">
          <a:solidFill>
            <a:schemeClr val="accent3"/>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76" userDrawn="1">
          <p15:clr>
            <a:srgbClr val="F26B43"/>
          </p15:clr>
        </p15:guide>
        <p15:guide id="2" pos="889" userDrawn="1">
          <p15:clr>
            <a:srgbClr val="F26B43"/>
          </p15:clr>
        </p15:guide>
        <p15:guide id="3" orient="horz" pos="288" userDrawn="1">
          <p15:clr>
            <a:srgbClr val="F26B43"/>
          </p15:clr>
        </p15:guide>
        <p15:guide id="4" orient="horz" pos="4032" userDrawn="1">
          <p15:clr>
            <a:srgbClr val="F26B43"/>
          </p15:clr>
        </p15:guide>
        <p15:guide id="5" pos="287" userDrawn="1">
          <p15:clr>
            <a:srgbClr val="F26B43"/>
          </p15:clr>
        </p15:guide>
        <p15:guide id="6" pos="7391" userDrawn="1">
          <p15:clr>
            <a:srgbClr val="F26B43"/>
          </p15:clr>
        </p15:guide>
        <p15:guide id="7" pos="1377" userDrawn="1">
          <p15:clr>
            <a:srgbClr val="F26B43"/>
          </p15:clr>
        </p15:guide>
        <p15:guide id="8" pos="1490" userDrawn="1">
          <p15:clr>
            <a:srgbClr val="F26B43"/>
          </p15:clr>
        </p15:guide>
        <p15:guide id="9" pos="1978" userDrawn="1">
          <p15:clr>
            <a:srgbClr val="F26B43"/>
          </p15:clr>
        </p15:guide>
        <p15:guide id="10" pos="2092" userDrawn="1">
          <p15:clr>
            <a:srgbClr val="F26B43"/>
          </p15:clr>
        </p15:guide>
        <p15:guide id="11" pos="2580" userDrawn="1">
          <p15:clr>
            <a:srgbClr val="F26B43"/>
          </p15:clr>
        </p15:guide>
        <p15:guide id="12" pos="2693" userDrawn="1">
          <p15:clr>
            <a:srgbClr val="F26B43"/>
          </p15:clr>
        </p15:guide>
        <p15:guide id="13" pos="3181" userDrawn="1">
          <p15:clr>
            <a:srgbClr val="F26B43"/>
          </p15:clr>
        </p15:guide>
        <p15:guide id="14" pos="3295" userDrawn="1">
          <p15:clr>
            <a:srgbClr val="F26B43"/>
          </p15:clr>
        </p15:guide>
        <p15:guide id="15" pos="3783" userDrawn="1">
          <p15:clr>
            <a:srgbClr val="F26B43"/>
          </p15:clr>
        </p15:guide>
        <p15:guide id="16" pos="3896" userDrawn="1">
          <p15:clr>
            <a:srgbClr val="F26B43"/>
          </p15:clr>
        </p15:guide>
        <p15:guide id="17" pos="4384" userDrawn="1">
          <p15:clr>
            <a:srgbClr val="F26B43"/>
          </p15:clr>
        </p15:guide>
        <p15:guide id="18" pos="4498" userDrawn="1">
          <p15:clr>
            <a:srgbClr val="F26B43"/>
          </p15:clr>
        </p15:guide>
        <p15:guide id="19" pos="4986" userDrawn="1">
          <p15:clr>
            <a:srgbClr val="F26B43"/>
          </p15:clr>
        </p15:guide>
        <p15:guide id="20" pos="5099" userDrawn="1">
          <p15:clr>
            <a:srgbClr val="F26B43"/>
          </p15:clr>
        </p15:guide>
        <p15:guide id="21" pos="5587" userDrawn="1">
          <p15:clr>
            <a:srgbClr val="F26B43"/>
          </p15:clr>
        </p15:guide>
        <p15:guide id="22" pos="5701" userDrawn="1">
          <p15:clr>
            <a:srgbClr val="F26B43"/>
          </p15:clr>
        </p15:guide>
        <p15:guide id="23" pos="6189" userDrawn="1">
          <p15:clr>
            <a:srgbClr val="F26B43"/>
          </p15:clr>
        </p15:guide>
        <p15:guide id="24" pos="6302" userDrawn="1">
          <p15:clr>
            <a:srgbClr val="F26B43"/>
          </p15:clr>
        </p15:guide>
        <p15:guide id="25" pos="6790" userDrawn="1">
          <p15:clr>
            <a:srgbClr val="F26B43"/>
          </p15:clr>
        </p15:guide>
        <p15:guide id="26" pos="69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xml"/><Relationship Id="rId1" Type="http://schemas.openxmlformats.org/officeDocument/2006/relationships/customXml" Target="../../customXml/item5.xml"/><Relationship Id="rId5" Type="http://schemas.openxmlformats.org/officeDocument/2006/relationships/image" Target="../media/image2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customXml" Target="../../customXml/item9.xml"/><Relationship Id="rId1" Type="http://schemas.openxmlformats.org/officeDocument/2006/relationships/customXml" Target="../../customXml/item12.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7EE3063-0308-2DD5-3C3B-A38FCA32D705}"/>
              </a:ext>
            </a:extLst>
          </p:cNvPr>
          <p:cNvSpPr>
            <a:spLocks noGrp="1"/>
          </p:cNvSpPr>
          <p:nvPr>
            <p:ph type="ctrTitle"/>
          </p:nvPr>
        </p:nvSpPr>
        <p:spPr>
          <a:xfrm>
            <a:off x="914400" y="2638800"/>
            <a:ext cx="7002000" cy="1286506"/>
          </a:xfrm>
        </p:spPr>
        <p:txBody>
          <a:bodyPr/>
          <a:lstStyle/>
          <a:p>
            <a:r>
              <a:rPr lang="en-US">
                <a:cs typeface="Arial"/>
              </a:rPr>
              <a:t>Tech Refresher – SQL</a:t>
            </a:r>
            <a:br>
              <a:rPr lang="en-US">
                <a:cs typeface="Arial"/>
              </a:rPr>
            </a:br>
            <a:endParaRPr lang="en-US"/>
          </a:p>
        </p:txBody>
      </p:sp>
      <p:sp>
        <p:nvSpPr>
          <p:cNvPr id="2" name="Date Placeholder 1">
            <a:extLst>
              <a:ext uri="{FF2B5EF4-FFF2-40B4-BE49-F238E27FC236}">
                <a16:creationId xmlns:a16="http://schemas.microsoft.com/office/drawing/2014/main" id="{88D4EE1D-FB04-DECE-9F42-22DA4C231E58}"/>
              </a:ext>
            </a:extLst>
          </p:cNvPr>
          <p:cNvSpPr>
            <a:spLocks noGrp="1"/>
          </p:cNvSpPr>
          <p:nvPr>
            <p:ph type="dt" sz="half" idx="15"/>
          </p:nvPr>
        </p:nvSpPr>
        <p:spPr/>
        <p:txBody>
          <a:bodyPr/>
          <a:lstStyle/>
          <a:p>
            <a:r>
              <a:rPr lang="en-US" dirty="0"/>
              <a:t>Date : 08-09-2026</a:t>
            </a:r>
          </a:p>
        </p:txBody>
      </p:sp>
      <p:sp>
        <p:nvSpPr>
          <p:cNvPr id="3" name="Footer Placeholder 2">
            <a:extLst>
              <a:ext uri="{FF2B5EF4-FFF2-40B4-BE49-F238E27FC236}">
                <a16:creationId xmlns:a16="http://schemas.microsoft.com/office/drawing/2014/main" id="{4E5732AD-EA4E-B14E-A59E-A855D13EFB80}"/>
              </a:ext>
            </a:extLst>
          </p:cNvPr>
          <p:cNvSpPr>
            <a:spLocks noGrp="1"/>
          </p:cNvSpPr>
          <p:nvPr>
            <p:ph type="ftr" sz="quarter" idx="16"/>
          </p:nvPr>
        </p:nvSpPr>
        <p:spPr/>
        <p:txBody>
          <a:bodyPr/>
          <a:lstStyle/>
          <a:p>
            <a:endParaRPr lang="en-US"/>
          </a:p>
        </p:txBody>
      </p:sp>
      <p:sp>
        <p:nvSpPr>
          <p:cNvPr id="4" name="Slide Number Placeholder 3">
            <a:extLst>
              <a:ext uri="{FF2B5EF4-FFF2-40B4-BE49-F238E27FC236}">
                <a16:creationId xmlns:a16="http://schemas.microsoft.com/office/drawing/2014/main" id="{7E5B59C3-93FB-E327-2C2C-0475F43A942C}"/>
              </a:ext>
            </a:extLst>
          </p:cNvPr>
          <p:cNvSpPr>
            <a:spLocks noGrp="1"/>
          </p:cNvSpPr>
          <p:nvPr>
            <p:ph type="sldNum" sz="quarter" idx="17"/>
          </p:nvPr>
        </p:nvSpPr>
        <p:spPr/>
        <p:txBody>
          <a:bodyPr/>
          <a:lstStyle/>
          <a:p>
            <a:fld id="{23AA811B-2EBD-4900-905E-5BE206449611}" type="slidenum">
              <a:rPr lang="en-US" smtClean="0"/>
              <a:pPr/>
              <a:t>1</a:t>
            </a:fld>
            <a:endParaRPr lang="en-US"/>
          </a:p>
        </p:txBody>
      </p:sp>
      <p:sp>
        <p:nvSpPr>
          <p:cNvPr id="7" name="Subtitle 6">
            <a:extLst>
              <a:ext uri="{FF2B5EF4-FFF2-40B4-BE49-F238E27FC236}">
                <a16:creationId xmlns:a16="http://schemas.microsoft.com/office/drawing/2014/main" id="{55F301D8-45DB-343E-948E-DAB1B8D16B2E}"/>
              </a:ext>
            </a:extLst>
          </p:cNvPr>
          <p:cNvSpPr>
            <a:spLocks noGrp="1"/>
          </p:cNvSpPr>
          <p:nvPr>
            <p:ph type="subTitle" idx="1"/>
          </p:nvPr>
        </p:nvSpPr>
        <p:spPr/>
        <p:txBody>
          <a:bodyPr/>
          <a:lstStyle/>
          <a:p>
            <a:r>
              <a:rPr dirty="0"/>
              <a:t>SQL Fundamentals for Application Development  |  Trainer: Dushanth  |  Enterprise Data Tower</a:t>
            </a:r>
            <a:endParaRPr lang="en-IN" dirty="0"/>
          </a:p>
        </p:txBody>
      </p:sp>
      <p:pic>
        <p:nvPicPr>
          <p:cNvPr id="6" name="Picture 5">
            <a:extLst>
              <a:ext uri="{FF2B5EF4-FFF2-40B4-BE49-F238E27FC236}">
                <a16:creationId xmlns:a16="http://schemas.microsoft.com/office/drawing/2014/main" id="{C5F3F561-4149-03A6-70EE-F8567ABEB8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custDataLst>
      <p:custData r:id="rId1"/>
      <p:custData r:id="rId2"/>
    </p:custDataLst>
    <p:extLst>
      <p:ext uri="{BB962C8B-B14F-4D97-AF65-F5344CB8AC3E}">
        <p14:creationId xmlns:p14="http://schemas.microsoft.com/office/powerpoint/2010/main" val="2364582226"/>
      </p:ext>
    </p:extLst>
  </p:cSld>
  <p:clrMapOvr>
    <a:masterClrMapping/>
  </p:clrMapOvr>
  <mc:AlternateContent xmlns:mc="http://schemas.openxmlformats.org/markup-compatibility/2006" xmlns:p14="http://schemas.microsoft.com/office/powerpoint/2010/main">
    <mc:Choice Requires="p14">
      <p:transition spd="slow" p14:dur="2000" advTm="50179"/>
    </mc:Choice>
    <mc:Fallback xmlns="">
      <p:transition spd="slow" advTm="5017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9F3EB-8E20-2B34-FD04-0F57C8E88E9A}"/>
              </a:ext>
            </a:extLst>
          </p:cNvPr>
          <p:cNvSpPr>
            <a:spLocks noGrp="1"/>
          </p:cNvSpPr>
          <p:nvPr>
            <p:ph type="title"/>
          </p:nvPr>
        </p:nvSpPr>
        <p:spPr>
          <a:xfrm>
            <a:off x="914400" y="511728"/>
            <a:ext cx="7956000" cy="496800"/>
          </a:xfrm>
        </p:spPr>
        <p:txBody>
          <a:bodyPr/>
          <a:lstStyle/>
          <a:p>
            <a:r>
              <a:rPr lang="en-IN"/>
              <a:t>Agenda</a:t>
            </a:r>
          </a:p>
        </p:txBody>
      </p:sp>
      <p:sp>
        <p:nvSpPr>
          <p:cNvPr id="3" name="Text Placeholder 2">
            <a:extLst>
              <a:ext uri="{FF2B5EF4-FFF2-40B4-BE49-F238E27FC236}">
                <a16:creationId xmlns:a16="http://schemas.microsoft.com/office/drawing/2014/main" id="{C3C1672A-2460-B997-8747-7A5291990677}"/>
              </a:ext>
            </a:extLst>
          </p:cNvPr>
          <p:cNvSpPr>
            <a:spLocks noGrp="1"/>
          </p:cNvSpPr>
          <p:nvPr>
            <p:ph type="body" sz="quarter" idx="13"/>
          </p:nvPr>
        </p:nvSpPr>
        <p:spPr>
          <a:xfrm>
            <a:off x="1427976" y="1324272"/>
            <a:ext cx="10052823" cy="3650400"/>
          </a:xfrm>
        </p:spPr>
        <p:txBody>
          <a:bodyPr/>
          <a:lstStyle/>
          <a:p>
            <a:r>
              <a:rPr lang="en-IN" dirty="0"/>
              <a:t>Why SQL? Databases &amp; Relational Basics (20 min)</a:t>
            </a:r>
          </a:p>
          <a:p>
            <a:endParaRPr lang="en-IN" dirty="0"/>
          </a:p>
          <a:p>
            <a:r>
              <a:rPr lang="en-IN" dirty="0"/>
              <a:t>SQL Fundamentals – Commands, SELECT &amp; Filtering (20 min)</a:t>
            </a:r>
          </a:p>
          <a:p>
            <a:endParaRPr lang="en-IN" dirty="0"/>
          </a:p>
          <a:p>
            <a:pPr>
              <a:buNone/>
            </a:pPr>
            <a:r>
              <a:rPr lang="en-IN" dirty="0"/>
              <a:t>Sorting, Grouping &amp; Aggregate Functions (20 min)</a:t>
            </a:r>
          </a:p>
          <a:p>
            <a:endParaRPr lang="en-IN" dirty="0"/>
          </a:p>
          <a:p>
            <a:r>
              <a:rPr lang="en-IN" dirty="0"/>
              <a:t>Joins, Subqueries &amp; Set Operations (25 min)</a:t>
            </a:r>
          </a:p>
          <a:p>
            <a:endParaRPr lang="en-IN" dirty="0"/>
          </a:p>
          <a:p>
            <a:r>
              <a:rPr lang="en-IN" dirty="0"/>
              <a:t>Must-Know Concepts, Best Practices &amp; Mistakes (15 min)</a:t>
            </a:r>
          </a:p>
          <a:p>
            <a:endParaRPr lang="en-IN" dirty="0"/>
          </a:p>
          <a:p>
            <a:r>
              <a:rPr lang="en-IN" dirty="0"/>
              <a:t>Quick Quiz + Hands-on Exercises (20 min)</a:t>
            </a:r>
          </a:p>
          <a:p>
            <a:pPr>
              <a:buNone/>
            </a:pPr>
            <a:endParaRPr lang="en-IN" dirty="0"/>
          </a:p>
        </p:txBody>
      </p:sp>
      <p:sp>
        <p:nvSpPr>
          <p:cNvPr id="4" name="Text Placeholder 3">
            <a:extLst>
              <a:ext uri="{FF2B5EF4-FFF2-40B4-BE49-F238E27FC236}">
                <a16:creationId xmlns:a16="http://schemas.microsoft.com/office/drawing/2014/main" id="{5D7BCA4B-B7CB-1537-B38C-3C922585DBC3}"/>
              </a:ext>
            </a:extLst>
          </p:cNvPr>
          <p:cNvSpPr>
            <a:spLocks noGrp="1"/>
          </p:cNvSpPr>
          <p:nvPr>
            <p:ph type="body" sz="quarter" idx="18"/>
          </p:nvPr>
        </p:nvSpPr>
        <p:spPr>
          <a:xfrm>
            <a:off x="914400" y="1324272"/>
            <a:ext cx="396000" cy="3650400"/>
          </a:xfrm>
        </p:spPr>
        <p:txBody>
          <a:bodyPr/>
          <a:lstStyle/>
          <a:p>
            <a:r>
              <a:rPr lang="en-IN" dirty="0"/>
              <a:t>01</a:t>
            </a:r>
          </a:p>
          <a:p>
            <a:endParaRPr lang="en-IN" dirty="0"/>
          </a:p>
          <a:p>
            <a:r>
              <a:rPr lang="en-IN" dirty="0"/>
              <a:t>02</a:t>
            </a:r>
          </a:p>
          <a:p>
            <a:endParaRPr lang="en-IN" dirty="0"/>
          </a:p>
          <a:p>
            <a:r>
              <a:rPr lang="en-IN" dirty="0"/>
              <a:t>03</a:t>
            </a:r>
          </a:p>
          <a:p>
            <a:endParaRPr lang="en-IN" dirty="0"/>
          </a:p>
          <a:p>
            <a:r>
              <a:rPr lang="en-IN" dirty="0"/>
              <a:t>04</a:t>
            </a:r>
          </a:p>
          <a:p>
            <a:endParaRPr lang="en-IN" dirty="0"/>
          </a:p>
          <a:p>
            <a:r>
              <a:rPr lang="en-IN" dirty="0"/>
              <a:t>05</a:t>
            </a:r>
          </a:p>
          <a:p>
            <a:endParaRPr lang="en-IN" dirty="0"/>
          </a:p>
          <a:p>
            <a:r>
              <a:rPr lang="en-IN" dirty="0"/>
              <a:t>06</a:t>
            </a:r>
          </a:p>
          <a:p>
            <a:endParaRPr lang="en-IN" dirty="0"/>
          </a:p>
          <a:p>
            <a:pPr>
              <a:buNone/>
            </a:pPr>
            <a:endParaRPr lang="en-IN" dirty="0"/>
          </a:p>
        </p:txBody>
      </p:sp>
      <p:sp>
        <p:nvSpPr>
          <p:cNvPr id="5" name="Date Placeholder 4">
            <a:extLst>
              <a:ext uri="{FF2B5EF4-FFF2-40B4-BE49-F238E27FC236}">
                <a16:creationId xmlns:a16="http://schemas.microsoft.com/office/drawing/2014/main" id="{9041EB78-731C-E59B-0545-89BE99631FEF}"/>
              </a:ext>
            </a:extLst>
          </p:cNvPr>
          <p:cNvSpPr>
            <a:spLocks noGrp="1"/>
          </p:cNvSpPr>
          <p:nvPr>
            <p:ph type="dt" sz="half" idx="19"/>
          </p:nvPr>
        </p:nvSpPr>
        <p:spPr/>
        <p:txBody>
          <a:bodyPr/>
          <a:lstStyle/>
          <a:p>
            <a:fld id="{12BF0955-E111-49E5-806D-9FAAAF2C0916}" type="datetime1">
              <a:rPr lang="en-US" smtClean="0"/>
              <a:t>9/1/2026</a:t>
            </a:fld>
            <a:endParaRPr lang="en-US"/>
          </a:p>
        </p:txBody>
      </p:sp>
      <p:sp>
        <p:nvSpPr>
          <p:cNvPr id="7" name="Slide Number Placeholder 6">
            <a:extLst>
              <a:ext uri="{FF2B5EF4-FFF2-40B4-BE49-F238E27FC236}">
                <a16:creationId xmlns:a16="http://schemas.microsoft.com/office/drawing/2014/main" id="{BCE42E49-6F72-2F35-2D2C-AE22208B241F}"/>
              </a:ext>
            </a:extLst>
          </p:cNvPr>
          <p:cNvSpPr>
            <a:spLocks noGrp="1"/>
          </p:cNvSpPr>
          <p:nvPr>
            <p:ph type="sldNum" sz="quarter" idx="21"/>
          </p:nvPr>
        </p:nvSpPr>
        <p:spPr/>
        <p:txBody>
          <a:bodyPr/>
          <a:lstStyle/>
          <a:p>
            <a:fld id="{23AA811B-2EBD-4900-905E-5BE206449611}" type="slidenum">
              <a:rPr lang="en-US" smtClean="0"/>
              <a:pPr/>
              <a:t>2</a:t>
            </a:fld>
            <a:endParaRPr lang="en-US"/>
          </a:p>
        </p:txBody>
      </p:sp>
    </p:spTree>
    <p:extLst>
      <p:ext uri="{BB962C8B-B14F-4D97-AF65-F5344CB8AC3E}">
        <p14:creationId xmlns:p14="http://schemas.microsoft.com/office/powerpoint/2010/main" val="81661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04E56B-AC78-75A0-19F6-CD8D364C492B}"/>
              </a:ext>
            </a:extLst>
          </p:cNvPr>
          <p:cNvSpPr>
            <a:spLocks noGrp="1"/>
          </p:cNvSpPr>
          <p:nvPr>
            <p:ph type="dt" sz="half" idx="15"/>
          </p:nvPr>
        </p:nvSpPr>
        <p:spPr/>
        <p:txBody>
          <a:bodyPr/>
          <a:lstStyle/>
          <a:p>
            <a:fld id="{86E08D24-9AFA-434C-9914-D4EE76D7A6F1}" type="datetime1">
              <a:rPr lang="en-US" smtClean="0"/>
              <a:t>9/1/2026</a:t>
            </a:fld>
            <a:endParaRPr lang="en-US"/>
          </a:p>
        </p:txBody>
      </p:sp>
      <p:sp>
        <p:nvSpPr>
          <p:cNvPr id="3" name="Footer Placeholder 2">
            <a:extLst>
              <a:ext uri="{FF2B5EF4-FFF2-40B4-BE49-F238E27FC236}">
                <a16:creationId xmlns:a16="http://schemas.microsoft.com/office/drawing/2014/main" id="{5922BC18-A371-C031-0AD3-7699BDD52707}"/>
              </a:ext>
            </a:extLst>
          </p:cNvPr>
          <p:cNvSpPr>
            <a:spLocks noGrp="1"/>
          </p:cNvSpPr>
          <p:nvPr>
            <p:ph type="ftr" sz="quarter" idx="16"/>
          </p:nvPr>
        </p:nvSpPr>
        <p:spPr/>
        <p:txBody>
          <a:bodyPr/>
          <a:lstStyle/>
          <a:p>
            <a:endParaRPr lang="en-US"/>
          </a:p>
        </p:txBody>
      </p:sp>
      <p:sp>
        <p:nvSpPr>
          <p:cNvPr id="4" name="Slide Number Placeholder 3">
            <a:extLst>
              <a:ext uri="{FF2B5EF4-FFF2-40B4-BE49-F238E27FC236}">
                <a16:creationId xmlns:a16="http://schemas.microsoft.com/office/drawing/2014/main" id="{F17EE3AB-F54F-C75E-4099-A57D611CA3C1}"/>
              </a:ext>
            </a:extLst>
          </p:cNvPr>
          <p:cNvSpPr>
            <a:spLocks noGrp="1"/>
          </p:cNvSpPr>
          <p:nvPr>
            <p:ph type="sldNum" sz="quarter" idx="17"/>
          </p:nvPr>
        </p:nvSpPr>
        <p:spPr/>
        <p:txBody>
          <a:bodyPr/>
          <a:lstStyle/>
          <a:p>
            <a:fld id="{23AA811B-2EBD-4900-905E-5BE206449611}" type="slidenum">
              <a:rPr lang="en-US" smtClean="0"/>
              <a:pPr/>
              <a:t>3</a:t>
            </a:fld>
            <a:endParaRPr lang="en-US"/>
          </a:p>
        </p:txBody>
      </p:sp>
      <p:sp>
        <p:nvSpPr>
          <p:cNvPr id="5" name="Title 4">
            <a:extLst>
              <a:ext uri="{FF2B5EF4-FFF2-40B4-BE49-F238E27FC236}">
                <a16:creationId xmlns:a16="http://schemas.microsoft.com/office/drawing/2014/main" id="{BDE5C19D-9118-18B0-C95D-E87DE6FBB120}"/>
              </a:ext>
            </a:extLst>
          </p:cNvPr>
          <p:cNvSpPr>
            <a:spLocks noGrp="1"/>
          </p:cNvSpPr>
          <p:nvPr>
            <p:ph type="ctrTitle"/>
          </p:nvPr>
        </p:nvSpPr>
        <p:spPr>
          <a:xfrm>
            <a:off x="914400" y="1717200"/>
            <a:ext cx="7956000" cy="643253"/>
          </a:xfrm>
        </p:spPr>
        <p:txBody>
          <a:bodyPr/>
          <a:lstStyle/>
          <a:p>
            <a:r>
              <a:rPr lang="en-US"/>
              <a:t>Trainer Quick Intro</a:t>
            </a:r>
          </a:p>
        </p:txBody>
      </p:sp>
      <p:sp>
        <p:nvSpPr>
          <p:cNvPr id="6" name="Rounded Rectangle 5"/>
          <p:cNvSpPr/>
          <p:nvPr/>
        </p:nvSpPr>
        <p:spPr>
          <a:xfrm>
            <a:off x="914400" y="2514600"/>
            <a:ext cx="7498079"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28016" bIns="73152" rtlCol="0" anchor="ctr"/>
          <a:lstStyle/>
          <a:p>
            <a:pPr algn="l">
              <a:spcAft>
                <a:spcPts val="300"/>
              </a:spcAft>
            </a:pPr>
            <a:r>
              <a:rPr sz="1600" b="1" i="0">
                <a:solidFill>
                  <a:srgbClr val="00446A"/>
                </a:solidFill>
                <a:latin typeface="Calibri"/>
              </a:rPr>
              <a:t>👋  Dushanth   </a:t>
            </a:r>
            <a:r>
              <a:rPr sz="1350" b="0" i="0">
                <a:solidFill>
                  <a:srgbClr val="1F2A33"/>
                </a:solidFill>
                <a:latin typeface="Calibri"/>
              </a:rPr>
              <a:t>Your trainer for today</a:t>
            </a:r>
          </a:p>
        </p:txBody>
      </p:sp>
      <p:sp>
        <p:nvSpPr>
          <p:cNvPr id="7" name="Rounded Rectangle 6"/>
          <p:cNvSpPr/>
          <p:nvPr/>
        </p:nvSpPr>
        <p:spPr>
          <a:xfrm>
            <a:off x="914400" y="3429000"/>
            <a:ext cx="7498079"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28016" bIns="73152" rtlCol="0" anchor="ctr"/>
          <a:lstStyle/>
          <a:p>
            <a:pPr algn="l">
              <a:spcAft>
                <a:spcPts val="300"/>
              </a:spcAft>
            </a:pPr>
            <a:r>
              <a:rPr sz="1600" b="1" i="0">
                <a:solidFill>
                  <a:srgbClr val="00446A"/>
                </a:solidFill>
                <a:latin typeface="Calibri"/>
              </a:rPr>
              <a:t>🏢  Ferguson GCC   </a:t>
            </a:r>
            <a:r>
              <a:rPr sz="1350" b="0" i="0">
                <a:solidFill>
                  <a:srgbClr val="1F2A33"/>
                </a:solidFill>
                <a:latin typeface="Calibri"/>
              </a:rPr>
              <a:t>Joined 1 year ago — proud to be the 6th employee of Ferguson GCC!</a:t>
            </a:r>
          </a:p>
        </p:txBody>
      </p:sp>
      <p:sp>
        <p:nvSpPr>
          <p:cNvPr id="8" name="Rounded Rectangle 7"/>
          <p:cNvSpPr/>
          <p:nvPr/>
        </p:nvSpPr>
        <p:spPr>
          <a:xfrm>
            <a:off x="914400" y="4343400"/>
            <a:ext cx="7498079"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28016" bIns="73152" rtlCol="0" anchor="ctr"/>
          <a:lstStyle/>
          <a:p>
            <a:pPr algn="l">
              <a:spcAft>
                <a:spcPts val="300"/>
              </a:spcAft>
            </a:pPr>
            <a:r>
              <a:rPr sz="1600" b="1" i="0" dirty="0">
                <a:solidFill>
                  <a:srgbClr val="00446A"/>
                </a:solidFill>
                <a:latin typeface="Calibri"/>
              </a:rPr>
              <a:t>💼  8 Years in IT   </a:t>
            </a:r>
            <a:r>
              <a:rPr sz="1350" b="0" i="0" dirty="0">
                <a:solidFill>
                  <a:srgbClr val="1F2A33"/>
                </a:solidFill>
                <a:latin typeface="Calibri"/>
              </a:rPr>
              <a:t>Across data-driven application </a:t>
            </a:r>
            <a:r>
              <a:rPr lang="en-IN" sz="1350" dirty="0">
                <a:solidFill>
                  <a:srgbClr val="1F2A33"/>
                </a:solidFill>
                <a:latin typeface="Calibri"/>
              </a:rPr>
              <a:t>Testing </a:t>
            </a:r>
            <a:r>
              <a:rPr sz="1350" b="0" i="0" dirty="0">
                <a:solidFill>
                  <a:srgbClr val="1F2A33"/>
                </a:solidFill>
                <a:latin typeface="Calibri"/>
              </a:rPr>
              <a:t> &amp; enterprise systems</a:t>
            </a:r>
          </a:p>
        </p:txBody>
      </p:sp>
      <p:sp>
        <p:nvSpPr>
          <p:cNvPr id="9" name="Rounded Rectangle 8"/>
          <p:cNvSpPr/>
          <p:nvPr/>
        </p:nvSpPr>
        <p:spPr>
          <a:xfrm>
            <a:off x="914400" y="5257800"/>
            <a:ext cx="7498079"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128016" bIns="73152" rtlCol="0" anchor="ctr"/>
          <a:lstStyle/>
          <a:p>
            <a:pPr algn="l">
              <a:spcAft>
                <a:spcPts val="300"/>
              </a:spcAft>
            </a:pPr>
            <a:r>
              <a:rPr sz="1600" b="1" i="0" dirty="0">
                <a:solidFill>
                  <a:srgbClr val="00446A"/>
                </a:solidFill>
                <a:latin typeface="Calibri"/>
              </a:rPr>
              <a:t>📊  Enterprise Data Tower   </a:t>
            </a:r>
            <a:r>
              <a:rPr sz="1350" b="0" i="0" dirty="0">
                <a:solidFill>
                  <a:srgbClr val="1F2A33"/>
                </a:solidFill>
                <a:latin typeface="Calibri"/>
              </a:rPr>
              <a:t>Currently </a:t>
            </a:r>
            <a:r>
              <a:rPr lang="en-IN" sz="1350" b="0" i="0" dirty="0">
                <a:solidFill>
                  <a:srgbClr val="1F2A33"/>
                </a:solidFill>
                <a:latin typeface="Calibri"/>
              </a:rPr>
              <a:t>working Enterprise</a:t>
            </a:r>
            <a:r>
              <a:rPr sz="1350" b="0" i="0" dirty="0">
                <a:solidFill>
                  <a:srgbClr val="1F2A33"/>
                </a:solidFill>
                <a:latin typeface="Calibri"/>
              </a:rPr>
              <a:t> data </a:t>
            </a:r>
            <a:r>
              <a:rPr lang="en-IN" sz="1350" b="0" i="0" dirty="0">
                <a:solidFill>
                  <a:srgbClr val="1F2A33"/>
                </a:solidFill>
                <a:latin typeface="Calibri"/>
              </a:rPr>
              <a:t>and </a:t>
            </a:r>
            <a:r>
              <a:rPr lang="en-IN" sz="1350" b="0" i="0" dirty="0" err="1">
                <a:solidFill>
                  <a:srgbClr val="1F2A33"/>
                </a:solidFill>
                <a:latin typeface="Calibri"/>
              </a:rPr>
              <a:t>Analystics</a:t>
            </a:r>
            <a:r>
              <a:rPr sz="1350" b="0" i="0" dirty="0">
                <a:solidFill>
                  <a:srgbClr val="1F2A33"/>
                </a:solidFill>
                <a:latin typeface="Calibri"/>
              </a:rPr>
              <a:t> at Ferguson</a:t>
            </a:r>
          </a:p>
        </p:txBody>
      </p:sp>
    </p:spTree>
    <p:extLst>
      <p:ext uri="{BB962C8B-B14F-4D97-AF65-F5344CB8AC3E}">
        <p14:creationId xmlns:p14="http://schemas.microsoft.com/office/powerpoint/2010/main" val="3370405505"/>
      </p:ext>
    </p:extLst>
  </p:cSld>
  <p:clrMapOvr>
    <a:masterClrMapping/>
  </p:clrMapOvr>
  <mc:AlternateContent xmlns:mc="http://schemas.openxmlformats.org/markup-compatibility/2006" xmlns:p14="http://schemas.microsoft.com/office/powerpoint/2010/main">
    <mc:Choice Requires="p14">
      <p:transition spd="slow" p14:dur="2000" advTm="18158"/>
    </mc:Choice>
    <mc:Fallback xmlns="">
      <p:transition spd="slow" advTm="1815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Why Do We Need SQL?</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4</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617720"/>
          </a:xfrm>
        </p:spPr>
        <p:txBody>
          <a:bodyPr/>
          <a:lstStyle/>
          <a:p>
            <a:endParaRPr lang="en-IN" dirty="0"/>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Every application you have ever used stores data. SQL is the language we use to talk to that data.</a:t>
            </a:r>
          </a:p>
        </p:txBody>
      </p:sp>
      <p:sp>
        <p:nvSpPr>
          <p:cNvPr id="16" name="Rounded Rectangle 15"/>
          <p:cNvSpPr/>
          <p:nvPr/>
        </p:nvSpPr>
        <p:spPr>
          <a:xfrm>
            <a:off x="449314" y="1659837"/>
            <a:ext cx="2286000" cy="1143000"/>
          </a:xfrm>
          <a:prstGeom prst="roundRect">
            <a:avLst>
              <a:gd name="adj" fmla="val 14000"/>
            </a:avLst>
          </a:prstGeom>
          <a:solidFill>
            <a:srgbClr val="77787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ctr"/>
          <a:lstStyle/>
          <a:p>
            <a:pPr algn="ctr">
              <a:spcAft>
                <a:spcPts val="300"/>
              </a:spcAft>
            </a:pPr>
            <a:r>
              <a:rPr sz="1600" b="1" i="0">
                <a:solidFill>
                  <a:srgbClr val="FFFFFF"/>
                </a:solidFill>
                <a:latin typeface="Calibri"/>
              </a:rPr>
              <a:t>👤 User</a:t>
            </a:r>
          </a:p>
          <a:p>
            <a:pPr algn="ctr">
              <a:spcAft>
                <a:spcPts val="300"/>
              </a:spcAft>
            </a:pPr>
            <a:r>
              <a:rPr sz="1100" b="0" i="0">
                <a:solidFill>
                  <a:srgbClr val="FFFFFF"/>
                </a:solidFill>
                <a:latin typeface="Calibri"/>
              </a:rPr>
              <a:t>clicks 'My Orders'</a:t>
            </a:r>
          </a:p>
        </p:txBody>
      </p:sp>
      <p:sp>
        <p:nvSpPr>
          <p:cNvPr id="17" name="Right Arrow 16"/>
          <p:cNvSpPr/>
          <p:nvPr/>
        </p:nvSpPr>
        <p:spPr>
          <a:xfrm>
            <a:off x="2811780" y="2061771"/>
            <a:ext cx="502920" cy="329184"/>
          </a:xfrm>
          <a:prstGeom prst="rightArrow">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369564" y="1673352"/>
            <a:ext cx="2286000" cy="1143000"/>
          </a:xfrm>
          <a:prstGeom prst="roundRect">
            <a:avLst>
              <a:gd name="adj" fmla="val 14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ctr"/>
          <a:lstStyle/>
          <a:p>
            <a:pPr algn="ctr">
              <a:spcAft>
                <a:spcPts val="300"/>
              </a:spcAft>
            </a:pPr>
            <a:r>
              <a:rPr sz="1600" b="1" i="0">
                <a:solidFill>
                  <a:srgbClr val="FFFFFF"/>
                </a:solidFill>
                <a:latin typeface="Calibri"/>
              </a:rPr>
              <a:t>📱 Application</a:t>
            </a:r>
          </a:p>
          <a:p>
            <a:pPr algn="ctr">
              <a:spcAft>
                <a:spcPts val="300"/>
              </a:spcAft>
            </a:pPr>
            <a:r>
              <a:rPr sz="1100" b="0" i="0">
                <a:solidFill>
                  <a:srgbClr val="FFFFFF"/>
                </a:solidFill>
                <a:latin typeface="Calibri"/>
              </a:rPr>
              <a:t>Java / .NET / Web</a:t>
            </a:r>
          </a:p>
        </p:txBody>
      </p:sp>
      <p:sp>
        <p:nvSpPr>
          <p:cNvPr id="19" name="Right Arrow 18"/>
          <p:cNvSpPr/>
          <p:nvPr/>
        </p:nvSpPr>
        <p:spPr>
          <a:xfrm>
            <a:off x="5751576" y="2047854"/>
            <a:ext cx="502920" cy="329184"/>
          </a:xfrm>
          <a:prstGeom prst="rightArrow">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81928" y="1719675"/>
            <a:ext cx="2286000" cy="1143000"/>
          </a:xfrm>
          <a:prstGeom prst="roundRect">
            <a:avLst>
              <a:gd name="adj" fmla="val 14000"/>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ctr"/>
          <a:lstStyle/>
          <a:p>
            <a:pPr algn="ctr">
              <a:spcAft>
                <a:spcPts val="300"/>
              </a:spcAft>
            </a:pPr>
            <a:r>
              <a:rPr sz="1600" b="1" i="0">
                <a:solidFill>
                  <a:srgbClr val="FFFFFF"/>
                </a:solidFill>
                <a:latin typeface="Calibri"/>
              </a:rPr>
              <a:t>📝 SQL Query</a:t>
            </a:r>
          </a:p>
          <a:p>
            <a:pPr algn="ctr">
              <a:spcAft>
                <a:spcPts val="300"/>
              </a:spcAft>
            </a:pPr>
            <a:r>
              <a:rPr sz="1100" b="0" i="0">
                <a:solidFill>
                  <a:srgbClr val="FFFFFF"/>
                </a:solidFill>
                <a:latin typeface="Calibri"/>
              </a:rPr>
              <a:t>SELECT * FROM Orders...</a:t>
            </a:r>
          </a:p>
        </p:txBody>
      </p:sp>
      <p:sp>
        <p:nvSpPr>
          <p:cNvPr id="21" name="Right Arrow 20"/>
          <p:cNvSpPr/>
          <p:nvPr/>
        </p:nvSpPr>
        <p:spPr>
          <a:xfrm>
            <a:off x="8705717" y="2075688"/>
            <a:ext cx="502920" cy="329184"/>
          </a:xfrm>
          <a:prstGeom prst="rightArrow">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245527" y="1695841"/>
            <a:ext cx="2286000" cy="1143000"/>
          </a:xfrm>
          <a:prstGeom prst="roundRect">
            <a:avLst>
              <a:gd name="adj" fmla="val 14000"/>
            </a:avLst>
          </a:prstGeom>
          <a:solidFill>
            <a:srgbClr val="00305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ctr"/>
          <a:lstStyle/>
          <a:p>
            <a:pPr algn="ctr">
              <a:spcAft>
                <a:spcPts val="300"/>
              </a:spcAft>
            </a:pPr>
            <a:r>
              <a:rPr sz="1600" b="1" i="0" dirty="0">
                <a:solidFill>
                  <a:srgbClr val="FFFFFF"/>
                </a:solidFill>
                <a:latin typeface="Calibri"/>
              </a:rPr>
              <a:t>🗄️ Database</a:t>
            </a:r>
          </a:p>
          <a:p>
            <a:pPr algn="ctr">
              <a:spcAft>
                <a:spcPts val="300"/>
              </a:spcAft>
            </a:pPr>
            <a:r>
              <a:rPr sz="1100" b="0" i="0" dirty="0">
                <a:solidFill>
                  <a:srgbClr val="FFFFFF"/>
                </a:solidFill>
                <a:latin typeface="Calibri"/>
              </a:rPr>
              <a:t>rows come back!</a:t>
            </a:r>
          </a:p>
        </p:txBody>
      </p:sp>
      <p:sp>
        <p:nvSpPr>
          <p:cNvPr id="23" name="Oval 22"/>
          <p:cNvSpPr/>
          <p:nvPr/>
        </p:nvSpPr>
        <p:spPr>
          <a:xfrm>
            <a:off x="548640" y="3273551"/>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 y="320954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Where will YOU meet SQL at Ferguson?</a:t>
            </a:r>
          </a:p>
        </p:txBody>
      </p:sp>
      <p:sp>
        <p:nvSpPr>
          <p:cNvPr id="25" name="Rounded Rectangle 24"/>
          <p:cNvSpPr/>
          <p:nvPr/>
        </p:nvSpPr>
        <p:spPr>
          <a:xfrm>
            <a:off x="548640" y="3703320"/>
            <a:ext cx="2670048" cy="14173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50" b="1" i="0">
                <a:solidFill>
                  <a:srgbClr val="00446A"/>
                </a:solidFill>
                <a:latin typeface="Calibri"/>
              </a:rPr>
              <a:t>💻  App Development</a:t>
            </a:r>
          </a:p>
          <a:p>
            <a:pPr algn="l">
              <a:spcAft>
                <a:spcPts val="300"/>
              </a:spcAft>
            </a:pPr>
            <a:r>
              <a:rPr sz="1150" b="0" i="0">
                <a:solidFill>
                  <a:srgbClr val="1F2A33"/>
                </a:solidFill>
                <a:latin typeface="Calibri"/>
              </a:rPr>
              <a:t>Every screen that shows or saves data runs SQL behind it</a:t>
            </a:r>
          </a:p>
        </p:txBody>
      </p:sp>
      <p:sp>
        <p:nvSpPr>
          <p:cNvPr id="26" name="Rounded Rectangle 25"/>
          <p:cNvSpPr/>
          <p:nvPr/>
        </p:nvSpPr>
        <p:spPr>
          <a:xfrm>
            <a:off x="3401568" y="3703320"/>
            <a:ext cx="2670048" cy="14173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50" b="1" i="0" dirty="0">
                <a:solidFill>
                  <a:srgbClr val="00446A"/>
                </a:solidFill>
                <a:latin typeface="Calibri"/>
              </a:rPr>
              <a:t>🐞  Debugging</a:t>
            </a:r>
          </a:p>
          <a:p>
            <a:pPr algn="l">
              <a:spcAft>
                <a:spcPts val="300"/>
              </a:spcAft>
            </a:pPr>
            <a:r>
              <a:rPr sz="1150" b="0" i="0" dirty="0">
                <a:solidFill>
                  <a:srgbClr val="1F2A33"/>
                </a:solidFill>
                <a:latin typeface="Calibri"/>
              </a:rPr>
              <a:t>Production issue? First step is querying the DB to see the data</a:t>
            </a:r>
          </a:p>
        </p:txBody>
      </p:sp>
      <p:sp>
        <p:nvSpPr>
          <p:cNvPr id="27" name="Rounded Rectangle 26"/>
          <p:cNvSpPr/>
          <p:nvPr/>
        </p:nvSpPr>
        <p:spPr>
          <a:xfrm>
            <a:off x="6163056" y="3698737"/>
            <a:ext cx="2670048" cy="14173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50" b="1" i="0" dirty="0">
                <a:solidFill>
                  <a:srgbClr val="00446A"/>
                </a:solidFill>
                <a:latin typeface="Calibri"/>
              </a:rPr>
              <a:t>📈  Reports &amp; Analytics</a:t>
            </a:r>
          </a:p>
          <a:p>
            <a:pPr algn="l">
              <a:spcAft>
                <a:spcPts val="300"/>
              </a:spcAft>
            </a:pPr>
            <a:r>
              <a:rPr sz="1150" b="0" i="0" dirty="0">
                <a:solidFill>
                  <a:srgbClr val="1F2A33"/>
                </a:solidFill>
                <a:latin typeface="Calibri"/>
              </a:rPr>
              <a:t>Dashboards, KPIs and business reports are powered by SQL</a:t>
            </a:r>
          </a:p>
        </p:txBody>
      </p:sp>
      <p:sp>
        <p:nvSpPr>
          <p:cNvPr id="28" name="Rounded Rectangle 27"/>
          <p:cNvSpPr/>
          <p:nvPr/>
        </p:nvSpPr>
        <p:spPr>
          <a:xfrm>
            <a:off x="8924544" y="3703320"/>
            <a:ext cx="2670048" cy="14173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50" b="1" i="0">
                <a:solidFill>
                  <a:srgbClr val="00446A"/>
                </a:solidFill>
                <a:latin typeface="Calibri"/>
              </a:rPr>
              <a:t>🎤  Interviews &amp; Growth</a:t>
            </a:r>
          </a:p>
          <a:p>
            <a:pPr algn="l">
              <a:spcAft>
                <a:spcPts val="300"/>
              </a:spcAft>
            </a:pPr>
            <a:r>
              <a:rPr sz="1150" b="0" i="0">
                <a:solidFill>
                  <a:srgbClr val="1F2A33"/>
                </a:solidFill>
                <a:latin typeface="Calibri"/>
              </a:rPr>
              <a:t>SQL questions appear in almost every IT interview</a:t>
            </a:r>
          </a:p>
        </p:txBody>
      </p:sp>
      <p:sp>
        <p:nvSpPr>
          <p:cNvPr id="29" name="TextBox 28"/>
          <p:cNvSpPr txBox="1"/>
          <p:nvPr/>
        </p:nvSpPr>
        <p:spPr>
          <a:xfrm>
            <a:off x="548640" y="5440680"/>
            <a:ext cx="10881360" cy="548640"/>
          </a:xfrm>
          <a:prstGeom prst="rect">
            <a:avLst/>
          </a:prstGeom>
          <a:noFill/>
        </p:spPr>
        <p:txBody>
          <a:bodyPr wrap="square" lIns="0" tIns="0" rIns="0" bIns="0" anchor="t">
            <a:spAutoFit/>
          </a:bodyPr>
          <a:lstStyle/>
          <a:p>
            <a:pPr algn="l">
              <a:spcAft>
                <a:spcPts val="400"/>
              </a:spcAft>
            </a:pPr>
            <a:r>
              <a:rPr sz="1300" b="1" i="0">
                <a:solidFill>
                  <a:srgbClr val="FCAF17"/>
                </a:solidFill>
                <a:latin typeface="Calibri"/>
              </a:rPr>
              <a:t>💡 Fun fact: </a:t>
            </a:r>
            <a:r>
              <a:rPr sz="1300" b="0" i="0">
                <a:solidFill>
                  <a:srgbClr val="1F2A33"/>
                </a:solidFill>
                <a:latin typeface="Calibri"/>
              </a:rPr>
              <a:t>SQL was created in the 1970s and is still the #1 language for data — 50+ years and going strong. Structured Query Language = a standard way to Store, Retrieve, Update and Delete data.</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Database Basics – From Data to RDBMS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5</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502920" y="1371600"/>
            <a:ext cx="2606040" cy="2286000"/>
          </a:xfrm>
          <a:prstGeom prst="roundRect">
            <a:avLst>
              <a:gd name="adj" fmla="val 12000"/>
            </a:avLst>
          </a:prstGeom>
          <a:solidFill>
            <a:srgbClr val="77787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2400" b="1" i="0">
                <a:solidFill>
                  <a:srgbClr val="FCAF17"/>
                </a:solidFill>
                <a:latin typeface="Calibri"/>
              </a:rPr>
              <a:t>1</a:t>
            </a:r>
          </a:p>
          <a:p>
            <a:pPr algn="l">
              <a:spcAft>
                <a:spcPts val="300"/>
              </a:spcAft>
            </a:pPr>
            <a:r>
              <a:rPr sz="1800" b="1" i="0">
                <a:solidFill>
                  <a:srgbClr val="FFFFFF"/>
                </a:solidFill>
                <a:latin typeface="Calibri"/>
              </a:rPr>
              <a:t>Data</a:t>
            </a:r>
          </a:p>
          <a:p>
            <a:pPr algn="l">
              <a:spcAft>
                <a:spcPts val="300"/>
              </a:spcAft>
            </a:pPr>
            <a:r>
              <a:rPr sz="1200" b="1" i="0">
                <a:solidFill>
                  <a:srgbClr val="FFFFFF"/>
                </a:solidFill>
                <a:latin typeface="Calibri"/>
              </a:rPr>
              <a:t>Raw facts &amp; figures</a:t>
            </a:r>
          </a:p>
          <a:p>
            <a:pPr algn="l">
              <a:spcAft>
                <a:spcPts val="300"/>
              </a:spcAft>
            </a:pPr>
            <a:r>
              <a:rPr sz="1100" b="0" i="0">
                <a:solidFill>
                  <a:srgbClr val="FFFFFF"/>
                </a:solidFill>
                <a:latin typeface="Calibri"/>
              </a:rPr>
              <a:t>'Ravi', 25, 'Bengaluru' — just values with no organisation</a:t>
            </a:r>
          </a:p>
        </p:txBody>
      </p:sp>
      <p:sp>
        <p:nvSpPr>
          <p:cNvPr id="16" name="Right Arrow 15"/>
          <p:cNvSpPr/>
          <p:nvPr/>
        </p:nvSpPr>
        <p:spPr>
          <a:xfrm>
            <a:off x="3118104" y="2331720"/>
            <a:ext cx="256032" cy="274320"/>
          </a:xfrm>
          <a:prstGeom prst="rightArrow">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64991" y="1371600"/>
            <a:ext cx="2606040" cy="2286000"/>
          </a:xfrm>
          <a:prstGeom prst="roundRect">
            <a:avLst>
              <a:gd name="adj" fmla="val 12000"/>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2400" b="1" i="0">
                <a:solidFill>
                  <a:srgbClr val="FCAF17"/>
                </a:solidFill>
                <a:latin typeface="Calibri"/>
              </a:rPr>
              <a:t>2</a:t>
            </a:r>
          </a:p>
          <a:p>
            <a:pPr algn="l">
              <a:spcAft>
                <a:spcPts val="300"/>
              </a:spcAft>
            </a:pPr>
            <a:r>
              <a:rPr sz="1800" b="1" i="0">
                <a:solidFill>
                  <a:srgbClr val="FFFFFF"/>
                </a:solidFill>
                <a:latin typeface="Calibri"/>
              </a:rPr>
              <a:t>Database</a:t>
            </a:r>
          </a:p>
          <a:p>
            <a:pPr algn="l">
              <a:spcAft>
                <a:spcPts val="300"/>
              </a:spcAft>
            </a:pPr>
            <a:r>
              <a:rPr sz="1200" b="1" i="0">
                <a:solidFill>
                  <a:srgbClr val="FFFFFF"/>
                </a:solidFill>
                <a:latin typeface="Calibri"/>
              </a:rPr>
              <a:t>Organised collection of data</a:t>
            </a:r>
          </a:p>
          <a:p>
            <a:pPr algn="l">
              <a:spcAft>
                <a:spcPts val="300"/>
              </a:spcAft>
            </a:pPr>
            <a:r>
              <a:rPr sz="1100" b="0" i="0">
                <a:solidFill>
                  <a:srgbClr val="FFFFFF"/>
                </a:solidFill>
                <a:latin typeface="Calibri"/>
              </a:rPr>
              <a:t>Data stored in a structured, searchable way (like a digital filing cabinet)</a:t>
            </a:r>
          </a:p>
        </p:txBody>
      </p:sp>
      <p:sp>
        <p:nvSpPr>
          <p:cNvPr id="18" name="Right Arrow 17"/>
          <p:cNvSpPr/>
          <p:nvPr/>
        </p:nvSpPr>
        <p:spPr>
          <a:xfrm>
            <a:off x="5980175" y="2331720"/>
            <a:ext cx="256032" cy="274320"/>
          </a:xfrm>
          <a:prstGeom prst="rightArrow">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27064" y="1371600"/>
            <a:ext cx="2606040" cy="228600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2400" b="1" i="0">
                <a:solidFill>
                  <a:srgbClr val="FCAF17"/>
                </a:solidFill>
                <a:latin typeface="Calibri"/>
              </a:rPr>
              <a:t>3</a:t>
            </a:r>
          </a:p>
          <a:p>
            <a:pPr algn="l">
              <a:spcAft>
                <a:spcPts val="300"/>
              </a:spcAft>
            </a:pPr>
            <a:r>
              <a:rPr sz="1800" b="1" i="0">
                <a:solidFill>
                  <a:srgbClr val="FFFFFF"/>
                </a:solidFill>
                <a:latin typeface="Calibri"/>
              </a:rPr>
              <a:t>DBMS</a:t>
            </a:r>
          </a:p>
          <a:p>
            <a:pPr algn="l">
              <a:spcAft>
                <a:spcPts val="300"/>
              </a:spcAft>
            </a:pPr>
            <a:r>
              <a:rPr sz="1200" b="1" i="0">
                <a:solidFill>
                  <a:srgbClr val="FFFFFF"/>
                </a:solidFill>
                <a:latin typeface="Calibri"/>
              </a:rPr>
              <a:t>Software that manages a database</a:t>
            </a:r>
          </a:p>
          <a:p>
            <a:pPr algn="l">
              <a:spcAft>
                <a:spcPts val="300"/>
              </a:spcAft>
            </a:pPr>
            <a:r>
              <a:rPr sz="1100" b="0" i="0">
                <a:solidFill>
                  <a:srgbClr val="FFFFFF"/>
                </a:solidFill>
                <a:latin typeface="Calibri"/>
              </a:rPr>
              <a:t>Lets you store, retrieve &amp; secure data (the librarian of the cabinet)</a:t>
            </a:r>
          </a:p>
        </p:txBody>
      </p:sp>
      <p:sp>
        <p:nvSpPr>
          <p:cNvPr id="20" name="Right Arrow 19"/>
          <p:cNvSpPr/>
          <p:nvPr/>
        </p:nvSpPr>
        <p:spPr>
          <a:xfrm>
            <a:off x="8842248" y="2331720"/>
            <a:ext cx="256032" cy="274320"/>
          </a:xfrm>
          <a:prstGeom prst="rightArrow">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89136" y="1371600"/>
            <a:ext cx="2606040" cy="2286000"/>
          </a:xfrm>
          <a:prstGeom prst="roundRect">
            <a:avLst>
              <a:gd name="adj" fmla="val 12000"/>
            </a:avLst>
          </a:prstGeom>
          <a:solidFill>
            <a:srgbClr val="00305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2400" b="1" i="0">
                <a:solidFill>
                  <a:srgbClr val="FCAF17"/>
                </a:solidFill>
                <a:latin typeface="Calibri"/>
              </a:rPr>
              <a:t>4</a:t>
            </a:r>
          </a:p>
          <a:p>
            <a:pPr algn="l">
              <a:spcAft>
                <a:spcPts val="300"/>
              </a:spcAft>
            </a:pPr>
            <a:r>
              <a:rPr sz="1800" b="1" i="0">
                <a:solidFill>
                  <a:srgbClr val="FFFFFF"/>
                </a:solidFill>
                <a:latin typeface="Calibri"/>
              </a:rPr>
              <a:t>RDBMS</a:t>
            </a:r>
          </a:p>
          <a:p>
            <a:pPr algn="l">
              <a:spcAft>
                <a:spcPts val="300"/>
              </a:spcAft>
            </a:pPr>
            <a:r>
              <a:rPr sz="1200" b="1" i="0">
                <a:solidFill>
                  <a:srgbClr val="FFFFFF"/>
                </a:solidFill>
                <a:latin typeface="Calibri"/>
              </a:rPr>
              <a:t>Relational DBMS — data in TABLES</a:t>
            </a:r>
          </a:p>
          <a:p>
            <a:pPr algn="l">
              <a:spcAft>
                <a:spcPts val="300"/>
              </a:spcAft>
            </a:pPr>
            <a:r>
              <a:rPr sz="1100" b="0" i="0">
                <a:solidFill>
                  <a:srgbClr val="FFFFFF"/>
                </a:solidFill>
                <a:latin typeface="Calibri"/>
              </a:rPr>
              <a:t>Tables that can relate to each other. SQL Server, Oracle, MySQL, PostgreSQL</a:t>
            </a:r>
          </a:p>
        </p:txBody>
      </p:sp>
      <p:sp>
        <p:nvSpPr>
          <p:cNvPr id="22" name="Oval 21"/>
          <p:cNvSpPr/>
          <p:nvPr/>
        </p:nvSpPr>
        <p:spPr>
          <a:xfrm>
            <a:off x="502920" y="400507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 y="394106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Why RELATIONAL databases win in enterprises</a:t>
            </a:r>
          </a:p>
        </p:txBody>
      </p:sp>
      <p:sp>
        <p:nvSpPr>
          <p:cNvPr id="24" name="TextBox 23"/>
          <p:cNvSpPr txBox="1"/>
          <p:nvPr/>
        </p:nvSpPr>
        <p:spPr>
          <a:xfrm>
            <a:off x="502920" y="4389120"/>
            <a:ext cx="320040" cy="365760"/>
          </a:xfrm>
          <a:prstGeom prst="rect">
            <a:avLst/>
          </a:prstGeom>
          <a:noFill/>
        </p:spPr>
        <p:txBody>
          <a:bodyPr wrap="square" lIns="0" tIns="0" rIns="0" bIns="0" anchor="t">
            <a:spAutoFit/>
          </a:bodyPr>
          <a:lstStyle/>
          <a:p>
            <a:pPr algn="l">
              <a:spcAft>
                <a:spcPts val="400"/>
              </a:spcAft>
            </a:pPr>
            <a:r>
              <a:rPr sz="1450" b="1" i="0">
                <a:solidFill>
                  <a:srgbClr val="A3C657"/>
                </a:solidFill>
                <a:latin typeface="Calibri"/>
              </a:rPr>
              <a:t>✓</a:t>
            </a:r>
          </a:p>
        </p:txBody>
      </p:sp>
      <p:sp>
        <p:nvSpPr>
          <p:cNvPr id="25" name="TextBox 24"/>
          <p:cNvSpPr txBox="1"/>
          <p:nvPr/>
        </p:nvSpPr>
        <p:spPr>
          <a:xfrm>
            <a:off x="886968" y="4389120"/>
            <a:ext cx="5010912" cy="457200"/>
          </a:xfrm>
          <a:prstGeom prst="rect">
            <a:avLst/>
          </a:prstGeom>
          <a:noFill/>
        </p:spPr>
        <p:txBody>
          <a:bodyPr wrap="square" lIns="0" tIns="0" rIns="0" bIns="0" anchor="t">
            <a:spAutoFit/>
          </a:bodyPr>
          <a:lstStyle/>
          <a:p>
            <a:pPr algn="l">
              <a:spcAft>
                <a:spcPts val="0"/>
              </a:spcAft>
            </a:pPr>
            <a:r>
              <a:rPr sz="1250" b="1" i="0">
                <a:solidFill>
                  <a:srgbClr val="00446A"/>
                </a:solidFill>
                <a:latin typeface="Calibri"/>
              </a:rPr>
              <a:t>No duplication: </a:t>
            </a:r>
            <a:r>
              <a:rPr sz="1250" b="0" i="0">
                <a:solidFill>
                  <a:srgbClr val="1F2A33"/>
                </a:solidFill>
                <a:latin typeface="Calibri"/>
              </a:rPr>
              <a:t>data is split into related tables (normalisation)</a:t>
            </a:r>
          </a:p>
        </p:txBody>
      </p:sp>
      <p:sp>
        <p:nvSpPr>
          <p:cNvPr id="26" name="TextBox 25"/>
          <p:cNvSpPr txBox="1"/>
          <p:nvPr/>
        </p:nvSpPr>
        <p:spPr>
          <a:xfrm>
            <a:off x="502920" y="4846320"/>
            <a:ext cx="320040" cy="365760"/>
          </a:xfrm>
          <a:prstGeom prst="rect">
            <a:avLst/>
          </a:prstGeom>
          <a:noFill/>
        </p:spPr>
        <p:txBody>
          <a:bodyPr wrap="square" lIns="0" tIns="0" rIns="0" bIns="0" anchor="t">
            <a:spAutoFit/>
          </a:bodyPr>
          <a:lstStyle/>
          <a:p>
            <a:pPr algn="l">
              <a:spcAft>
                <a:spcPts val="400"/>
              </a:spcAft>
            </a:pPr>
            <a:r>
              <a:rPr sz="1450" b="1" i="0">
                <a:solidFill>
                  <a:srgbClr val="A3C657"/>
                </a:solidFill>
                <a:latin typeface="Calibri"/>
              </a:rPr>
              <a:t>✓</a:t>
            </a:r>
          </a:p>
        </p:txBody>
      </p:sp>
      <p:sp>
        <p:nvSpPr>
          <p:cNvPr id="27" name="TextBox 26"/>
          <p:cNvSpPr txBox="1"/>
          <p:nvPr/>
        </p:nvSpPr>
        <p:spPr>
          <a:xfrm>
            <a:off x="886968" y="4846320"/>
            <a:ext cx="5010912" cy="457200"/>
          </a:xfrm>
          <a:prstGeom prst="rect">
            <a:avLst/>
          </a:prstGeom>
          <a:noFill/>
        </p:spPr>
        <p:txBody>
          <a:bodyPr wrap="square" lIns="0" tIns="0" rIns="0" bIns="0" anchor="t">
            <a:spAutoFit/>
          </a:bodyPr>
          <a:lstStyle/>
          <a:p>
            <a:pPr algn="l">
              <a:spcAft>
                <a:spcPts val="0"/>
              </a:spcAft>
            </a:pPr>
            <a:r>
              <a:rPr sz="1250" b="1" i="0">
                <a:solidFill>
                  <a:srgbClr val="00446A"/>
                </a:solidFill>
                <a:latin typeface="Calibri"/>
              </a:rPr>
              <a:t>Accuracy: </a:t>
            </a:r>
            <a:r>
              <a:rPr sz="1250" b="0" i="0">
                <a:solidFill>
                  <a:srgbClr val="1F2A33"/>
                </a:solidFill>
                <a:latin typeface="Calibri"/>
              </a:rPr>
              <a:t>rules like primary keys keep the data trustworthy</a:t>
            </a:r>
          </a:p>
        </p:txBody>
      </p:sp>
      <p:sp>
        <p:nvSpPr>
          <p:cNvPr id="28" name="TextBox 27"/>
          <p:cNvSpPr txBox="1"/>
          <p:nvPr/>
        </p:nvSpPr>
        <p:spPr>
          <a:xfrm>
            <a:off x="6035040" y="4389120"/>
            <a:ext cx="320040" cy="365760"/>
          </a:xfrm>
          <a:prstGeom prst="rect">
            <a:avLst/>
          </a:prstGeom>
          <a:noFill/>
        </p:spPr>
        <p:txBody>
          <a:bodyPr wrap="square" lIns="0" tIns="0" rIns="0" bIns="0" anchor="t">
            <a:spAutoFit/>
          </a:bodyPr>
          <a:lstStyle/>
          <a:p>
            <a:pPr algn="l">
              <a:spcAft>
                <a:spcPts val="400"/>
              </a:spcAft>
            </a:pPr>
            <a:r>
              <a:rPr sz="1450" b="1" i="0">
                <a:solidFill>
                  <a:srgbClr val="A3C657"/>
                </a:solidFill>
                <a:latin typeface="Calibri"/>
              </a:rPr>
              <a:t>✓</a:t>
            </a:r>
          </a:p>
        </p:txBody>
      </p:sp>
      <p:sp>
        <p:nvSpPr>
          <p:cNvPr id="29" name="TextBox 28"/>
          <p:cNvSpPr txBox="1"/>
          <p:nvPr/>
        </p:nvSpPr>
        <p:spPr>
          <a:xfrm>
            <a:off x="6419088" y="4389120"/>
            <a:ext cx="5010912" cy="457200"/>
          </a:xfrm>
          <a:prstGeom prst="rect">
            <a:avLst/>
          </a:prstGeom>
          <a:noFill/>
        </p:spPr>
        <p:txBody>
          <a:bodyPr wrap="square" lIns="0" tIns="0" rIns="0" bIns="0" anchor="t">
            <a:spAutoFit/>
          </a:bodyPr>
          <a:lstStyle/>
          <a:p>
            <a:pPr algn="l">
              <a:spcAft>
                <a:spcPts val="0"/>
              </a:spcAft>
            </a:pPr>
            <a:r>
              <a:rPr sz="1250" b="1" i="0">
                <a:solidFill>
                  <a:srgbClr val="00446A"/>
                </a:solidFill>
                <a:latin typeface="Calibri"/>
              </a:rPr>
              <a:t>Speed at scale: </a:t>
            </a:r>
            <a:r>
              <a:rPr sz="1250" b="0" i="0">
                <a:solidFill>
                  <a:srgbClr val="1F2A33"/>
                </a:solidFill>
                <a:latin typeface="Calibri"/>
              </a:rPr>
              <a:t>millions of rows can be searched in milliseconds</a:t>
            </a:r>
          </a:p>
        </p:txBody>
      </p:sp>
      <p:sp>
        <p:nvSpPr>
          <p:cNvPr id="30" name="TextBox 29"/>
          <p:cNvSpPr txBox="1"/>
          <p:nvPr/>
        </p:nvSpPr>
        <p:spPr>
          <a:xfrm>
            <a:off x="6035040" y="4846320"/>
            <a:ext cx="320040" cy="365760"/>
          </a:xfrm>
          <a:prstGeom prst="rect">
            <a:avLst/>
          </a:prstGeom>
          <a:noFill/>
        </p:spPr>
        <p:txBody>
          <a:bodyPr wrap="square" lIns="0" tIns="0" rIns="0" bIns="0" anchor="t">
            <a:spAutoFit/>
          </a:bodyPr>
          <a:lstStyle/>
          <a:p>
            <a:pPr algn="l">
              <a:spcAft>
                <a:spcPts val="400"/>
              </a:spcAft>
            </a:pPr>
            <a:r>
              <a:rPr sz="1450" b="1" i="0">
                <a:solidFill>
                  <a:srgbClr val="A3C657"/>
                </a:solidFill>
                <a:latin typeface="Calibri"/>
              </a:rPr>
              <a:t>✓</a:t>
            </a:r>
          </a:p>
        </p:txBody>
      </p:sp>
      <p:sp>
        <p:nvSpPr>
          <p:cNvPr id="31" name="TextBox 30"/>
          <p:cNvSpPr txBox="1"/>
          <p:nvPr/>
        </p:nvSpPr>
        <p:spPr>
          <a:xfrm>
            <a:off x="6419088" y="4846320"/>
            <a:ext cx="5010912" cy="457200"/>
          </a:xfrm>
          <a:prstGeom prst="rect">
            <a:avLst/>
          </a:prstGeom>
          <a:noFill/>
        </p:spPr>
        <p:txBody>
          <a:bodyPr wrap="square" lIns="0" tIns="0" rIns="0" bIns="0" anchor="t">
            <a:spAutoFit/>
          </a:bodyPr>
          <a:lstStyle/>
          <a:p>
            <a:pPr algn="l">
              <a:spcAft>
                <a:spcPts val="0"/>
              </a:spcAft>
            </a:pPr>
            <a:r>
              <a:rPr sz="1250" b="1" i="0">
                <a:solidFill>
                  <a:srgbClr val="00446A"/>
                </a:solidFill>
                <a:latin typeface="Calibri"/>
              </a:rPr>
              <a:t>One language: </a:t>
            </a:r>
            <a:r>
              <a:rPr sz="1250" b="0" i="0">
                <a:solidFill>
                  <a:srgbClr val="1F2A33"/>
                </a:solidFill>
                <a:latin typeface="Calibri"/>
              </a:rPr>
              <a:t>SQL works on almost every RDBMS you will ever use</a:t>
            </a:r>
          </a:p>
        </p:txBody>
      </p:sp>
      <p:sp>
        <p:nvSpPr>
          <p:cNvPr id="32" name="TextBox 31"/>
          <p:cNvSpPr txBox="1"/>
          <p:nvPr/>
        </p:nvSpPr>
        <p:spPr>
          <a:xfrm>
            <a:off x="502920" y="5532120"/>
            <a:ext cx="10881360" cy="457200"/>
          </a:xfrm>
          <a:prstGeom prst="rect">
            <a:avLst/>
          </a:prstGeom>
          <a:noFill/>
        </p:spPr>
        <p:txBody>
          <a:bodyPr wrap="square" lIns="0" tIns="0" rIns="0" bIns="0" anchor="t">
            <a:spAutoFit/>
          </a:bodyPr>
          <a:lstStyle/>
          <a:p>
            <a:pPr algn="l">
              <a:spcAft>
                <a:spcPts val="400"/>
              </a:spcAft>
            </a:pPr>
            <a:r>
              <a:rPr sz="1250" b="1" i="0">
                <a:solidFill>
                  <a:srgbClr val="00446A"/>
                </a:solidFill>
                <a:latin typeface="Calibri"/>
              </a:rPr>
              <a:t>🏢 At Ferguson: </a:t>
            </a:r>
            <a:r>
              <a:rPr sz="1250" b="0" i="0">
                <a:solidFill>
                  <a:srgbClr val="1F2A33"/>
                </a:solidFill>
                <a:latin typeface="Calibri"/>
              </a:rPr>
              <a:t>our applications and Enterprise Data platforms run on relational databases — the concepts you learn today apply directly to our systems.</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Relational Concepts – Tables, Keys &amp; Relationships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6</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Oval 14"/>
          <p:cNvSpPr/>
          <p:nvPr/>
        </p:nvSpPr>
        <p:spPr>
          <a:xfrm>
            <a:off x="502920" y="107899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6" y="101498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Employees table</a:t>
            </a:r>
          </a:p>
        </p:txBody>
      </p:sp>
      <p:graphicFrame>
        <p:nvGraphicFramePr>
          <p:cNvPr id="17" name="Table 16"/>
          <p:cNvGraphicFramePr>
            <a:graphicFrameLocks noGrp="1"/>
          </p:cNvGraphicFramePr>
          <p:nvPr/>
        </p:nvGraphicFramePr>
        <p:xfrm>
          <a:off x="502920" y="1417320"/>
          <a:ext cx="5577840" cy="1389888"/>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92608">
                <a:tc>
                  <a:txBody>
                    <a:bodyPr/>
                    <a:lstStyle/>
                    <a:p>
                      <a:r>
                        <a:rPr sz="1150" b="1">
                          <a:solidFill>
                            <a:srgbClr val="FFFFFF"/>
                          </a:solidFill>
                          <a:latin typeface="Calibri"/>
                        </a:rPr>
                        <a:t>EmpID  (PK)</a:t>
                      </a:r>
                    </a:p>
                  </a:txBody>
                  <a:tcPr marL="64008" marR="45720" marT="18288" marB="18288" anchor="ctr">
                    <a:solidFill>
                      <a:srgbClr val="00446A"/>
                    </a:solidFill>
                  </a:tcPr>
                </a:tc>
                <a:tc>
                  <a:txBody>
                    <a:bodyPr/>
                    <a:lstStyle/>
                    <a:p>
                      <a:r>
                        <a:rPr sz="1150" b="1">
                          <a:solidFill>
                            <a:srgbClr val="FFFFFF"/>
                          </a:solidFill>
                          <a:latin typeface="Calibri"/>
                        </a:rPr>
                        <a:t>Name</a:t>
                      </a:r>
                    </a:p>
                  </a:txBody>
                  <a:tcPr marL="64008" marR="45720" marT="18288" marB="18288" anchor="ctr">
                    <a:solidFill>
                      <a:srgbClr val="00446A"/>
                    </a:solidFill>
                  </a:tcPr>
                </a:tc>
                <a:tc>
                  <a:txBody>
                    <a:bodyPr/>
                    <a:lstStyle/>
                    <a:p>
                      <a:r>
                        <a:rPr sz="1150" b="1">
                          <a:solidFill>
                            <a:srgbClr val="FFFFFF"/>
                          </a:solidFill>
                          <a:latin typeface="Calibri"/>
                        </a:rPr>
                        <a:t>Salary</a:t>
                      </a:r>
                    </a:p>
                  </a:txBody>
                  <a:tcPr marL="64008" marR="45720" marT="18288" marB="18288" anchor="ctr">
                    <a:solidFill>
                      <a:srgbClr val="00446A"/>
                    </a:solidFill>
                  </a:tcPr>
                </a:tc>
                <a:tc>
                  <a:txBody>
                    <a:bodyPr/>
                    <a:lstStyle/>
                    <a:p>
                      <a:r>
                        <a:rPr sz="1150" b="1">
                          <a:solidFill>
                            <a:srgbClr val="FFFFFF"/>
                          </a:solidFill>
                          <a:latin typeface="Calibri"/>
                        </a:rPr>
                        <a:t>DeptID (FK)</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101</a:t>
                      </a:r>
                    </a:p>
                  </a:txBody>
                  <a:tcPr marL="64008" marR="45720" marT="18288" marB="18288" anchor="ctr">
                    <a:solidFill>
                      <a:srgbClr val="FFFFFF"/>
                    </a:solidFill>
                  </a:tcPr>
                </a:tc>
                <a:tc>
                  <a:txBody>
                    <a:bodyPr/>
                    <a:lstStyle/>
                    <a:p>
                      <a:r>
                        <a:rPr sz="1150" b="0">
                          <a:solidFill>
                            <a:srgbClr val="1F2A33"/>
                          </a:solidFill>
                          <a:latin typeface="Calibri"/>
                        </a:rPr>
                        <a:t>Ravi</a:t>
                      </a:r>
                    </a:p>
                  </a:txBody>
                  <a:tcPr marL="64008" marR="45720" marT="18288" marB="18288" anchor="ctr">
                    <a:solidFill>
                      <a:srgbClr val="FFFFFF"/>
                    </a:solidFill>
                  </a:tcPr>
                </a:tc>
                <a:tc>
                  <a:txBody>
                    <a:bodyPr/>
                    <a:lstStyle/>
                    <a:p>
                      <a:r>
                        <a:rPr sz="1150" b="0">
                          <a:solidFill>
                            <a:srgbClr val="1F2A33"/>
                          </a:solidFill>
                          <a:latin typeface="Calibri"/>
                        </a:rPr>
                        <a:t>50,000</a:t>
                      </a:r>
                    </a:p>
                  </a:txBody>
                  <a:tcPr marL="64008" marR="45720" marT="18288" marB="18288" anchor="ctr">
                    <a:solidFill>
                      <a:srgbClr val="FFFFFF"/>
                    </a:solidFill>
                  </a:tcPr>
                </a:tc>
                <a:tc>
                  <a:txBody>
                    <a:bodyPr/>
                    <a:lstStyle/>
                    <a:p>
                      <a:r>
                        <a:rPr sz="1150" b="0">
                          <a:solidFill>
                            <a:srgbClr val="1F2A33"/>
                          </a:solidFill>
                          <a:latin typeface="Calibri"/>
                        </a:rPr>
                        <a:t>10</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102</a:t>
                      </a:r>
                    </a:p>
                  </a:txBody>
                  <a:tcPr marL="64008" marR="45720" marT="18288" marB="18288" anchor="ctr">
                    <a:solidFill>
                      <a:srgbClr val="F4F8FB"/>
                    </a:solidFill>
                  </a:tcPr>
                </a:tc>
                <a:tc>
                  <a:txBody>
                    <a:bodyPr/>
                    <a:lstStyle/>
                    <a:p>
                      <a:r>
                        <a:rPr sz="1150" b="0">
                          <a:solidFill>
                            <a:srgbClr val="1F2A33"/>
                          </a:solidFill>
                          <a:latin typeface="Calibri"/>
                        </a:rPr>
                        <a:t>Priya</a:t>
                      </a:r>
                    </a:p>
                  </a:txBody>
                  <a:tcPr marL="64008" marR="45720" marT="18288" marB="18288" anchor="ctr">
                    <a:solidFill>
                      <a:srgbClr val="F4F8FB"/>
                    </a:solidFill>
                  </a:tcPr>
                </a:tc>
                <a:tc>
                  <a:txBody>
                    <a:bodyPr/>
                    <a:lstStyle/>
                    <a:p>
                      <a:r>
                        <a:rPr sz="1150" b="0">
                          <a:solidFill>
                            <a:srgbClr val="1F2A33"/>
                          </a:solidFill>
                          <a:latin typeface="Calibri"/>
                        </a:rPr>
                        <a:t>65,000</a:t>
                      </a:r>
                    </a:p>
                  </a:txBody>
                  <a:tcPr marL="64008" marR="45720" marT="18288" marB="18288" anchor="ctr">
                    <a:solidFill>
                      <a:srgbClr val="F4F8FB"/>
                    </a:solidFill>
                  </a:tcPr>
                </a:tc>
                <a:tc>
                  <a:txBody>
                    <a:bodyPr/>
                    <a:lstStyle/>
                    <a:p>
                      <a:r>
                        <a:rPr sz="1150" b="0">
                          <a:solidFill>
                            <a:srgbClr val="1F2A33"/>
                          </a:solidFill>
                          <a:latin typeface="Calibri"/>
                        </a:rPr>
                        <a:t>20</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103</a:t>
                      </a:r>
                    </a:p>
                  </a:txBody>
                  <a:tcPr marL="64008" marR="45720" marT="18288" marB="18288" anchor="ctr">
                    <a:solidFill>
                      <a:srgbClr val="FFFFFF"/>
                    </a:solidFill>
                  </a:tcPr>
                </a:tc>
                <a:tc>
                  <a:txBody>
                    <a:bodyPr/>
                    <a:lstStyle/>
                    <a:p>
                      <a:r>
                        <a:rPr sz="1150" b="0">
                          <a:solidFill>
                            <a:srgbClr val="1F2A33"/>
                          </a:solidFill>
                          <a:latin typeface="Calibri"/>
                        </a:rPr>
                        <a:t>Arun</a:t>
                      </a:r>
                    </a:p>
                  </a:txBody>
                  <a:tcPr marL="64008" marR="45720" marT="18288" marB="18288" anchor="ctr">
                    <a:solidFill>
                      <a:srgbClr val="FFFFFF"/>
                    </a:solidFill>
                  </a:tcPr>
                </a:tc>
                <a:tc>
                  <a:txBody>
                    <a:bodyPr/>
                    <a:lstStyle/>
                    <a:p>
                      <a:r>
                        <a:rPr sz="1150" b="0">
                          <a:solidFill>
                            <a:srgbClr val="1F2A33"/>
                          </a:solidFill>
                          <a:latin typeface="Calibri"/>
                        </a:rPr>
                        <a:t>55,000</a:t>
                      </a:r>
                    </a:p>
                  </a:txBody>
                  <a:tcPr marL="64008" marR="45720" marT="18288" marB="18288" anchor="ctr">
                    <a:solidFill>
                      <a:srgbClr val="FFFFFF"/>
                    </a:solidFill>
                  </a:tcPr>
                </a:tc>
                <a:tc>
                  <a:txBody>
                    <a:bodyPr/>
                    <a:lstStyle/>
                    <a:p>
                      <a:r>
                        <a:rPr sz="1150" b="0">
                          <a:solidFill>
                            <a:srgbClr val="1F2A33"/>
                          </a:solidFill>
                          <a:latin typeface="Calibri"/>
                        </a:rPr>
                        <a:t>10</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r>
                        <a:rPr sz="1150" b="0">
                          <a:solidFill>
                            <a:srgbClr val="1F2A33"/>
                          </a:solidFill>
                          <a:latin typeface="Calibri"/>
                        </a:rPr>
                        <a:t>104</a:t>
                      </a:r>
                    </a:p>
                  </a:txBody>
                  <a:tcPr marL="64008" marR="45720" marT="18288" marB="18288" anchor="ctr">
                    <a:solidFill>
                      <a:srgbClr val="F4F8FB"/>
                    </a:solidFill>
                  </a:tcPr>
                </a:tc>
                <a:tc>
                  <a:txBody>
                    <a:bodyPr/>
                    <a:lstStyle/>
                    <a:p>
                      <a:r>
                        <a:rPr sz="1150" b="0">
                          <a:solidFill>
                            <a:srgbClr val="1F2A33"/>
                          </a:solidFill>
                          <a:latin typeface="Calibri"/>
                        </a:rPr>
                        <a:t>Sneha</a:t>
                      </a:r>
                    </a:p>
                  </a:txBody>
                  <a:tcPr marL="64008" marR="45720" marT="18288" marB="18288" anchor="ctr">
                    <a:solidFill>
                      <a:srgbClr val="F4F8FB"/>
                    </a:solidFill>
                  </a:tcPr>
                </a:tc>
                <a:tc>
                  <a:txBody>
                    <a:bodyPr/>
                    <a:lstStyle/>
                    <a:p>
                      <a:r>
                        <a:rPr sz="1150" b="0">
                          <a:solidFill>
                            <a:srgbClr val="1F2A33"/>
                          </a:solidFill>
                          <a:latin typeface="Calibri"/>
                        </a:rPr>
                        <a:t>70,000</a:t>
                      </a:r>
                    </a:p>
                  </a:txBody>
                  <a:tcPr marL="64008" marR="45720" marT="18288" marB="18288" anchor="ctr">
                    <a:solidFill>
                      <a:srgbClr val="F4F8FB"/>
                    </a:solidFill>
                  </a:tcPr>
                </a:tc>
                <a:tc>
                  <a:txBody>
                    <a:bodyPr/>
                    <a:lstStyle/>
                    <a:p>
                      <a:r>
                        <a:rPr sz="1150" b="0">
                          <a:solidFill>
                            <a:srgbClr val="1F2A33"/>
                          </a:solidFill>
                          <a:latin typeface="Calibri"/>
                        </a:rPr>
                        <a:t>NULL</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8" name="Oval 17"/>
          <p:cNvSpPr/>
          <p:nvPr/>
        </p:nvSpPr>
        <p:spPr>
          <a:xfrm>
            <a:off x="6949440" y="107899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68896" y="101498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Departments table</a:t>
            </a:r>
          </a:p>
        </p:txBody>
      </p:sp>
      <p:graphicFrame>
        <p:nvGraphicFramePr>
          <p:cNvPr id="20" name="Table 19"/>
          <p:cNvGraphicFramePr>
            <a:graphicFrameLocks noGrp="1"/>
          </p:cNvGraphicFramePr>
          <p:nvPr/>
        </p:nvGraphicFramePr>
        <p:xfrm>
          <a:off x="6949440" y="1417320"/>
          <a:ext cx="4206240" cy="1115568"/>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292608">
                <a:tc>
                  <a:txBody>
                    <a:bodyPr/>
                    <a:lstStyle/>
                    <a:p>
                      <a:r>
                        <a:rPr sz="1150" b="1">
                          <a:solidFill>
                            <a:srgbClr val="FFFFFF"/>
                          </a:solidFill>
                          <a:latin typeface="Calibri"/>
                        </a:rPr>
                        <a:t>DeptID (PK)</a:t>
                      </a:r>
                    </a:p>
                  </a:txBody>
                  <a:tcPr marL="64008" marR="45720" marT="18288" marB="18288" anchor="ctr">
                    <a:solidFill>
                      <a:srgbClr val="00446A"/>
                    </a:solidFill>
                  </a:tcPr>
                </a:tc>
                <a:tc>
                  <a:txBody>
                    <a:bodyPr/>
                    <a:lstStyle/>
                    <a:p>
                      <a:r>
                        <a:rPr sz="1150" b="1">
                          <a:solidFill>
                            <a:srgbClr val="FFFFFF"/>
                          </a:solidFill>
                          <a:latin typeface="Calibri"/>
                        </a:rPr>
                        <a:t>DeptName</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10</a:t>
                      </a:r>
                    </a:p>
                  </a:txBody>
                  <a:tcPr marL="64008" marR="45720" marT="18288" marB="18288" anchor="ctr">
                    <a:solidFill>
                      <a:srgbClr val="FFFFFF"/>
                    </a:solidFill>
                  </a:tcPr>
                </a:tc>
                <a:tc>
                  <a:txBody>
                    <a:bodyPr/>
                    <a:lstStyle/>
                    <a:p>
                      <a:r>
                        <a:rPr sz="115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20</a:t>
                      </a:r>
                    </a:p>
                  </a:txBody>
                  <a:tcPr marL="64008" marR="45720" marT="18288" marB="18288" anchor="ctr">
                    <a:solidFill>
                      <a:srgbClr val="F4F8FB"/>
                    </a:solidFill>
                  </a:tcPr>
                </a:tc>
                <a:tc>
                  <a:txBody>
                    <a:bodyPr/>
                    <a:lstStyle/>
                    <a:p>
                      <a:r>
                        <a:rPr sz="1150" b="0">
                          <a:solidFill>
                            <a:srgbClr val="1F2A33"/>
                          </a:solidFill>
                          <a:latin typeface="Calibri"/>
                        </a:rPr>
                        <a:t>Finance</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30</a:t>
                      </a:r>
                    </a:p>
                  </a:txBody>
                  <a:tcPr marL="64008" marR="45720" marT="18288" marB="18288" anchor="ctr">
                    <a:solidFill>
                      <a:srgbClr val="FFFFFF"/>
                    </a:solidFill>
                  </a:tcPr>
                </a:tc>
                <a:tc>
                  <a:txBody>
                    <a:bodyPr/>
                    <a:lstStyle/>
                    <a:p>
                      <a:r>
                        <a:rPr sz="1150" b="0">
                          <a:solidFill>
                            <a:srgbClr val="1F2A33"/>
                          </a:solidFill>
                          <a:latin typeface="Calibri"/>
                        </a:rPr>
                        <a:t>HR</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1" name="Right Arrow 20"/>
          <p:cNvSpPr/>
          <p:nvPr/>
        </p:nvSpPr>
        <p:spPr>
          <a:xfrm>
            <a:off x="6172200" y="2148840"/>
            <a:ext cx="685800" cy="274320"/>
          </a:xfrm>
          <a:prstGeom prst="rightArrow">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53328" y="2487168"/>
            <a:ext cx="960120" cy="274320"/>
          </a:xfrm>
          <a:prstGeom prst="rect">
            <a:avLst/>
          </a:prstGeom>
          <a:noFill/>
        </p:spPr>
        <p:txBody>
          <a:bodyPr wrap="square" lIns="0" tIns="0" rIns="0" bIns="0" anchor="t">
            <a:spAutoFit/>
          </a:bodyPr>
          <a:lstStyle/>
          <a:p>
            <a:pPr algn="ctr">
              <a:spcAft>
                <a:spcPts val="400"/>
              </a:spcAft>
            </a:pPr>
            <a:r>
              <a:rPr sz="1050" b="0" i="1">
                <a:solidFill>
                  <a:srgbClr val="77787B"/>
                </a:solidFill>
                <a:latin typeface="Calibri"/>
              </a:rPr>
              <a:t>related!</a:t>
            </a:r>
          </a:p>
        </p:txBody>
      </p:sp>
      <p:sp>
        <p:nvSpPr>
          <p:cNvPr id="23" name="Rounded Rectangle 22"/>
          <p:cNvSpPr/>
          <p:nvPr/>
        </p:nvSpPr>
        <p:spPr>
          <a:xfrm>
            <a:off x="502920" y="3291840"/>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00A0DD"/>
                </a:solidFill>
                <a:latin typeface="Calibri"/>
              </a:rPr>
              <a:t>● </a:t>
            </a:r>
            <a:r>
              <a:rPr sz="1400" b="1" i="0">
                <a:solidFill>
                  <a:srgbClr val="00446A"/>
                </a:solidFill>
                <a:latin typeface="Calibri"/>
              </a:rPr>
              <a:t>Table</a:t>
            </a:r>
          </a:p>
          <a:p>
            <a:pPr algn="l">
              <a:spcAft>
                <a:spcPts val="300"/>
              </a:spcAft>
            </a:pPr>
            <a:r>
              <a:rPr sz="1150" b="0" i="0">
                <a:solidFill>
                  <a:srgbClr val="1F2A33"/>
                </a:solidFill>
                <a:latin typeface="Calibri"/>
              </a:rPr>
              <a:t>Data organised in rows × columns (like one sheet)</a:t>
            </a:r>
          </a:p>
        </p:txBody>
      </p:sp>
      <p:sp>
        <p:nvSpPr>
          <p:cNvPr id="24" name="Rounded Rectangle 23"/>
          <p:cNvSpPr/>
          <p:nvPr/>
        </p:nvSpPr>
        <p:spPr>
          <a:xfrm>
            <a:off x="4142232" y="3291840"/>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00446A"/>
                </a:solidFill>
                <a:latin typeface="Calibri"/>
              </a:rPr>
              <a:t>● </a:t>
            </a:r>
            <a:r>
              <a:rPr sz="1400" b="1" i="0">
                <a:solidFill>
                  <a:srgbClr val="00446A"/>
                </a:solidFill>
                <a:latin typeface="Calibri"/>
              </a:rPr>
              <a:t>Row / Record</a:t>
            </a:r>
          </a:p>
          <a:p>
            <a:pPr algn="l">
              <a:spcAft>
                <a:spcPts val="300"/>
              </a:spcAft>
            </a:pPr>
            <a:r>
              <a:rPr sz="1150" b="0" i="0">
                <a:solidFill>
                  <a:srgbClr val="1F2A33"/>
                </a:solidFill>
                <a:latin typeface="Calibri"/>
              </a:rPr>
              <a:t>One entity — e.g. employee 101 'Ravi'</a:t>
            </a:r>
          </a:p>
        </p:txBody>
      </p:sp>
      <p:sp>
        <p:nvSpPr>
          <p:cNvPr id="25" name="Rounded Rectangle 24"/>
          <p:cNvSpPr/>
          <p:nvPr/>
        </p:nvSpPr>
        <p:spPr>
          <a:xfrm>
            <a:off x="7781544" y="3291840"/>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00446A"/>
                </a:solidFill>
                <a:latin typeface="Calibri"/>
              </a:rPr>
              <a:t>● </a:t>
            </a:r>
            <a:r>
              <a:rPr sz="1400" b="1" i="0">
                <a:solidFill>
                  <a:srgbClr val="00446A"/>
                </a:solidFill>
                <a:latin typeface="Calibri"/>
              </a:rPr>
              <a:t>Column / Field</a:t>
            </a:r>
          </a:p>
          <a:p>
            <a:pPr algn="l">
              <a:spcAft>
                <a:spcPts val="300"/>
              </a:spcAft>
            </a:pPr>
            <a:r>
              <a:rPr sz="1150" b="0" i="0">
                <a:solidFill>
                  <a:srgbClr val="1F2A33"/>
                </a:solidFill>
                <a:latin typeface="Calibri"/>
              </a:rPr>
              <a:t>One attribute — e.g. Salary</a:t>
            </a:r>
          </a:p>
        </p:txBody>
      </p:sp>
      <p:sp>
        <p:nvSpPr>
          <p:cNvPr id="26" name="Rounded Rectangle 25"/>
          <p:cNvSpPr/>
          <p:nvPr/>
        </p:nvSpPr>
        <p:spPr>
          <a:xfrm>
            <a:off x="502920" y="4590288"/>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FCAF17"/>
                </a:solidFill>
                <a:latin typeface="Calibri"/>
              </a:rPr>
              <a:t>● </a:t>
            </a:r>
            <a:r>
              <a:rPr sz="1400" b="1" i="0">
                <a:solidFill>
                  <a:srgbClr val="00446A"/>
                </a:solidFill>
                <a:latin typeface="Calibri"/>
              </a:rPr>
              <a:t>Primary Key (PK)</a:t>
            </a:r>
          </a:p>
          <a:p>
            <a:pPr algn="l">
              <a:spcAft>
                <a:spcPts val="300"/>
              </a:spcAft>
            </a:pPr>
            <a:r>
              <a:rPr sz="1150" b="0" i="0">
                <a:solidFill>
                  <a:srgbClr val="1F2A33"/>
                </a:solidFill>
                <a:latin typeface="Calibri"/>
              </a:rPr>
              <a:t>Uniquely identifies each row. No duplicates, no NULLs (EmpID)</a:t>
            </a:r>
          </a:p>
        </p:txBody>
      </p:sp>
      <p:sp>
        <p:nvSpPr>
          <p:cNvPr id="27" name="Rounded Rectangle 26"/>
          <p:cNvSpPr/>
          <p:nvPr/>
        </p:nvSpPr>
        <p:spPr>
          <a:xfrm>
            <a:off x="4142232" y="4590288"/>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A3C657"/>
                </a:solidFill>
                <a:latin typeface="Calibri"/>
              </a:rPr>
              <a:t>● </a:t>
            </a:r>
            <a:r>
              <a:rPr sz="1400" b="1" i="0">
                <a:solidFill>
                  <a:srgbClr val="00446A"/>
                </a:solidFill>
                <a:latin typeface="Calibri"/>
              </a:rPr>
              <a:t>Foreign Key (FK)</a:t>
            </a:r>
          </a:p>
          <a:p>
            <a:pPr algn="l">
              <a:spcAft>
                <a:spcPts val="300"/>
              </a:spcAft>
            </a:pPr>
            <a:r>
              <a:rPr sz="1150" b="0" i="0">
                <a:solidFill>
                  <a:srgbClr val="1F2A33"/>
                </a:solidFill>
                <a:latin typeface="Calibri"/>
              </a:rPr>
              <a:t>Points to a PK in another table — creates the relationship (DeptID)</a:t>
            </a:r>
          </a:p>
        </p:txBody>
      </p:sp>
      <p:sp>
        <p:nvSpPr>
          <p:cNvPr id="28" name="Rounded Rectangle 27"/>
          <p:cNvSpPr/>
          <p:nvPr/>
        </p:nvSpPr>
        <p:spPr>
          <a:xfrm>
            <a:off x="7781544" y="4590288"/>
            <a:ext cx="3456432" cy="11704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300" b="1" i="0">
                <a:solidFill>
                  <a:srgbClr val="C0392B"/>
                </a:solidFill>
                <a:latin typeface="Calibri"/>
              </a:rPr>
              <a:t>● </a:t>
            </a:r>
            <a:r>
              <a:rPr sz="1400" b="1" i="0">
                <a:solidFill>
                  <a:srgbClr val="00446A"/>
                </a:solidFill>
                <a:latin typeface="Calibri"/>
              </a:rPr>
              <a:t>NULL</a:t>
            </a:r>
          </a:p>
          <a:p>
            <a:pPr algn="l">
              <a:spcAft>
                <a:spcPts val="300"/>
              </a:spcAft>
            </a:pPr>
            <a:r>
              <a:rPr sz="1150" b="0" i="0">
                <a:solidFill>
                  <a:srgbClr val="1F2A33"/>
                </a:solidFill>
                <a:latin typeface="Calibri"/>
              </a:rPr>
              <a:t>Means 'no value / unknown' — NOT zero and NOT empty text!</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dirty="0">
                <a:ea typeface="+mj-lt"/>
                <a:cs typeface="+mj-lt"/>
              </a:rPr>
              <a:t>SQL Command Families – The 5 Groups</a:t>
            </a:r>
            <a:endParaRPr lang="en-US" dirty="0"/>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7</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Every SQL statement you will ever write belongs to one of these five families.</a:t>
            </a:r>
          </a:p>
        </p:txBody>
      </p:sp>
      <p:sp>
        <p:nvSpPr>
          <p:cNvPr id="16" name="Rounded Rectangle 15"/>
          <p:cNvSpPr/>
          <p:nvPr/>
        </p:nvSpPr>
        <p:spPr>
          <a:xfrm>
            <a:off x="457200" y="1380001"/>
            <a:ext cx="2103120" cy="2514600"/>
          </a:xfrm>
          <a:prstGeom prst="roundRect">
            <a:avLst>
              <a:gd name="adj" fmla="val 10000"/>
            </a:avLst>
          </a:prstGeom>
          <a:solidFill>
            <a:srgbClr val="FFFFFF"/>
          </a:solidFill>
          <a:ln w="22225">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spcAft>
                <a:spcPts val="300"/>
              </a:spcAft>
            </a:pPr>
            <a:r>
              <a:rPr sz="2200" b="1" i="0">
                <a:solidFill>
                  <a:srgbClr val="00A0DD"/>
                </a:solidFill>
                <a:latin typeface="Calibri"/>
              </a:rPr>
              <a:t>DDL</a:t>
            </a:r>
          </a:p>
          <a:p>
            <a:pPr algn="ctr">
              <a:spcAft>
                <a:spcPts val="300"/>
              </a:spcAft>
            </a:pPr>
            <a:r>
              <a:rPr sz="1250" b="1" i="0">
                <a:solidFill>
                  <a:srgbClr val="00446A"/>
                </a:solidFill>
                <a:latin typeface="Calibri"/>
              </a:rPr>
              <a:t>Data Definition</a:t>
            </a:r>
          </a:p>
          <a:p>
            <a:pPr algn="ctr">
              <a:spcAft>
                <a:spcPts val="300"/>
              </a:spcAft>
            </a:pPr>
            <a:r>
              <a:rPr sz="1100" b="0" i="0">
                <a:solidFill>
                  <a:srgbClr val="1F2A33"/>
                </a:solidFill>
                <a:latin typeface="Calibri"/>
              </a:rPr>
              <a:t>Defines structure of tables</a:t>
            </a:r>
          </a:p>
          <a:p>
            <a:pPr algn="ctr">
              <a:spcAft>
                <a:spcPts val="300"/>
              </a:spcAft>
            </a:pPr>
            <a:endParaRPr sz="1100" b="0" i="0">
              <a:solidFill>
                <a:srgbClr val="1F2A33"/>
              </a:solidFill>
              <a:latin typeface="Calibri"/>
            </a:endParaRPr>
          </a:p>
          <a:p>
            <a:pPr algn="ctr">
              <a:spcAft>
                <a:spcPts val="300"/>
              </a:spcAft>
            </a:pPr>
            <a:r>
              <a:rPr sz="1050" b="1" i="0">
                <a:solidFill>
                  <a:srgbClr val="00A0DD"/>
                </a:solidFill>
                <a:latin typeface="Courier New"/>
              </a:rPr>
              <a:t>CREATE · ALTER · DROP · TRUNCATE</a:t>
            </a:r>
          </a:p>
        </p:txBody>
      </p:sp>
      <p:sp>
        <p:nvSpPr>
          <p:cNvPr id="17" name="Rounded Rectangle 16"/>
          <p:cNvSpPr/>
          <p:nvPr/>
        </p:nvSpPr>
        <p:spPr>
          <a:xfrm>
            <a:off x="2773680" y="1380001"/>
            <a:ext cx="2103120" cy="2514600"/>
          </a:xfrm>
          <a:prstGeom prst="roundRect">
            <a:avLst>
              <a:gd name="adj" fmla="val 10000"/>
            </a:avLst>
          </a:prstGeom>
          <a:solidFill>
            <a:srgbClr val="FFFFFF"/>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spcAft>
                <a:spcPts val="300"/>
              </a:spcAft>
            </a:pPr>
            <a:r>
              <a:rPr sz="2200" b="1" i="0">
                <a:solidFill>
                  <a:srgbClr val="00446A"/>
                </a:solidFill>
                <a:latin typeface="Calibri"/>
              </a:rPr>
              <a:t>DML</a:t>
            </a:r>
          </a:p>
          <a:p>
            <a:pPr algn="ctr">
              <a:spcAft>
                <a:spcPts val="300"/>
              </a:spcAft>
            </a:pPr>
            <a:r>
              <a:rPr sz="1250" b="1" i="0">
                <a:solidFill>
                  <a:srgbClr val="00446A"/>
                </a:solidFill>
                <a:latin typeface="Calibri"/>
              </a:rPr>
              <a:t>Data Manipulation</a:t>
            </a:r>
          </a:p>
          <a:p>
            <a:pPr algn="ctr">
              <a:spcAft>
                <a:spcPts val="300"/>
              </a:spcAft>
            </a:pPr>
            <a:r>
              <a:rPr sz="1100" b="0" i="0">
                <a:solidFill>
                  <a:srgbClr val="1F2A33"/>
                </a:solidFill>
                <a:latin typeface="Calibri"/>
              </a:rPr>
              <a:t>Changes the data inside tables</a:t>
            </a:r>
          </a:p>
          <a:p>
            <a:pPr algn="ctr">
              <a:spcAft>
                <a:spcPts val="300"/>
              </a:spcAft>
            </a:pPr>
            <a:endParaRPr sz="1100" b="0" i="0">
              <a:solidFill>
                <a:srgbClr val="1F2A33"/>
              </a:solidFill>
              <a:latin typeface="Calibri"/>
            </a:endParaRPr>
          </a:p>
          <a:p>
            <a:pPr algn="ctr">
              <a:spcAft>
                <a:spcPts val="300"/>
              </a:spcAft>
            </a:pPr>
            <a:r>
              <a:rPr sz="1050" b="1" i="0">
                <a:solidFill>
                  <a:srgbClr val="00446A"/>
                </a:solidFill>
                <a:latin typeface="Courier New"/>
              </a:rPr>
              <a:t>INSERT · UPDATE · DELETE</a:t>
            </a:r>
          </a:p>
        </p:txBody>
      </p:sp>
      <p:sp>
        <p:nvSpPr>
          <p:cNvPr id="18" name="Rounded Rectangle 17"/>
          <p:cNvSpPr/>
          <p:nvPr/>
        </p:nvSpPr>
        <p:spPr>
          <a:xfrm>
            <a:off x="5032481" y="1362167"/>
            <a:ext cx="2103120" cy="2514600"/>
          </a:xfrm>
          <a:prstGeom prst="roundRect">
            <a:avLst>
              <a:gd name="adj" fmla="val 10000"/>
            </a:avLst>
          </a:prstGeom>
          <a:solidFill>
            <a:srgbClr val="FFFFFF"/>
          </a:solidFill>
          <a:ln w="22225">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spcAft>
                <a:spcPts val="300"/>
              </a:spcAft>
            </a:pPr>
            <a:r>
              <a:rPr sz="2200" b="1" i="0">
                <a:solidFill>
                  <a:srgbClr val="FCAF17"/>
                </a:solidFill>
                <a:latin typeface="Calibri"/>
              </a:rPr>
              <a:t>DQL</a:t>
            </a:r>
          </a:p>
          <a:p>
            <a:pPr algn="ctr">
              <a:spcAft>
                <a:spcPts val="300"/>
              </a:spcAft>
            </a:pPr>
            <a:r>
              <a:rPr sz="1250" b="1" i="0">
                <a:solidFill>
                  <a:srgbClr val="00446A"/>
                </a:solidFill>
                <a:latin typeface="Calibri"/>
              </a:rPr>
              <a:t>Data Query</a:t>
            </a:r>
          </a:p>
          <a:p>
            <a:pPr algn="ctr">
              <a:spcAft>
                <a:spcPts val="300"/>
              </a:spcAft>
            </a:pPr>
            <a:r>
              <a:rPr sz="1100" b="0" i="0">
                <a:solidFill>
                  <a:srgbClr val="1F2A33"/>
                </a:solidFill>
                <a:latin typeface="Calibri"/>
              </a:rPr>
              <a:t>Reads data — 90% of your work!</a:t>
            </a:r>
          </a:p>
          <a:p>
            <a:pPr algn="ctr">
              <a:spcAft>
                <a:spcPts val="300"/>
              </a:spcAft>
            </a:pPr>
            <a:endParaRPr sz="1100" b="0" i="0">
              <a:solidFill>
                <a:srgbClr val="1F2A33"/>
              </a:solidFill>
              <a:latin typeface="Calibri"/>
            </a:endParaRPr>
          </a:p>
          <a:p>
            <a:pPr algn="ctr">
              <a:spcAft>
                <a:spcPts val="300"/>
              </a:spcAft>
            </a:pPr>
            <a:r>
              <a:rPr sz="1050" b="1" i="0">
                <a:solidFill>
                  <a:srgbClr val="FCAF17"/>
                </a:solidFill>
                <a:latin typeface="Courier New"/>
              </a:rPr>
              <a:t>SELECT</a:t>
            </a:r>
          </a:p>
        </p:txBody>
      </p:sp>
      <p:sp>
        <p:nvSpPr>
          <p:cNvPr id="19" name="Rounded Rectangle 18"/>
          <p:cNvSpPr/>
          <p:nvPr/>
        </p:nvSpPr>
        <p:spPr>
          <a:xfrm>
            <a:off x="7248889" y="1371600"/>
            <a:ext cx="2103120" cy="2514600"/>
          </a:xfrm>
          <a:prstGeom prst="roundRect">
            <a:avLst>
              <a:gd name="adj" fmla="val 10000"/>
            </a:avLst>
          </a:prstGeom>
          <a:solidFill>
            <a:srgbClr val="FFFFFF"/>
          </a:solidFill>
          <a:ln w="22225">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spcAft>
                <a:spcPts val="300"/>
              </a:spcAft>
            </a:pPr>
            <a:r>
              <a:rPr sz="2200" b="1" i="0">
                <a:solidFill>
                  <a:srgbClr val="A3C657"/>
                </a:solidFill>
                <a:latin typeface="Calibri"/>
              </a:rPr>
              <a:t>DCL</a:t>
            </a:r>
          </a:p>
          <a:p>
            <a:pPr algn="ctr">
              <a:spcAft>
                <a:spcPts val="300"/>
              </a:spcAft>
            </a:pPr>
            <a:r>
              <a:rPr sz="1250" b="1" i="0">
                <a:solidFill>
                  <a:srgbClr val="00446A"/>
                </a:solidFill>
                <a:latin typeface="Calibri"/>
              </a:rPr>
              <a:t>Data Control</a:t>
            </a:r>
          </a:p>
          <a:p>
            <a:pPr algn="ctr">
              <a:spcAft>
                <a:spcPts val="300"/>
              </a:spcAft>
            </a:pPr>
            <a:r>
              <a:rPr sz="1100" b="0" i="0">
                <a:solidFill>
                  <a:srgbClr val="1F2A33"/>
                </a:solidFill>
                <a:latin typeface="Calibri"/>
              </a:rPr>
              <a:t>Controls who can access what</a:t>
            </a:r>
          </a:p>
          <a:p>
            <a:pPr algn="ctr">
              <a:spcAft>
                <a:spcPts val="300"/>
              </a:spcAft>
            </a:pPr>
            <a:endParaRPr sz="1100" b="0" i="0">
              <a:solidFill>
                <a:srgbClr val="1F2A33"/>
              </a:solidFill>
              <a:latin typeface="Calibri"/>
            </a:endParaRPr>
          </a:p>
          <a:p>
            <a:pPr algn="ctr">
              <a:spcAft>
                <a:spcPts val="300"/>
              </a:spcAft>
            </a:pPr>
            <a:r>
              <a:rPr sz="1050" b="1" i="0">
                <a:solidFill>
                  <a:srgbClr val="A3C657"/>
                </a:solidFill>
                <a:latin typeface="Courier New"/>
              </a:rPr>
              <a:t>GRANT · REVOKE</a:t>
            </a:r>
          </a:p>
        </p:txBody>
      </p:sp>
      <p:sp>
        <p:nvSpPr>
          <p:cNvPr id="20" name="Rounded Rectangle 19"/>
          <p:cNvSpPr/>
          <p:nvPr/>
        </p:nvSpPr>
        <p:spPr>
          <a:xfrm>
            <a:off x="9465298" y="1380001"/>
            <a:ext cx="2103120" cy="2514600"/>
          </a:xfrm>
          <a:prstGeom prst="roundRect">
            <a:avLst>
              <a:gd name="adj" fmla="val 10000"/>
            </a:avLst>
          </a:prstGeom>
          <a:solidFill>
            <a:srgbClr val="FFFFFF"/>
          </a:solidFill>
          <a:ln w="22225">
            <a:solidFill>
              <a:srgbClr val="77787B"/>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spcAft>
                <a:spcPts val="300"/>
              </a:spcAft>
            </a:pPr>
            <a:r>
              <a:rPr sz="2200" b="1" i="0">
                <a:solidFill>
                  <a:srgbClr val="77787B"/>
                </a:solidFill>
                <a:latin typeface="Calibri"/>
              </a:rPr>
              <a:t>TCL</a:t>
            </a:r>
          </a:p>
          <a:p>
            <a:pPr algn="ctr">
              <a:spcAft>
                <a:spcPts val="300"/>
              </a:spcAft>
            </a:pPr>
            <a:r>
              <a:rPr sz="1250" b="1" i="0">
                <a:solidFill>
                  <a:srgbClr val="00446A"/>
                </a:solidFill>
                <a:latin typeface="Calibri"/>
              </a:rPr>
              <a:t>Transaction Control</a:t>
            </a:r>
          </a:p>
          <a:p>
            <a:pPr algn="ctr">
              <a:spcAft>
                <a:spcPts val="300"/>
              </a:spcAft>
            </a:pPr>
            <a:r>
              <a:rPr sz="1100" b="0" i="0">
                <a:solidFill>
                  <a:srgbClr val="1F2A33"/>
                </a:solidFill>
                <a:latin typeface="Calibri"/>
              </a:rPr>
              <a:t>Saves or undoes changes safely</a:t>
            </a:r>
          </a:p>
          <a:p>
            <a:pPr algn="ctr">
              <a:spcAft>
                <a:spcPts val="300"/>
              </a:spcAft>
            </a:pPr>
            <a:endParaRPr sz="1100" b="0" i="0">
              <a:solidFill>
                <a:srgbClr val="1F2A33"/>
              </a:solidFill>
              <a:latin typeface="Calibri"/>
            </a:endParaRPr>
          </a:p>
          <a:p>
            <a:pPr algn="ctr">
              <a:spcAft>
                <a:spcPts val="300"/>
              </a:spcAft>
            </a:pPr>
            <a:r>
              <a:rPr sz="1050" b="1" i="0">
                <a:solidFill>
                  <a:srgbClr val="77787B"/>
                </a:solidFill>
                <a:latin typeface="Courier New"/>
              </a:rPr>
              <a:t>COMMIT · ROLLBACK · SAVEPOINT</a:t>
            </a:r>
          </a:p>
        </p:txBody>
      </p:sp>
      <p:sp>
        <p:nvSpPr>
          <p:cNvPr id="21" name="Rounded Rectangle 20"/>
          <p:cNvSpPr/>
          <p:nvPr/>
        </p:nvSpPr>
        <p:spPr>
          <a:xfrm>
            <a:off x="457200" y="4434840"/>
            <a:ext cx="10881360" cy="16002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66DBBD"/>
                </a:solidFill>
                <a:latin typeface="Courier New"/>
              </a:rPr>
              <a:t>-- One example from each family:</a:t>
            </a:r>
          </a:p>
          <a:p>
            <a:pPr algn="l">
              <a:spcAft>
                <a:spcPts val="200"/>
              </a:spcAft>
            </a:pPr>
            <a:r>
              <a:rPr sz="1150" b="0" i="0">
                <a:solidFill>
                  <a:srgbClr val="FFFFFF"/>
                </a:solidFill>
                <a:latin typeface="Courier New"/>
              </a:rPr>
              <a:t>CREATE TABLE Employees (EmpID INT PRIMARY KEY, Name VARCHAR(50));   -- DDL</a:t>
            </a:r>
          </a:p>
          <a:p>
            <a:pPr algn="l">
              <a:spcAft>
                <a:spcPts val="200"/>
              </a:spcAft>
            </a:pPr>
            <a:r>
              <a:rPr sz="1150" b="0" i="0">
                <a:solidFill>
                  <a:srgbClr val="FFFFFF"/>
                </a:solidFill>
                <a:latin typeface="Courier New"/>
              </a:rPr>
              <a:t>INSERT INTO Employees VALUES (101, 'Ravi');                         -- DML</a:t>
            </a:r>
          </a:p>
          <a:p>
            <a:pPr algn="l">
              <a:spcAft>
                <a:spcPts val="200"/>
              </a:spcAft>
            </a:pPr>
            <a:r>
              <a:rPr sz="1150" b="0" i="0">
                <a:solidFill>
                  <a:srgbClr val="FFFFFF"/>
                </a:solidFill>
                <a:latin typeface="Courier New"/>
              </a:rPr>
              <a:t>SELECT * FROM Employees;                                            -- DQL</a:t>
            </a:r>
          </a:p>
          <a:p>
            <a:pPr algn="l">
              <a:spcAft>
                <a:spcPts val="200"/>
              </a:spcAft>
            </a:pPr>
            <a:r>
              <a:rPr sz="1150" b="0" i="0">
                <a:solidFill>
                  <a:srgbClr val="FFFFFF"/>
                </a:solidFill>
                <a:latin typeface="Courier New"/>
              </a:rPr>
              <a:t>GRANT SELECT ON Employees TO Freshers;                              -- DCL</a:t>
            </a:r>
          </a:p>
          <a:p>
            <a:pPr algn="l">
              <a:spcAft>
                <a:spcPts val="200"/>
              </a:spcAft>
            </a:pPr>
            <a:r>
              <a:rPr sz="1150" b="0" i="0">
                <a:solidFill>
                  <a:srgbClr val="FFFFFF"/>
                </a:solidFill>
                <a:latin typeface="Courier New"/>
              </a:rPr>
              <a:t>COMMIT;                                                             -- TCL</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SELECT &amp; WHERE – Asking Questions to Data</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8</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599"/>
            <a:ext cx="11111218" cy="4700015"/>
          </a:xfrm>
        </p:spPr>
        <p:txBody>
          <a:bodyPr/>
          <a:lstStyle/>
          <a:p>
            <a:endParaRPr lang="en-IN" dirty="0"/>
          </a:p>
        </p:txBody>
      </p:sp>
      <p:sp>
        <p:nvSpPr>
          <p:cNvPr id="15" name="Rounded Rectangle 14"/>
          <p:cNvSpPr/>
          <p:nvPr/>
        </p:nvSpPr>
        <p:spPr>
          <a:xfrm>
            <a:off x="457200" y="1371600"/>
            <a:ext cx="5852160" cy="19202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dirty="0">
                <a:solidFill>
                  <a:srgbClr val="66DBBD"/>
                </a:solidFill>
                <a:latin typeface="Courier New"/>
              </a:rPr>
              <a:t>-- Basic shape of every query you will write:</a:t>
            </a:r>
          </a:p>
          <a:p>
            <a:pPr algn="l">
              <a:spcAft>
                <a:spcPts val="200"/>
              </a:spcAft>
            </a:pPr>
            <a:r>
              <a:rPr sz="1200" b="0" i="0" dirty="0">
                <a:solidFill>
                  <a:srgbClr val="FFFFFF"/>
                </a:solidFill>
                <a:latin typeface="Courier New"/>
              </a:rPr>
              <a:t>SELECT   column1, column2      -- WHAT you want</a:t>
            </a:r>
          </a:p>
          <a:p>
            <a:pPr algn="l">
              <a:spcAft>
                <a:spcPts val="200"/>
              </a:spcAft>
            </a:pPr>
            <a:r>
              <a:rPr sz="1200" b="0" i="0" dirty="0">
                <a:solidFill>
                  <a:srgbClr val="FFFFFF"/>
                </a:solidFill>
                <a:latin typeface="Courier New"/>
              </a:rPr>
              <a:t>FROM     </a:t>
            </a:r>
            <a:r>
              <a:rPr sz="1200" b="0" i="0" dirty="0" err="1">
                <a:solidFill>
                  <a:srgbClr val="FFFFFF"/>
                </a:solidFill>
                <a:latin typeface="Courier New"/>
              </a:rPr>
              <a:t>table_name</a:t>
            </a:r>
            <a:r>
              <a:rPr sz="1200" b="0" i="0" dirty="0">
                <a:solidFill>
                  <a:srgbClr val="FFFFFF"/>
                </a:solidFill>
                <a:latin typeface="Courier New"/>
              </a:rPr>
              <a:t>            -- WHERE it lives</a:t>
            </a:r>
          </a:p>
          <a:p>
            <a:pPr algn="l">
              <a:spcAft>
                <a:spcPts val="200"/>
              </a:spcAft>
            </a:pPr>
            <a:r>
              <a:rPr sz="1200" b="0" i="0" dirty="0">
                <a:solidFill>
                  <a:srgbClr val="FFFFFF"/>
                </a:solidFill>
                <a:latin typeface="Courier New"/>
              </a:rPr>
              <a:t>WHERE    condition;            -- WHICH rows</a:t>
            </a:r>
          </a:p>
          <a:p>
            <a:pPr algn="l">
              <a:spcAft>
                <a:spcPts val="200"/>
              </a:spcAft>
            </a:pPr>
            <a:endParaRPr sz="1200" b="0" i="0" dirty="0">
              <a:solidFill>
                <a:srgbClr val="FFFFFF"/>
              </a:solidFill>
              <a:latin typeface="Courier New"/>
            </a:endParaRPr>
          </a:p>
          <a:p>
            <a:pPr algn="l">
              <a:spcAft>
                <a:spcPts val="200"/>
              </a:spcAft>
            </a:pPr>
            <a:r>
              <a:rPr sz="1200" b="0" i="0" dirty="0">
                <a:solidFill>
                  <a:srgbClr val="FFFFFF"/>
                </a:solidFill>
                <a:latin typeface="Courier New"/>
              </a:rPr>
              <a:t>SELECT Name, Salary</a:t>
            </a:r>
          </a:p>
          <a:p>
            <a:pPr algn="l">
              <a:spcAft>
                <a:spcPts val="200"/>
              </a:spcAft>
            </a:pPr>
            <a:r>
              <a:rPr sz="1200" b="0" i="0" dirty="0">
                <a:solidFill>
                  <a:srgbClr val="FFFFFF"/>
                </a:solidFill>
                <a:latin typeface="Courier New"/>
              </a:rPr>
              <a:t>FROM   Employees</a:t>
            </a:r>
          </a:p>
          <a:p>
            <a:pPr algn="l">
              <a:spcAft>
                <a:spcPts val="200"/>
              </a:spcAft>
            </a:pPr>
            <a:r>
              <a:rPr sz="1200" b="0" i="0" dirty="0">
                <a:solidFill>
                  <a:srgbClr val="FFFFFF"/>
                </a:solidFill>
                <a:latin typeface="Courier New"/>
              </a:rPr>
              <a:t>WHERE  Salary &gt; 52000;</a:t>
            </a:r>
          </a:p>
        </p:txBody>
      </p:sp>
      <p:sp>
        <p:nvSpPr>
          <p:cNvPr id="16" name="Oval 15"/>
          <p:cNvSpPr/>
          <p:nvPr/>
        </p:nvSpPr>
        <p:spPr>
          <a:xfrm>
            <a:off x="6629400" y="112471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06070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Result</a:t>
            </a:r>
          </a:p>
        </p:txBody>
      </p:sp>
      <p:graphicFrame>
        <p:nvGraphicFramePr>
          <p:cNvPr id="18" name="Table 17"/>
          <p:cNvGraphicFramePr>
            <a:graphicFrameLocks noGrp="1"/>
          </p:cNvGraphicFramePr>
          <p:nvPr>
            <p:extLst>
              <p:ext uri="{D42A27DB-BD31-4B8C-83A1-F6EECF244321}">
                <p14:modId xmlns:p14="http://schemas.microsoft.com/office/powerpoint/2010/main" val="4078649146"/>
              </p:ext>
            </p:extLst>
          </p:nvPr>
        </p:nvGraphicFramePr>
        <p:xfrm>
          <a:off x="6309360" y="1380744"/>
          <a:ext cx="4480560" cy="1115568"/>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92608">
                <a:tc>
                  <a:txBody>
                    <a:bodyPr/>
                    <a:lstStyle/>
                    <a:p>
                      <a:r>
                        <a:rPr sz="1150" b="1" dirty="0">
                          <a:solidFill>
                            <a:srgbClr val="FFFFFF"/>
                          </a:solidFill>
                          <a:latin typeface="Calibri"/>
                        </a:rPr>
                        <a:t>Name</a:t>
                      </a:r>
                    </a:p>
                  </a:txBody>
                  <a:tcPr marL="64008" marR="45720" marT="18288" marB="18288" anchor="ctr">
                    <a:solidFill>
                      <a:srgbClr val="00446A"/>
                    </a:solidFill>
                  </a:tcPr>
                </a:tc>
                <a:tc>
                  <a:txBody>
                    <a:bodyPr/>
                    <a:lstStyle/>
                    <a:p>
                      <a:r>
                        <a:rPr sz="1150" b="1">
                          <a:solidFill>
                            <a:srgbClr val="FFFFFF"/>
                          </a:solidFill>
                          <a:latin typeface="Calibri"/>
                        </a:rPr>
                        <a:t>Salary</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Priya</a:t>
                      </a:r>
                    </a:p>
                  </a:txBody>
                  <a:tcPr marL="64008" marR="45720" marT="18288" marB="18288" anchor="ctr">
                    <a:solidFill>
                      <a:srgbClr val="FFFFFF"/>
                    </a:solidFill>
                  </a:tcPr>
                </a:tc>
                <a:tc>
                  <a:txBody>
                    <a:bodyPr/>
                    <a:lstStyle/>
                    <a:p>
                      <a:r>
                        <a:rPr sz="1150" b="0">
                          <a:solidFill>
                            <a:srgbClr val="1F2A33"/>
                          </a:solidFill>
                          <a:latin typeface="Calibri"/>
                        </a:rPr>
                        <a:t>65,000</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Arun</a:t>
                      </a:r>
                    </a:p>
                  </a:txBody>
                  <a:tcPr marL="64008" marR="45720" marT="18288" marB="18288" anchor="ctr">
                    <a:solidFill>
                      <a:srgbClr val="F4F8FB"/>
                    </a:solidFill>
                  </a:tcPr>
                </a:tc>
                <a:tc>
                  <a:txBody>
                    <a:bodyPr/>
                    <a:lstStyle/>
                    <a:p>
                      <a:r>
                        <a:rPr sz="1150" b="0">
                          <a:solidFill>
                            <a:srgbClr val="1F2A33"/>
                          </a:solidFill>
                          <a:latin typeface="Calibri"/>
                        </a:rPr>
                        <a:t>55,000</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Sneha</a:t>
                      </a:r>
                    </a:p>
                  </a:txBody>
                  <a:tcPr marL="64008" marR="45720" marT="18288" marB="18288" anchor="ctr">
                    <a:solidFill>
                      <a:srgbClr val="FFFFFF"/>
                    </a:solidFill>
                  </a:tcPr>
                </a:tc>
                <a:tc>
                  <a:txBody>
                    <a:bodyPr/>
                    <a:lstStyle/>
                    <a:p>
                      <a:r>
                        <a:rPr sz="1150" b="0" dirty="0">
                          <a:solidFill>
                            <a:srgbClr val="1F2A33"/>
                          </a:solidFill>
                          <a:latin typeface="Calibri"/>
                        </a:rPr>
                        <a:t>70,000</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9" name="Oval 18"/>
          <p:cNvSpPr/>
          <p:nvPr/>
        </p:nvSpPr>
        <p:spPr>
          <a:xfrm>
            <a:off x="457200" y="3364991"/>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 y="330098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Filtering operators for WHERE</a:t>
            </a:r>
          </a:p>
        </p:txBody>
      </p:sp>
      <p:sp>
        <p:nvSpPr>
          <p:cNvPr id="21" name="Rounded Rectangle 20"/>
          <p:cNvSpPr/>
          <p:nvPr/>
        </p:nvSpPr>
        <p:spPr>
          <a:xfrm>
            <a:off x="457200" y="3749039"/>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  &gt;  &lt;  &gt;=  &lt;=  &lt;&gt;</a:t>
            </a:r>
            <a:r>
              <a:rPr sz="1150" b="0" i="0">
                <a:solidFill>
                  <a:srgbClr val="1F2A33"/>
                </a:solidFill>
                <a:latin typeface="Calibri"/>
              </a:rPr>
              <a:t>   Compare values (&lt;&gt; means 'not equal')</a:t>
            </a:r>
          </a:p>
        </p:txBody>
      </p:sp>
      <p:sp>
        <p:nvSpPr>
          <p:cNvPr id="22" name="Rounded Rectangle 21"/>
          <p:cNvSpPr/>
          <p:nvPr/>
        </p:nvSpPr>
        <p:spPr>
          <a:xfrm>
            <a:off x="5943600" y="3749039"/>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AND · OR · NOT</a:t>
            </a:r>
            <a:r>
              <a:rPr sz="1150" b="0" i="0">
                <a:solidFill>
                  <a:srgbClr val="1F2A33"/>
                </a:solidFill>
                <a:latin typeface="Calibri"/>
              </a:rPr>
              <a:t>   Combine conditions: WHERE Dept=10 AND Salary&gt;50000</a:t>
            </a:r>
          </a:p>
        </p:txBody>
      </p:sp>
      <p:sp>
        <p:nvSpPr>
          <p:cNvPr id="23" name="Rounded Rectangle 22"/>
          <p:cNvSpPr/>
          <p:nvPr/>
        </p:nvSpPr>
        <p:spPr>
          <a:xfrm>
            <a:off x="457200" y="4553712"/>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IN (10, 20)</a:t>
            </a:r>
            <a:r>
              <a:rPr sz="1150" b="0" i="0">
                <a:solidFill>
                  <a:srgbClr val="1F2A33"/>
                </a:solidFill>
                <a:latin typeface="Calibri"/>
              </a:rPr>
              <a:t>   Match any value in a list — shorter than many ORs</a:t>
            </a:r>
          </a:p>
        </p:txBody>
      </p:sp>
      <p:sp>
        <p:nvSpPr>
          <p:cNvPr id="24" name="Rounded Rectangle 23"/>
          <p:cNvSpPr/>
          <p:nvPr/>
        </p:nvSpPr>
        <p:spPr>
          <a:xfrm>
            <a:off x="5943600" y="4553712"/>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BETWEEN 50000 AND 70000</a:t>
            </a:r>
            <a:r>
              <a:rPr sz="1150" b="0" i="0">
                <a:solidFill>
                  <a:srgbClr val="1F2A33"/>
                </a:solidFill>
                <a:latin typeface="Calibri"/>
              </a:rPr>
              <a:t>   Range check (inclusive of both ends)</a:t>
            </a:r>
          </a:p>
        </p:txBody>
      </p:sp>
      <p:sp>
        <p:nvSpPr>
          <p:cNvPr id="25" name="Rounded Rectangle 24"/>
          <p:cNvSpPr/>
          <p:nvPr/>
        </p:nvSpPr>
        <p:spPr>
          <a:xfrm>
            <a:off x="457200" y="5358383"/>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LIKE 'R%'</a:t>
            </a:r>
            <a:r>
              <a:rPr sz="1150" b="0" i="0">
                <a:solidFill>
                  <a:srgbClr val="1F2A33"/>
                </a:solidFill>
                <a:latin typeface="Calibri"/>
              </a:rPr>
              <a:t>   Pattern match: % = many chars, _ = one char (names starting with R)</a:t>
            </a:r>
          </a:p>
        </p:txBody>
      </p:sp>
      <p:sp>
        <p:nvSpPr>
          <p:cNvPr id="26" name="Rounded Rectangle 25"/>
          <p:cNvSpPr/>
          <p:nvPr/>
        </p:nvSpPr>
        <p:spPr>
          <a:xfrm>
            <a:off x="5943600" y="5358383"/>
            <a:ext cx="5303520" cy="713232"/>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73152" rtlCol="0" anchor="ctr"/>
          <a:lstStyle/>
          <a:p>
            <a:pPr algn="l">
              <a:spcAft>
                <a:spcPts val="300"/>
              </a:spcAft>
            </a:pPr>
            <a:r>
              <a:rPr sz="1200" b="1" i="0">
                <a:solidFill>
                  <a:srgbClr val="003051"/>
                </a:solidFill>
                <a:latin typeface="Courier New"/>
              </a:rPr>
              <a:t>IS NULL / IS NOT NULL</a:t>
            </a:r>
            <a:r>
              <a:rPr sz="1150" b="0" i="0">
                <a:solidFill>
                  <a:srgbClr val="1F2A33"/>
                </a:solidFill>
                <a:latin typeface="Calibri"/>
              </a:rPr>
              <a:t>   The ONLY correct way to test NULL (never use = NULL!)</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ORDER BY vs GROUP BY – Sorting ≠ Grouping</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9</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457200" y="1371600"/>
            <a:ext cx="5394960" cy="914400"/>
          </a:xfrm>
          <a:prstGeom prst="roundRect">
            <a:avLst>
              <a:gd name="adj" fmla="val 12000"/>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600" b="1" i="0">
                <a:solidFill>
                  <a:srgbClr val="FFFFFF"/>
                </a:solidFill>
                <a:latin typeface="Calibri"/>
              </a:rPr>
              <a:t>ORDER BY → SORTS rows</a:t>
            </a:r>
          </a:p>
          <a:p>
            <a:pPr algn="l">
              <a:spcAft>
                <a:spcPts val="300"/>
              </a:spcAft>
            </a:pPr>
            <a:r>
              <a:rPr sz="1200" b="0" i="0">
                <a:solidFill>
                  <a:srgbClr val="FFFFFF"/>
                </a:solidFill>
                <a:latin typeface="Calibri"/>
              </a:rPr>
              <a:t>Same number of rows, just re-arranged</a:t>
            </a:r>
          </a:p>
        </p:txBody>
      </p:sp>
      <p:sp>
        <p:nvSpPr>
          <p:cNvPr id="16" name="Rounded Rectangle 15"/>
          <p:cNvSpPr/>
          <p:nvPr/>
        </p:nvSpPr>
        <p:spPr>
          <a:xfrm>
            <a:off x="6035040" y="1362456"/>
            <a:ext cx="5394960" cy="91440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600" b="1" i="0">
                <a:solidFill>
                  <a:srgbClr val="FFFFFF"/>
                </a:solidFill>
                <a:latin typeface="Calibri"/>
              </a:rPr>
              <a:t>GROUP BY → COLLAPSES rows</a:t>
            </a:r>
          </a:p>
          <a:p>
            <a:pPr algn="l">
              <a:spcAft>
                <a:spcPts val="300"/>
              </a:spcAft>
            </a:pPr>
            <a:r>
              <a:rPr sz="1200" b="0" i="0">
                <a:solidFill>
                  <a:srgbClr val="FFFFFF"/>
                </a:solidFill>
                <a:latin typeface="Calibri"/>
              </a:rPr>
              <a:t>One row PER GROUP — used with aggregates</a:t>
            </a:r>
          </a:p>
        </p:txBody>
      </p:sp>
      <p:sp>
        <p:nvSpPr>
          <p:cNvPr id="17" name="Rounded Rectangle 16"/>
          <p:cNvSpPr/>
          <p:nvPr/>
        </p:nvSpPr>
        <p:spPr>
          <a:xfrm>
            <a:off x="457200" y="2286000"/>
            <a:ext cx="5394960" cy="141732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dirty="0">
                <a:solidFill>
                  <a:srgbClr val="FFFFFF"/>
                </a:solidFill>
                <a:latin typeface="Courier New"/>
              </a:rPr>
              <a:t>SELECT Name, Salary</a:t>
            </a:r>
          </a:p>
          <a:p>
            <a:pPr algn="l">
              <a:spcAft>
                <a:spcPts val="200"/>
              </a:spcAft>
            </a:pPr>
            <a:r>
              <a:rPr sz="1200" b="0" i="0" dirty="0">
                <a:solidFill>
                  <a:srgbClr val="FFFFFF"/>
                </a:solidFill>
                <a:latin typeface="Courier New"/>
              </a:rPr>
              <a:t>FROM   Employees</a:t>
            </a:r>
          </a:p>
          <a:p>
            <a:pPr algn="l">
              <a:spcAft>
                <a:spcPts val="200"/>
              </a:spcAft>
            </a:pPr>
            <a:r>
              <a:rPr sz="1200" b="0" i="0" dirty="0">
                <a:solidFill>
                  <a:srgbClr val="FFFFFF"/>
                </a:solidFill>
                <a:latin typeface="Courier New"/>
              </a:rPr>
              <a:t>ORDER BY Salary DESC;   -- highest first</a:t>
            </a:r>
          </a:p>
          <a:p>
            <a:pPr algn="l">
              <a:spcAft>
                <a:spcPts val="200"/>
              </a:spcAft>
            </a:pPr>
            <a:r>
              <a:rPr sz="1200" b="0" i="0" dirty="0">
                <a:solidFill>
                  <a:srgbClr val="66DBBD"/>
                </a:solidFill>
                <a:latin typeface="Courier New"/>
              </a:rPr>
              <a:t>-- ASC = ascending (default)</a:t>
            </a:r>
          </a:p>
        </p:txBody>
      </p:sp>
      <p:sp>
        <p:nvSpPr>
          <p:cNvPr id="18" name="Rounded Rectangle 17"/>
          <p:cNvSpPr/>
          <p:nvPr/>
        </p:nvSpPr>
        <p:spPr>
          <a:xfrm>
            <a:off x="6035040" y="2286000"/>
            <a:ext cx="5394960" cy="141732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FFFFFF"/>
                </a:solidFill>
                <a:latin typeface="Courier New"/>
              </a:rPr>
              <a:t>SELECT DeptID, COUNT(*) AS EmpCount</a:t>
            </a:r>
          </a:p>
          <a:p>
            <a:pPr algn="l">
              <a:spcAft>
                <a:spcPts val="200"/>
              </a:spcAft>
            </a:pPr>
            <a:r>
              <a:rPr sz="1200" b="0" i="0">
                <a:solidFill>
                  <a:srgbClr val="FFFFFF"/>
                </a:solidFill>
                <a:latin typeface="Courier New"/>
              </a:rPr>
              <a:t>FROM   Employees</a:t>
            </a:r>
          </a:p>
          <a:p>
            <a:pPr algn="l">
              <a:spcAft>
                <a:spcPts val="200"/>
              </a:spcAft>
            </a:pPr>
            <a:r>
              <a:rPr sz="1200" b="0" i="0">
                <a:solidFill>
                  <a:srgbClr val="FFFFFF"/>
                </a:solidFill>
                <a:latin typeface="Courier New"/>
              </a:rPr>
              <a:t>GROUP BY DeptID;  -- one row per dept</a:t>
            </a:r>
          </a:p>
          <a:p>
            <a:pPr algn="l">
              <a:spcAft>
                <a:spcPts val="200"/>
              </a:spcAft>
            </a:pPr>
            <a:r>
              <a:rPr sz="1200" b="0" i="0">
                <a:solidFill>
                  <a:srgbClr val="66DBBD"/>
                </a:solidFill>
                <a:latin typeface="Courier New"/>
              </a:rPr>
              <a:t>-- every non-aggregated column</a:t>
            </a:r>
          </a:p>
          <a:p>
            <a:pPr algn="l">
              <a:spcAft>
                <a:spcPts val="200"/>
              </a:spcAft>
            </a:pPr>
            <a:r>
              <a:rPr sz="1200" b="0" i="0">
                <a:solidFill>
                  <a:srgbClr val="66DBBD"/>
                </a:solidFill>
                <a:latin typeface="Courier New"/>
              </a:rPr>
              <a:t>-- MUST appear in GROUP BY</a:t>
            </a:r>
          </a:p>
        </p:txBody>
      </p:sp>
      <p:graphicFrame>
        <p:nvGraphicFramePr>
          <p:cNvPr id="19" name="Table 18"/>
          <p:cNvGraphicFramePr>
            <a:graphicFrameLocks noGrp="1"/>
          </p:cNvGraphicFramePr>
          <p:nvPr>
            <p:extLst>
              <p:ext uri="{D42A27DB-BD31-4B8C-83A1-F6EECF244321}">
                <p14:modId xmlns:p14="http://schemas.microsoft.com/office/powerpoint/2010/main" val="3022408435"/>
              </p:ext>
            </p:extLst>
          </p:nvPr>
        </p:nvGraphicFramePr>
        <p:xfrm>
          <a:off x="457200" y="3726073"/>
          <a:ext cx="5394960" cy="1389888"/>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92608">
                <a:tc>
                  <a:txBody>
                    <a:bodyPr/>
                    <a:lstStyle/>
                    <a:p>
                      <a:r>
                        <a:rPr sz="1100" b="1">
                          <a:solidFill>
                            <a:srgbClr val="FFFFFF"/>
                          </a:solidFill>
                          <a:latin typeface="Calibri"/>
                        </a:rPr>
                        <a:t>Name</a:t>
                      </a:r>
                    </a:p>
                  </a:txBody>
                  <a:tcPr marL="64008" marR="45720" marT="18288" marB="18288" anchor="ctr">
                    <a:solidFill>
                      <a:srgbClr val="00446A"/>
                    </a:solidFill>
                  </a:tcPr>
                </a:tc>
                <a:tc>
                  <a:txBody>
                    <a:bodyPr/>
                    <a:lstStyle/>
                    <a:p>
                      <a:r>
                        <a:rPr sz="1100" b="1" dirty="0">
                          <a:solidFill>
                            <a:srgbClr val="FFFFFF"/>
                          </a:solidFill>
                          <a:latin typeface="Calibri"/>
                        </a:rPr>
                        <a:t>Salary</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00" b="0">
                          <a:solidFill>
                            <a:srgbClr val="1F2A33"/>
                          </a:solidFill>
                          <a:latin typeface="Calibri"/>
                        </a:rPr>
                        <a:t>Sneha</a:t>
                      </a:r>
                    </a:p>
                  </a:txBody>
                  <a:tcPr marL="64008" marR="45720" marT="18288" marB="18288" anchor="ctr">
                    <a:solidFill>
                      <a:srgbClr val="FFFFFF"/>
                    </a:solidFill>
                  </a:tcPr>
                </a:tc>
                <a:tc>
                  <a:txBody>
                    <a:bodyPr/>
                    <a:lstStyle/>
                    <a:p>
                      <a:r>
                        <a:rPr sz="1100" b="0">
                          <a:solidFill>
                            <a:srgbClr val="1F2A33"/>
                          </a:solidFill>
                          <a:latin typeface="Calibri"/>
                        </a:rPr>
                        <a:t>70,000</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00" b="0">
                          <a:solidFill>
                            <a:srgbClr val="1F2A33"/>
                          </a:solidFill>
                          <a:latin typeface="Calibri"/>
                        </a:rPr>
                        <a:t>Priya</a:t>
                      </a:r>
                    </a:p>
                  </a:txBody>
                  <a:tcPr marL="64008" marR="45720" marT="18288" marB="18288" anchor="ctr">
                    <a:solidFill>
                      <a:srgbClr val="F4F8FB"/>
                    </a:solidFill>
                  </a:tcPr>
                </a:tc>
                <a:tc>
                  <a:txBody>
                    <a:bodyPr/>
                    <a:lstStyle/>
                    <a:p>
                      <a:r>
                        <a:rPr sz="1100" b="0">
                          <a:solidFill>
                            <a:srgbClr val="1F2A33"/>
                          </a:solidFill>
                          <a:latin typeface="Calibri"/>
                        </a:rPr>
                        <a:t>65,000</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00" b="0">
                          <a:solidFill>
                            <a:srgbClr val="1F2A33"/>
                          </a:solidFill>
                          <a:latin typeface="Calibri"/>
                        </a:rPr>
                        <a:t>Arun</a:t>
                      </a:r>
                    </a:p>
                  </a:txBody>
                  <a:tcPr marL="64008" marR="45720" marT="18288" marB="18288" anchor="ctr">
                    <a:solidFill>
                      <a:srgbClr val="FFFFFF"/>
                    </a:solidFill>
                  </a:tcPr>
                </a:tc>
                <a:tc>
                  <a:txBody>
                    <a:bodyPr/>
                    <a:lstStyle/>
                    <a:p>
                      <a:r>
                        <a:rPr sz="1100" b="0">
                          <a:solidFill>
                            <a:srgbClr val="1F2A33"/>
                          </a:solidFill>
                          <a:latin typeface="Calibri"/>
                        </a:rPr>
                        <a:t>55,000</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r>
                        <a:rPr sz="1100" b="0">
                          <a:solidFill>
                            <a:srgbClr val="1F2A33"/>
                          </a:solidFill>
                          <a:latin typeface="Calibri"/>
                        </a:rPr>
                        <a:t>Ravi</a:t>
                      </a:r>
                    </a:p>
                  </a:txBody>
                  <a:tcPr marL="64008" marR="45720" marT="18288" marB="18288" anchor="ctr">
                    <a:solidFill>
                      <a:srgbClr val="F4F8FB"/>
                    </a:solidFill>
                  </a:tcPr>
                </a:tc>
                <a:tc>
                  <a:txBody>
                    <a:bodyPr/>
                    <a:lstStyle/>
                    <a:p>
                      <a:r>
                        <a:rPr sz="1100" b="0" dirty="0">
                          <a:solidFill>
                            <a:srgbClr val="1F2A33"/>
                          </a:solidFill>
                          <a:latin typeface="Calibri"/>
                        </a:rPr>
                        <a:t>50,000</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545461393"/>
              </p:ext>
            </p:extLst>
          </p:nvPr>
        </p:nvGraphicFramePr>
        <p:xfrm>
          <a:off x="6012809" y="3685032"/>
          <a:ext cx="5394960" cy="1115568"/>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92608">
                <a:tc>
                  <a:txBody>
                    <a:bodyPr/>
                    <a:lstStyle/>
                    <a:p>
                      <a:r>
                        <a:rPr sz="1100" b="1">
                          <a:solidFill>
                            <a:srgbClr val="FFFFFF"/>
                          </a:solidFill>
                          <a:latin typeface="Calibri"/>
                        </a:rPr>
                        <a:t>DeptID</a:t>
                      </a:r>
                    </a:p>
                  </a:txBody>
                  <a:tcPr marL="64008" marR="45720" marT="18288" marB="18288" anchor="ctr">
                    <a:solidFill>
                      <a:srgbClr val="00446A"/>
                    </a:solidFill>
                  </a:tcPr>
                </a:tc>
                <a:tc>
                  <a:txBody>
                    <a:bodyPr/>
                    <a:lstStyle/>
                    <a:p>
                      <a:r>
                        <a:rPr sz="1100" b="1">
                          <a:solidFill>
                            <a:srgbClr val="FFFFFF"/>
                          </a:solidFill>
                          <a:latin typeface="Calibri"/>
                        </a:rPr>
                        <a:t>EmpCount</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00" b="0">
                          <a:solidFill>
                            <a:srgbClr val="1F2A33"/>
                          </a:solidFill>
                          <a:latin typeface="Calibri"/>
                        </a:rPr>
                        <a:t>10</a:t>
                      </a:r>
                    </a:p>
                  </a:txBody>
                  <a:tcPr marL="64008" marR="45720" marT="18288" marB="18288" anchor="ctr">
                    <a:solidFill>
                      <a:srgbClr val="FFFFFF"/>
                    </a:solidFill>
                  </a:tcPr>
                </a:tc>
                <a:tc>
                  <a:txBody>
                    <a:bodyPr/>
                    <a:lstStyle/>
                    <a:p>
                      <a:r>
                        <a:rPr sz="1100" b="0">
                          <a:solidFill>
                            <a:srgbClr val="1F2A33"/>
                          </a:solidFill>
                          <a:latin typeface="Calibri"/>
                        </a:rPr>
                        <a:t>2</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00" b="0">
                          <a:solidFill>
                            <a:srgbClr val="1F2A33"/>
                          </a:solidFill>
                          <a:latin typeface="Calibri"/>
                        </a:rPr>
                        <a:t>20</a:t>
                      </a:r>
                    </a:p>
                  </a:txBody>
                  <a:tcPr marL="64008" marR="45720" marT="18288" marB="18288" anchor="ctr">
                    <a:solidFill>
                      <a:srgbClr val="F4F8FB"/>
                    </a:solidFill>
                  </a:tcPr>
                </a:tc>
                <a:tc>
                  <a:txBody>
                    <a:bodyPr/>
                    <a:lstStyle/>
                    <a:p>
                      <a:r>
                        <a:rPr sz="1100" b="0">
                          <a:solidFill>
                            <a:srgbClr val="1F2A33"/>
                          </a:solidFill>
                          <a:latin typeface="Calibri"/>
                        </a:rPr>
                        <a:t>1</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00" b="0">
                          <a:solidFill>
                            <a:srgbClr val="1F2A33"/>
                          </a:solidFill>
                          <a:latin typeface="Calibri"/>
                        </a:rPr>
                        <a:t>NULL</a:t>
                      </a:r>
                    </a:p>
                  </a:txBody>
                  <a:tcPr marL="64008" marR="45720" marT="18288" marB="18288" anchor="ctr">
                    <a:solidFill>
                      <a:srgbClr val="FFFFFF"/>
                    </a:solidFill>
                  </a:tcPr>
                </a:tc>
                <a:tc>
                  <a:txBody>
                    <a:bodyPr/>
                    <a:lstStyle/>
                    <a:p>
                      <a:r>
                        <a:rPr sz="1100" b="0" dirty="0">
                          <a:solidFill>
                            <a:srgbClr val="1F2A33"/>
                          </a:solidFill>
                          <a:latin typeface="Calibri"/>
                        </a:rPr>
                        <a:t>1</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1" name="TextBox 20"/>
          <p:cNvSpPr txBox="1"/>
          <p:nvPr/>
        </p:nvSpPr>
        <p:spPr>
          <a:xfrm>
            <a:off x="457200" y="5806440"/>
            <a:ext cx="10972800" cy="411480"/>
          </a:xfrm>
          <a:prstGeom prst="rect">
            <a:avLst/>
          </a:prstGeom>
          <a:noFill/>
        </p:spPr>
        <p:txBody>
          <a:bodyPr wrap="square" lIns="0" tIns="0" rIns="0" bIns="0" anchor="t">
            <a:spAutoFit/>
          </a:bodyPr>
          <a:lstStyle/>
          <a:p>
            <a:pPr algn="l">
              <a:spcAft>
                <a:spcPts val="400"/>
              </a:spcAft>
            </a:pPr>
            <a:r>
              <a:rPr sz="1300" b="1" i="0">
                <a:solidFill>
                  <a:srgbClr val="FCAF17"/>
                </a:solidFill>
                <a:latin typeface="Calibri"/>
              </a:rPr>
              <a:t>🧠 Remember: </a:t>
            </a:r>
            <a:r>
              <a:rPr sz="1300" b="0" i="0">
                <a:solidFill>
                  <a:srgbClr val="1F2A33"/>
                </a:solidFill>
                <a:latin typeface="Calibri"/>
              </a:rPr>
              <a:t>ORDER BY changes the ORDER, GROUP BY changes the SHAPE. They can be used together — GROUP BY first, then ORDER BY the result.</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Aggregate Functions – Summarising Data</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10</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487680" y="1371600"/>
            <a:ext cx="2103120" cy="960120"/>
          </a:xfrm>
          <a:prstGeom prst="roundRect">
            <a:avLst>
              <a:gd name="adj" fmla="val 12000"/>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spcAft>
                <a:spcPts val="300"/>
              </a:spcAft>
            </a:pPr>
            <a:r>
              <a:rPr sz="1500" b="1" i="0">
                <a:solidFill>
                  <a:srgbClr val="FFFFFF"/>
                </a:solidFill>
                <a:latin typeface="Courier New"/>
              </a:rPr>
              <a:t>COUNT()</a:t>
            </a:r>
          </a:p>
          <a:p>
            <a:pPr algn="ctr">
              <a:spcAft>
                <a:spcPts val="300"/>
              </a:spcAft>
            </a:pPr>
            <a:r>
              <a:rPr sz="1100" b="0" i="0">
                <a:solidFill>
                  <a:srgbClr val="FFFFFF"/>
                </a:solidFill>
                <a:latin typeface="Calibri"/>
              </a:rPr>
              <a:t>How many rows?</a:t>
            </a:r>
          </a:p>
        </p:txBody>
      </p:sp>
      <p:sp>
        <p:nvSpPr>
          <p:cNvPr id="16" name="Rounded Rectangle 15"/>
          <p:cNvSpPr/>
          <p:nvPr/>
        </p:nvSpPr>
        <p:spPr>
          <a:xfrm>
            <a:off x="2621280" y="1362557"/>
            <a:ext cx="2103120" cy="96012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spcAft>
                <a:spcPts val="300"/>
              </a:spcAft>
            </a:pPr>
            <a:r>
              <a:rPr sz="1500" b="1" i="0" dirty="0">
                <a:solidFill>
                  <a:srgbClr val="FFFFFF"/>
                </a:solidFill>
                <a:latin typeface="Courier New"/>
              </a:rPr>
              <a:t>SUM()</a:t>
            </a:r>
          </a:p>
          <a:p>
            <a:pPr algn="ctr">
              <a:spcAft>
                <a:spcPts val="300"/>
              </a:spcAft>
            </a:pPr>
            <a:r>
              <a:rPr sz="1100" b="0" i="0" dirty="0">
                <a:solidFill>
                  <a:srgbClr val="FFFFFF"/>
                </a:solidFill>
                <a:latin typeface="Calibri"/>
              </a:rPr>
              <a:t>Total of a column</a:t>
            </a:r>
          </a:p>
        </p:txBody>
      </p:sp>
      <p:sp>
        <p:nvSpPr>
          <p:cNvPr id="17" name="Rounded Rectangle 16"/>
          <p:cNvSpPr/>
          <p:nvPr/>
        </p:nvSpPr>
        <p:spPr>
          <a:xfrm>
            <a:off x="4876801" y="1353513"/>
            <a:ext cx="2103120" cy="960120"/>
          </a:xfrm>
          <a:prstGeom prst="roundRect">
            <a:avLst>
              <a:gd name="adj" fmla="val 12000"/>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spcAft>
                <a:spcPts val="300"/>
              </a:spcAft>
            </a:pPr>
            <a:r>
              <a:rPr sz="1500" b="1" i="0">
                <a:solidFill>
                  <a:srgbClr val="FFFFFF"/>
                </a:solidFill>
                <a:latin typeface="Courier New"/>
              </a:rPr>
              <a:t>AVG()</a:t>
            </a:r>
          </a:p>
          <a:p>
            <a:pPr algn="ctr">
              <a:spcAft>
                <a:spcPts val="300"/>
              </a:spcAft>
            </a:pPr>
            <a:r>
              <a:rPr sz="1100" b="0" i="0">
                <a:solidFill>
                  <a:srgbClr val="FFFFFF"/>
                </a:solidFill>
                <a:latin typeface="Calibri"/>
              </a:rPr>
              <a:t>Average value</a:t>
            </a:r>
          </a:p>
        </p:txBody>
      </p:sp>
      <p:sp>
        <p:nvSpPr>
          <p:cNvPr id="18" name="Rounded Rectangle 17"/>
          <p:cNvSpPr/>
          <p:nvPr/>
        </p:nvSpPr>
        <p:spPr>
          <a:xfrm>
            <a:off x="7132322" y="1353513"/>
            <a:ext cx="2103120" cy="960120"/>
          </a:xfrm>
          <a:prstGeom prst="roundRect">
            <a:avLst>
              <a:gd name="adj" fmla="val 12000"/>
            </a:avLst>
          </a:prstGeom>
          <a:solidFill>
            <a:srgbClr val="A3C65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spcAft>
                <a:spcPts val="300"/>
              </a:spcAft>
            </a:pPr>
            <a:r>
              <a:rPr sz="1500" b="1" i="0" dirty="0">
                <a:solidFill>
                  <a:srgbClr val="FFFFFF"/>
                </a:solidFill>
                <a:latin typeface="Courier New"/>
              </a:rPr>
              <a:t>MIN()</a:t>
            </a:r>
          </a:p>
          <a:p>
            <a:pPr algn="ctr">
              <a:spcAft>
                <a:spcPts val="300"/>
              </a:spcAft>
            </a:pPr>
            <a:r>
              <a:rPr sz="1100" b="0" i="0" dirty="0">
                <a:solidFill>
                  <a:srgbClr val="FFFFFF"/>
                </a:solidFill>
                <a:latin typeface="Calibri"/>
              </a:rPr>
              <a:t>Smallest value</a:t>
            </a:r>
          </a:p>
        </p:txBody>
      </p:sp>
      <p:sp>
        <p:nvSpPr>
          <p:cNvPr id="19" name="Rounded Rectangle 18"/>
          <p:cNvSpPr/>
          <p:nvPr/>
        </p:nvSpPr>
        <p:spPr>
          <a:xfrm>
            <a:off x="9350369" y="1353513"/>
            <a:ext cx="2103120" cy="960120"/>
          </a:xfrm>
          <a:prstGeom prst="roundRect">
            <a:avLst>
              <a:gd name="adj" fmla="val 12000"/>
            </a:avLst>
          </a:prstGeom>
          <a:solidFill>
            <a:srgbClr val="77787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spcAft>
                <a:spcPts val="300"/>
              </a:spcAft>
            </a:pPr>
            <a:r>
              <a:rPr sz="1500" b="1" i="0">
                <a:solidFill>
                  <a:srgbClr val="FFFFFF"/>
                </a:solidFill>
                <a:latin typeface="Courier New"/>
              </a:rPr>
              <a:t>MAX()</a:t>
            </a:r>
          </a:p>
          <a:p>
            <a:pPr algn="ctr">
              <a:spcAft>
                <a:spcPts val="300"/>
              </a:spcAft>
            </a:pPr>
            <a:r>
              <a:rPr sz="1100" b="0" i="0">
                <a:solidFill>
                  <a:srgbClr val="FFFFFF"/>
                </a:solidFill>
                <a:latin typeface="Calibri"/>
              </a:rPr>
              <a:t>Largest value</a:t>
            </a:r>
          </a:p>
        </p:txBody>
      </p:sp>
      <p:sp>
        <p:nvSpPr>
          <p:cNvPr id="20" name="Rounded Rectangle 19"/>
          <p:cNvSpPr/>
          <p:nvPr/>
        </p:nvSpPr>
        <p:spPr>
          <a:xfrm>
            <a:off x="457200" y="2331720"/>
            <a:ext cx="6583680" cy="219456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FFFFFF"/>
                </a:solidFill>
                <a:latin typeface="Courier New"/>
              </a:rPr>
              <a:t>SELECT COUNT(*)      AS TotalEmps,   -- 4</a:t>
            </a:r>
          </a:p>
          <a:p>
            <a:pPr algn="l">
              <a:spcAft>
                <a:spcPts val="200"/>
              </a:spcAft>
            </a:pPr>
            <a:r>
              <a:rPr sz="1200" b="0" i="0">
                <a:solidFill>
                  <a:srgbClr val="FFFFFF"/>
                </a:solidFill>
                <a:latin typeface="Courier New"/>
              </a:rPr>
              <a:t>       COUNT(DeptID) AS WithDept,    -- 3 (skips NULL!)</a:t>
            </a:r>
          </a:p>
          <a:p>
            <a:pPr algn="l">
              <a:spcAft>
                <a:spcPts val="200"/>
              </a:spcAft>
            </a:pPr>
            <a:r>
              <a:rPr sz="1200" b="0" i="0">
                <a:solidFill>
                  <a:srgbClr val="FFFFFF"/>
                </a:solidFill>
                <a:latin typeface="Courier New"/>
              </a:rPr>
              <a:t>       SUM(Salary)   AS TotalPay,    -- 240000</a:t>
            </a:r>
          </a:p>
          <a:p>
            <a:pPr algn="l">
              <a:spcAft>
                <a:spcPts val="200"/>
              </a:spcAft>
            </a:pPr>
            <a:r>
              <a:rPr sz="1200" b="0" i="0">
                <a:solidFill>
                  <a:srgbClr val="FFFFFF"/>
                </a:solidFill>
                <a:latin typeface="Courier New"/>
              </a:rPr>
              <a:t>       AVG(Salary)   AS AvgPay,      -- 60000</a:t>
            </a:r>
          </a:p>
          <a:p>
            <a:pPr algn="l">
              <a:spcAft>
                <a:spcPts val="200"/>
              </a:spcAft>
            </a:pPr>
            <a:r>
              <a:rPr sz="1200" b="0" i="0">
                <a:solidFill>
                  <a:srgbClr val="FFFFFF"/>
                </a:solidFill>
                <a:latin typeface="Courier New"/>
              </a:rPr>
              <a:t>       MIN(Salary)   AS Lowest,      -- 50000</a:t>
            </a:r>
          </a:p>
          <a:p>
            <a:pPr algn="l">
              <a:spcAft>
                <a:spcPts val="200"/>
              </a:spcAft>
            </a:pPr>
            <a:r>
              <a:rPr sz="1200" b="0" i="0">
                <a:solidFill>
                  <a:srgbClr val="FFFFFF"/>
                </a:solidFill>
                <a:latin typeface="Courier New"/>
              </a:rPr>
              <a:t>       MAX(Salary)   AS Highest      -- 70000</a:t>
            </a:r>
          </a:p>
          <a:p>
            <a:pPr algn="l">
              <a:spcAft>
                <a:spcPts val="200"/>
              </a:spcAft>
            </a:pPr>
            <a:r>
              <a:rPr sz="1200" b="0" i="0">
                <a:solidFill>
                  <a:srgbClr val="FFFFFF"/>
                </a:solidFill>
                <a:latin typeface="Courier New"/>
              </a:rPr>
              <a:t>FROM   Employees;</a:t>
            </a:r>
          </a:p>
        </p:txBody>
      </p:sp>
      <p:sp>
        <p:nvSpPr>
          <p:cNvPr id="21" name="Rounded Rectangle 20"/>
          <p:cNvSpPr/>
          <p:nvPr/>
        </p:nvSpPr>
        <p:spPr>
          <a:xfrm>
            <a:off x="7315200" y="2331720"/>
            <a:ext cx="4023360" cy="21945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a:solidFill>
                  <a:srgbClr val="C0392B"/>
                </a:solidFill>
                <a:latin typeface="Calibri"/>
              </a:rPr>
              <a:t>⚠️ NULL alert!</a:t>
            </a:r>
          </a:p>
          <a:p>
            <a:pPr algn="l">
              <a:spcAft>
                <a:spcPts val="300"/>
              </a:spcAft>
            </a:pPr>
            <a:r>
              <a:rPr sz="1200" b="1" i="0">
                <a:solidFill>
                  <a:srgbClr val="1F2A33"/>
                </a:solidFill>
                <a:latin typeface="Calibri"/>
              </a:rPr>
              <a:t>Aggregates IGNORE NULLs.</a:t>
            </a:r>
          </a:p>
          <a:p>
            <a:pPr algn="l">
              <a:spcAft>
                <a:spcPts val="300"/>
              </a:spcAft>
            </a:pPr>
            <a:r>
              <a:rPr sz="1150" b="0" i="0">
                <a:solidFill>
                  <a:srgbClr val="1F2A33"/>
                </a:solidFill>
                <a:latin typeface="Calibri"/>
              </a:rPr>
              <a:t>COUNT(*) counts all rows, but COUNT(DeptID) counts only rows where DeptID has a value.</a:t>
            </a:r>
          </a:p>
          <a:p>
            <a:pPr algn="l">
              <a:spcAft>
                <a:spcPts val="300"/>
              </a:spcAft>
            </a:pPr>
            <a:r>
              <a:rPr sz="1150" b="0" i="0">
                <a:solidFill>
                  <a:srgbClr val="1F2A33"/>
                </a:solidFill>
                <a:latin typeface="Calibri"/>
              </a:rPr>
              <a:t>AVG = SUM ÷ non-NULL count — NULLs don't drag the average down.</a:t>
            </a:r>
          </a:p>
        </p:txBody>
      </p:sp>
      <p:sp>
        <p:nvSpPr>
          <p:cNvPr id="22" name="TextBox 21"/>
          <p:cNvSpPr txBox="1"/>
          <p:nvPr/>
        </p:nvSpPr>
        <p:spPr>
          <a:xfrm>
            <a:off x="457200" y="4800600"/>
            <a:ext cx="10972800" cy="1097280"/>
          </a:xfrm>
          <a:prstGeom prst="rect">
            <a:avLst/>
          </a:prstGeom>
          <a:noFill/>
        </p:spPr>
        <p:txBody>
          <a:bodyPr wrap="square" lIns="0" tIns="0" rIns="0" bIns="0" anchor="t">
            <a:spAutoFit/>
          </a:bodyPr>
          <a:lstStyle/>
          <a:p>
            <a:pPr algn="l">
              <a:spcAft>
                <a:spcPts val="400"/>
              </a:spcAft>
            </a:pPr>
            <a:r>
              <a:rPr sz="1300" b="1" i="0">
                <a:solidFill>
                  <a:srgbClr val="00446A"/>
                </a:solidFill>
                <a:latin typeface="Calibri"/>
              </a:rPr>
              <a:t>Real-time example: </a:t>
            </a:r>
            <a:r>
              <a:rPr sz="1300" b="0" i="0">
                <a:solidFill>
                  <a:srgbClr val="1F2A33"/>
                </a:solidFill>
                <a:latin typeface="Calibri"/>
              </a:rPr>
              <a:t>an e-commerce dashboard showing 'Total Orders Today: 1,240 | Revenue: ₹18.5L | Avg Order Value: ₹1,492' is literally COUNT, SUM and AVG running on the Orders table.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WHERE vs HAVING – Filter Rows vs Filter Groups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11</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graphicFrame>
        <p:nvGraphicFramePr>
          <p:cNvPr id="15" name="Table 14"/>
          <p:cNvGraphicFramePr>
            <a:graphicFrameLocks noGrp="1"/>
          </p:cNvGraphicFramePr>
          <p:nvPr/>
        </p:nvGraphicFramePr>
        <p:xfrm>
          <a:off x="457200" y="1097280"/>
          <a:ext cx="10881360" cy="1847088"/>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292608">
                <a:tc>
                  <a:txBody>
                    <a:bodyPr/>
                    <a:lstStyle/>
                    <a:p>
                      <a:endParaRPr/>
                    </a:p>
                  </a:txBody>
                  <a:tcPr marL="64008" marR="45720" marT="18288" marB="18288" anchor="ctr">
                    <a:solidFill>
                      <a:srgbClr val="00446A"/>
                    </a:solidFill>
                  </a:tcPr>
                </a:tc>
                <a:tc>
                  <a:txBody>
                    <a:bodyPr/>
                    <a:lstStyle/>
                    <a:p>
                      <a:r>
                        <a:rPr sz="1200" b="1">
                          <a:solidFill>
                            <a:srgbClr val="FFFFFF"/>
                          </a:solidFill>
                          <a:latin typeface="Calibri"/>
                        </a:rPr>
                        <a:t>WHERE</a:t>
                      </a:r>
                    </a:p>
                  </a:txBody>
                  <a:tcPr marL="64008" marR="45720" marT="18288" marB="18288" anchor="ctr">
                    <a:solidFill>
                      <a:srgbClr val="00446A"/>
                    </a:solidFill>
                  </a:tcPr>
                </a:tc>
                <a:tc>
                  <a:txBody>
                    <a:bodyPr/>
                    <a:lstStyle/>
                    <a:p>
                      <a:r>
                        <a:rPr sz="1200" b="1">
                          <a:solidFill>
                            <a:srgbClr val="FFFFFF"/>
                          </a:solidFill>
                          <a:latin typeface="Calibri"/>
                        </a:rPr>
                        <a:t>HAVING</a:t>
                      </a:r>
                    </a:p>
                  </a:txBody>
                  <a:tcPr marL="64008" marR="45720" marT="18288" marB="18288" anchor="ctr">
                    <a:solidFill>
                      <a:srgbClr val="00446A"/>
                    </a:solidFill>
                  </a:tcPr>
                </a:tc>
                <a:extLst>
                  <a:ext uri="{0D108BD9-81ED-4DB2-BD59-A6C34878D82A}">
                    <a16:rowId xmlns:a16="http://schemas.microsoft.com/office/drawing/2014/main" val="10000"/>
                  </a:ext>
                </a:extLst>
              </a:tr>
              <a:tr h="384048">
                <a:tc>
                  <a:txBody>
                    <a:bodyPr/>
                    <a:lstStyle/>
                    <a:p>
                      <a:r>
                        <a:rPr sz="1200" b="0">
                          <a:solidFill>
                            <a:srgbClr val="1F2A33"/>
                          </a:solidFill>
                          <a:latin typeface="Calibri"/>
                        </a:rPr>
                        <a:t>Filters</a:t>
                      </a:r>
                    </a:p>
                  </a:txBody>
                  <a:tcPr marL="64008" marR="45720" marT="18288" marB="18288" anchor="ctr">
                    <a:solidFill>
                      <a:srgbClr val="FFFFFF"/>
                    </a:solidFill>
                  </a:tcPr>
                </a:tc>
                <a:tc>
                  <a:txBody>
                    <a:bodyPr/>
                    <a:lstStyle/>
                    <a:p>
                      <a:r>
                        <a:rPr sz="1200" b="0">
                          <a:solidFill>
                            <a:srgbClr val="1F2A33"/>
                          </a:solidFill>
                          <a:latin typeface="Calibri"/>
                        </a:rPr>
                        <a:t>Individual ROWS</a:t>
                      </a:r>
                    </a:p>
                  </a:txBody>
                  <a:tcPr marL="64008" marR="45720" marT="18288" marB="18288" anchor="ctr">
                    <a:solidFill>
                      <a:srgbClr val="FFFFFF"/>
                    </a:solidFill>
                  </a:tcPr>
                </a:tc>
                <a:tc>
                  <a:txBody>
                    <a:bodyPr/>
                    <a:lstStyle/>
                    <a:p>
                      <a:r>
                        <a:rPr sz="1200" b="0">
                          <a:solidFill>
                            <a:srgbClr val="1F2A33"/>
                          </a:solidFill>
                          <a:latin typeface="Calibri"/>
                        </a:rPr>
                        <a:t>GROUPS (after GROUP BY)</a:t>
                      </a:r>
                    </a:p>
                  </a:txBody>
                  <a:tcPr marL="64008" marR="45720"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0">
                          <a:solidFill>
                            <a:srgbClr val="1F2A33"/>
                          </a:solidFill>
                          <a:latin typeface="Calibri"/>
                        </a:rPr>
                        <a:t>Runs</a:t>
                      </a:r>
                    </a:p>
                  </a:txBody>
                  <a:tcPr marL="64008" marR="45720" marT="18288" marB="18288" anchor="ctr">
                    <a:solidFill>
                      <a:srgbClr val="F4F8FB"/>
                    </a:solidFill>
                  </a:tcPr>
                </a:tc>
                <a:tc>
                  <a:txBody>
                    <a:bodyPr/>
                    <a:lstStyle/>
                    <a:p>
                      <a:r>
                        <a:rPr sz="1200" b="0">
                          <a:solidFill>
                            <a:srgbClr val="1F2A33"/>
                          </a:solidFill>
                          <a:latin typeface="Calibri"/>
                        </a:rPr>
                        <a:t>BEFORE grouping</a:t>
                      </a:r>
                    </a:p>
                  </a:txBody>
                  <a:tcPr marL="64008" marR="45720" marT="18288" marB="18288" anchor="ctr">
                    <a:solidFill>
                      <a:srgbClr val="F4F8FB"/>
                    </a:solidFill>
                  </a:tcPr>
                </a:tc>
                <a:tc>
                  <a:txBody>
                    <a:bodyPr/>
                    <a:lstStyle/>
                    <a:p>
                      <a:r>
                        <a:rPr sz="1200" b="0">
                          <a:solidFill>
                            <a:srgbClr val="1F2A33"/>
                          </a:solidFill>
                          <a:latin typeface="Calibri"/>
                        </a:rPr>
                        <a:t>AFTER grouping</a:t>
                      </a:r>
                    </a:p>
                  </a:txBody>
                  <a:tcPr marL="64008" marR="45720" marT="18288" marB="18288" anchor="ctr">
                    <a:solidFill>
                      <a:srgbClr val="F4F8FB"/>
                    </a:solidFill>
                  </a:tcPr>
                </a:tc>
                <a:extLst>
                  <a:ext uri="{0D108BD9-81ED-4DB2-BD59-A6C34878D82A}">
                    <a16:rowId xmlns:a16="http://schemas.microsoft.com/office/drawing/2014/main" val="10002"/>
                  </a:ext>
                </a:extLst>
              </a:tr>
              <a:tr h="384048">
                <a:tc>
                  <a:txBody>
                    <a:bodyPr/>
                    <a:lstStyle/>
                    <a:p>
                      <a:r>
                        <a:rPr sz="1200" b="0">
                          <a:solidFill>
                            <a:srgbClr val="1F2A33"/>
                          </a:solidFill>
                          <a:latin typeface="Calibri"/>
                        </a:rPr>
                        <a:t>Aggregates allowed?</a:t>
                      </a:r>
                    </a:p>
                  </a:txBody>
                  <a:tcPr marL="64008" marR="45720" marT="18288" marB="18288" anchor="ctr">
                    <a:solidFill>
                      <a:srgbClr val="FFFFFF"/>
                    </a:solidFill>
                  </a:tcPr>
                </a:tc>
                <a:tc>
                  <a:txBody>
                    <a:bodyPr/>
                    <a:lstStyle/>
                    <a:p>
                      <a:r>
                        <a:rPr sz="1200" b="0">
                          <a:solidFill>
                            <a:srgbClr val="1F2A33"/>
                          </a:solidFill>
                          <a:latin typeface="Calibri"/>
                        </a:rPr>
                        <a:t>❌ No — WHERE SUM(x)&gt;10 is an error</a:t>
                      </a:r>
                    </a:p>
                  </a:txBody>
                  <a:tcPr marL="64008" marR="45720" marT="18288" marB="18288" anchor="ctr">
                    <a:solidFill>
                      <a:srgbClr val="FFFFFF"/>
                    </a:solidFill>
                  </a:tcPr>
                </a:tc>
                <a:tc>
                  <a:txBody>
                    <a:bodyPr/>
                    <a:lstStyle/>
                    <a:p>
                      <a:r>
                        <a:rPr sz="1200" b="0">
                          <a:solidFill>
                            <a:srgbClr val="1F2A33"/>
                          </a:solidFill>
                          <a:latin typeface="Calibri"/>
                        </a:rPr>
                        <a:t>✅ Yes — HAVING SUM(x) &gt; 10</a:t>
                      </a:r>
                    </a:p>
                  </a:txBody>
                  <a:tcPr marL="64008" marR="45720" marT="18288" marB="18288" anchor="ctr">
                    <a:solidFill>
                      <a:srgbClr val="FFFFFF"/>
                    </a:solidFill>
                  </a:tcPr>
                </a:tc>
                <a:extLst>
                  <a:ext uri="{0D108BD9-81ED-4DB2-BD59-A6C34878D82A}">
                    <a16:rowId xmlns:a16="http://schemas.microsoft.com/office/drawing/2014/main" val="10003"/>
                  </a:ext>
                </a:extLst>
              </a:tr>
              <a:tr h="384048">
                <a:tc>
                  <a:txBody>
                    <a:bodyPr/>
                    <a:lstStyle/>
                    <a:p>
                      <a:r>
                        <a:rPr sz="1200" b="0">
                          <a:solidFill>
                            <a:srgbClr val="1F2A33"/>
                          </a:solidFill>
                          <a:latin typeface="Calibri"/>
                        </a:rPr>
                        <a:t>Used with GROUP BY?</a:t>
                      </a:r>
                    </a:p>
                  </a:txBody>
                  <a:tcPr marL="64008" marR="45720" marT="18288" marB="18288" anchor="ctr">
                    <a:solidFill>
                      <a:srgbClr val="F4F8FB"/>
                    </a:solidFill>
                  </a:tcPr>
                </a:tc>
                <a:tc>
                  <a:txBody>
                    <a:bodyPr/>
                    <a:lstStyle/>
                    <a:p>
                      <a:r>
                        <a:rPr sz="1200" b="0">
                          <a:solidFill>
                            <a:srgbClr val="1F2A33"/>
                          </a:solidFill>
                          <a:latin typeface="Calibri"/>
                        </a:rPr>
                        <a:t>Works with or without</a:t>
                      </a:r>
                    </a:p>
                  </a:txBody>
                  <a:tcPr marL="64008" marR="45720" marT="18288" marB="18288" anchor="ctr">
                    <a:solidFill>
                      <a:srgbClr val="F4F8FB"/>
                    </a:solidFill>
                  </a:tcPr>
                </a:tc>
                <a:tc>
                  <a:txBody>
                    <a:bodyPr/>
                    <a:lstStyle/>
                    <a:p>
                      <a:r>
                        <a:rPr sz="1200" b="0">
                          <a:solidFill>
                            <a:srgbClr val="1F2A33"/>
                          </a:solidFill>
                          <a:latin typeface="Calibri"/>
                        </a:rPr>
                        <a:t>Almost always with GROUP BY</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6" name="Rounded Rectangle 15"/>
          <p:cNvSpPr/>
          <p:nvPr/>
        </p:nvSpPr>
        <p:spPr>
          <a:xfrm>
            <a:off x="457200" y="3429000"/>
            <a:ext cx="6766560" cy="196596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66DBBD"/>
                </a:solidFill>
                <a:latin typeface="Courier New"/>
              </a:rPr>
              <a:t>-- Depts with avg salary &gt; 52,000 (only active emps)</a:t>
            </a:r>
          </a:p>
          <a:p>
            <a:pPr algn="l">
              <a:spcAft>
                <a:spcPts val="200"/>
              </a:spcAft>
            </a:pPr>
            <a:r>
              <a:rPr sz="1200" b="0" i="0">
                <a:solidFill>
                  <a:srgbClr val="FFFFFF"/>
                </a:solidFill>
                <a:latin typeface="Courier New"/>
              </a:rPr>
              <a:t>SELECT   DeptID, AVG(Salary) AS AvgSal</a:t>
            </a:r>
          </a:p>
          <a:p>
            <a:pPr algn="l">
              <a:spcAft>
                <a:spcPts val="200"/>
              </a:spcAft>
            </a:pPr>
            <a:r>
              <a:rPr sz="1200" b="0" i="0">
                <a:solidFill>
                  <a:srgbClr val="FFFFFF"/>
                </a:solidFill>
                <a:latin typeface="Courier New"/>
              </a:rPr>
              <a:t>FROM     Employees</a:t>
            </a:r>
          </a:p>
          <a:p>
            <a:pPr algn="l">
              <a:spcAft>
                <a:spcPts val="200"/>
              </a:spcAft>
            </a:pPr>
            <a:r>
              <a:rPr sz="1200" b="0" i="0">
                <a:solidFill>
                  <a:srgbClr val="FFFFFF"/>
                </a:solidFill>
                <a:latin typeface="Courier New"/>
              </a:rPr>
              <a:t>WHERE    Status = 'Active'      -- 1) filter ROWS</a:t>
            </a:r>
          </a:p>
          <a:p>
            <a:pPr algn="l">
              <a:spcAft>
                <a:spcPts val="200"/>
              </a:spcAft>
            </a:pPr>
            <a:r>
              <a:rPr sz="1200" b="0" i="0">
                <a:solidFill>
                  <a:srgbClr val="FFFFFF"/>
                </a:solidFill>
                <a:latin typeface="Courier New"/>
              </a:rPr>
              <a:t>GROUP BY DeptID                 -- 2) make GROUPS</a:t>
            </a:r>
          </a:p>
          <a:p>
            <a:pPr algn="l">
              <a:spcAft>
                <a:spcPts val="200"/>
              </a:spcAft>
            </a:pPr>
            <a:r>
              <a:rPr sz="1200" b="0" i="0">
                <a:solidFill>
                  <a:srgbClr val="FFFFFF"/>
                </a:solidFill>
                <a:latin typeface="Courier New"/>
              </a:rPr>
              <a:t>HAVING   AVG(Salary) &gt; 52000    -- 3) filter GROUPS</a:t>
            </a:r>
          </a:p>
          <a:p>
            <a:pPr algn="l">
              <a:spcAft>
                <a:spcPts val="200"/>
              </a:spcAft>
            </a:pPr>
            <a:r>
              <a:rPr sz="1200" b="0" i="0">
                <a:solidFill>
                  <a:srgbClr val="FFFFFF"/>
                </a:solidFill>
                <a:latin typeface="Courier New"/>
              </a:rPr>
              <a:t>ORDER BY AvgSal DESC;           -- 4) sort result</a:t>
            </a:r>
          </a:p>
        </p:txBody>
      </p:sp>
      <p:sp>
        <p:nvSpPr>
          <p:cNvPr id="17" name="Rounded Rectangle 16"/>
          <p:cNvSpPr/>
          <p:nvPr/>
        </p:nvSpPr>
        <p:spPr>
          <a:xfrm>
            <a:off x="7498079" y="3429000"/>
            <a:ext cx="3840480"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300" b="1" i="0">
                <a:solidFill>
                  <a:srgbClr val="00446A"/>
                </a:solidFill>
                <a:latin typeface="Calibri"/>
              </a:rPr>
              <a:t>🔄 Logical order SQL runs in:</a:t>
            </a:r>
          </a:p>
          <a:p>
            <a:pPr algn="l">
              <a:spcAft>
                <a:spcPts val="300"/>
              </a:spcAft>
            </a:pPr>
            <a:r>
              <a:rPr sz="1250" b="1" i="0">
                <a:solidFill>
                  <a:srgbClr val="003051"/>
                </a:solidFill>
                <a:latin typeface="Courier New"/>
              </a:rPr>
              <a:t>FROM → WHERE → GROUP BY → HAVING → SELECT → ORDER BY</a:t>
            </a:r>
          </a:p>
          <a:p>
            <a:pPr algn="l">
              <a:spcAft>
                <a:spcPts val="300"/>
              </a:spcAft>
            </a:pPr>
            <a:r>
              <a:rPr sz="1150" b="0" i="0">
                <a:solidFill>
                  <a:srgbClr val="1F2A33"/>
                </a:solidFill>
                <a:latin typeface="Calibri"/>
              </a:rPr>
              <a:t>That's why WHERE can't see aggregates — they don't exist yet when WHERE runs!</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dirty="0">
                <a:ea typeface="+mj-lt"/>
                <a:cs typeface="+mj-lt"/>
              </a:rPr>
              <a:t>Joins – Combining Tables (The Superpower!)</a:t>
            </a:r>
            <a:endParaRPr lang="en-US" dirty="0"/>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12</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Real data is split across tables. Joins stitch related tables back together using keys.</a:t>
            </a:r>
          </a:p>
        </p:txBody>
      </p:sp>
      <p:sp>
        <p:nvSpPr>
          <p:cNvPr id="16" name="Oval 15"/>
          <p:cNvSpPr/>
          <p:nvPr/>
        </p:nvSpPr>
        <p:spPr>
          <a:xfrm>
            <a:off x="777240" y="1691640"/>
            <a:ext cx="960120" cy="960120"/>
          </a:xfrm>
          <a:prstGeom prst="ellipse">
            <a:avLst/>
          </a:prstGeom>
          <a:solidFill>
            <a:srgbClr val="FFFFFF"/>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353312" y="1691640"/>
            <a:ext cx="960120" cy="960120"/>
          </a:xfrm>
          <a:prstGeom prst="ellipse">
            <a:avLst/>
          </a:prstGeom>
          <a:solidFill>
            <a:srgbClr val="FFFFFF"/>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408176" y="1947672"/>
            <a:ext cx="274320" cy="457200"/>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761488"/>
            <a:ext cx="2176272" cy="320040"/>
          </a:xfrm>
          <a:prstGeom prst="rect">
            <a:avLst/>
          </a:prstGeom>
          <a:noFill/>
        </p:spPr>
        <p:txBody>
          <a:bodyPr wrap="square" lIns="0" tIns="0" rIns="0" bIns="0" anchor="t">
            <a:spAutoFit/>
          </a:bodyPr>
          <a:lstStyle/>
          <a:p>
            <a:pPr algn="ctr">
              <a:spcAft>
                <a:spcPts val="400"/>
              </a:spcAft>
            </a:pPr>
            <a:r>
              <a:rPr sz="1350" b="1" i="0">
                <a:solidFill>
                  <a:srgbClr val="00446A"/>
                </a:solidFill>
                <a:latin typeface="Calibri"/>
              </a:rPr>
              <a:t>INNER JOIN</a:t>
            </a:r>
          </a:p>
        </p:txBody>
      </p:sp>
      <p:sp>
        <p:nvSpPr>
          <p:cNvPr id="20" name="TextBox 19"/>
          <p:cNvSpPr txBox="1"/>
          <p:nvPr/>
        </p:nvSpPr>
        <p:spPr>
          <a:xfrm>
            <a:off x="457200" y="3054096"/>
            <a:ext cx="2176272" cy="457200"/>
          </a:xfrm>
          <a:prstGeom prst="rect">
            <a:avLst/>
          </a:prstGeom>
          <a:noFill/>
        </p:spPr>
        <p:txBody>
          <a:bodyPr wrap="square" lIns="0" tIns="0" rIns="0" bIns="0" anchor="t">
            <a:spAutoFit/>
          </a:bodyPr>
          <a:lstStyle/>
          <a:p>
            <a:pPr algn="ctr">
              <a:spcAft>
                <a:spcPts val="400"/>
              </a:spcAft>
            </a:pPr>
            <a:r>
              <a:rPr sz="1050" b="0" i="0">
                <a:solidFill>
                  <a:srgbClr val="1F2A33"/>
                </a:solidFill>
                <a:latin typeface="Calibri"/>
              </a:rPr>
              <a:t>Only matches in BOTH</a:t>
            </a:r>
          </a:p>
        </p:txBody>
      </p:sp>
      <p:sp>
        <p:nvSpPr>
          <p:cNvPr id="21" name="Oval 20"/>
          <p:cNvSpPr/>
          <p:nvPr/>
        </p:nvSpPr>
        <p:spPr>
          <a:xfrm>
            <a:off x="3657600" y="1691640"/>
            <a:ext cx="960120" cy="960120"/>
          </a:xfrm>
          <a:prstGeom prst="ellipse">
            <a:avLst/>
          </a:prstGeom>
          <a:solidFill>
            <a:srgbClr val="00A0DD"/>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233672" y="1691640"/>
            <a:ext cx="960120" cy="960120"/>
          </a:xfrm>
          <a:prstGeom prst="ellipse">
            <a:avLst/>
          </a:prstGeom>
          <a:no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33672" y="1691640"/>
            <a:ext cx="960120" cy="960120"/>
          </a:xfrm>
          <a:prstGeom prst="ellipse">
            <a:avLst/>
          </a:prstGeom>
          <a:no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37560" y="2761488"/>
            <a:ext cx="2176272" cy="320040"/>
          </a:xfrm>
          <a:prstGeom prst="rect">
            <a:avLst/>
          </a:prstGeom>
          <a:noFill/>
        </p:spPr>
        <p:txBody>
          <a:bodyPr wrap="square" lIns="0" tIns="0" rIns="0" bIns="0" anchor="t">
            <a:spAutoFit/>
          </a:bodyPr>
          <a:lstStyle/>
          <a:p>
            <a:pPr algn="ctr">
              <a:spcAft>
                <a:spcPts val="400"/>
              </a:spcAft>
            </a:pPr>
            <a:r>
              <a:rPr sz="1350" b="1" i="0">
                <a:solidFill>
                  <a:srgbClr val="00446A"/>
                </a:solidFill>
                <a:latin typeface="Calibri"/>
              </a:rPr>
              <a:t>LEFT JOIN</a:t>
            </a:r>
          </a:p>
        </p:txBody>
      </p:sp>
      <p:sp>
        <p:nvSpPr>
          <p:cNvPr id="25" name="TextBox 24"/>
          <p:cNvSpPr txBox="1"/>
          <p:nvPr/>
        </p:nvSpPr>
        <p:spPr>
          <a:xfrm>
            <a:off x="3337560" y="3054096"/>
            <a:ext cx="2176272" cy="457200"/>
          </a:xfrm>
          <a:prstGeom prst="rect">
            <a:avLst/>
          </a:prstGeom>
          <a:noFill/>
        </p:spPr>
        <p:txBody>
          <a:bodyPr wrap="square" lIns="0" tIns="0" rIns="0" bIns="0" anchor="t">
            <a:spAutoFit/>
          </a:bodyPr>
          <a:lstStyle/>
          <a:p>
            <a:pPr algn="ctr">
              <a:spcAft>
                <a:spcPts val="400"/>
              </a:spcAft>
            </a:pPr>
            <a:r>
              <a:rPr sz="1050" b="0" i="0">
                <a:solidFill>
                  <a:srgbClr val="1F2A33"/>
                </a:solidFill>
                <a:latin typeface="Calibri"/>
              </a:rPr>
              <a:t>All of LEFT + matches</a:t>
            </a:r>
          </a:p>
        </p:txBody>
      </p:sp>
      <p:sp>
        <p:nvSpPr>
          <p:cNvPr id="26" name="Oval 25"/>
          <p:cNvSpPr/>
          <p:nvPr/>
        </p:nvSpPr>
        <p:spPr>
          <a:xfrm>
            <a:off x="6537960" y="1691640"/>
            <a:ext cx="960120" cy="960120"/>
          </a:xfrm>
          <a:prstGeom prst="ellipse">
            <a:avLst/>
          </a:prstGeom>
          <a:solidFill>
            <a:srgbClr val="FFFFFF"/>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14032" y="1691640"/>
            <a:ext cx="960120" cy="960120"/>
          </a:xfrm>
          <a:prstGeom prst="ellipse">
            <a:avLst/>
          </a:prstGeom>
          <a:solidFill>
            <a:srgbClr val="00A0DD"/>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0" y="2761488"/>
            <a:ext cx="2176272" cy="320040"/>
          </a:xfrm>
          <a:prstGeom prst="rect">
            <a:avLst/>
          </a:prstGeom>
          <a:noFill/>
        </p:spPr>
        <p:txBody>
          <a:bodyPr wrap="square" lIns="0" tIns="0" rIns="0" bIns="0" anchor="t">
            <a:spAutoFit/>
          </a:bodyPr>
          <a:lstStyle/>
          <a:p>
            <a:pPr algn="ctr">
              <a:spcAft>
                <a:spcPts val="400"/>
              </a:spcAft>
            </a:pPr>
            <a:r>
              <a:rPr sz="1350" b="1" i="0">
                <a:solidFill>
                  <a:srgbClr val="00446A"/>
                </a:solidFill>
                <a:latin typeface="Calibri"/>
              </a:rPr>
              <a:t>RIGHT JOIN</a:t>
            </a:r>
          </a:p>
        </p:txBody>
      </p:sp>
      <p:sp>
        <p:nvSpPr>
          <p:cNvPr id="29" name="TextBox 28"/>
          <p:cNvSpPr txBox="1"/>
          <p:nvPr/>
        </p:nvSpPr>
        <p:spPr>
          <a:xfrm>
            <a:off x="6217920" y="3054096"/>
            <a:ext cx="2176272" cy="457200"/>
          </a:xfrm>
          <a:prstGeom prst="rect">
            <a:avLst/>
          </a:prstGeom>
          <a:noFill/>
        </p:spPr>
        <p:txBody>
          <a:bodyPr wrap="square" lIns="0" tIns="0" rIns="0" bIns="0" anchor="t">
            <a:spAutoFit/>
          </a:bodyPr>
          <a:lstStyle/>
          <a:p>
            <a:pPr algn="ctr">
              <a:spcAft>
                <a:spcPts val="400"/>
              </a:spcAft>
            </a:pPr>
            <a:r>
              <a:rPr sz="1050" b="0" i="0">
                <a:solidFill>
                  <a:srgbClr val="1F2A33"/>
                </a:solidFill>
                <a:latin typeface="Calibri"/>
              </a:rPr>
              <a:t>All of RIGHT + matches</a:t>
            </a:r>
          </a:p>
        </p:txBody>
      </p:sp>
      <p:sp>
        <p:nvSpPr>
          <p:cNvPr id="30" name="Oval 29"/>
          <p:cNvSpPr/>
          <p:nvPr/>
        </p:nvSpPr>
        <p:spPr>
          <a:xfrm>
            <a:off x="9418320" y="1691640"/>
            <a:ext cx="960120" cy="960120"/>
          </a:xfrm>
          <a:prstGeom prst="ellipse">
            <a:avLst/>
          </a:prstGeom>
          <a:solidFill>
            <a:srgbClr val="00A0DD"/>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994392" y="1691640"/>
            <a:ext cx="960120" cy="960120"/>
          </a:xfrm>
          <a:prstGeom prst="ellipse">
            <a:avLst/>
          </a:prstGeom>
          <a:solidFill>
            <a:srgbClr val="00A0DD"/>
          </a:solidFill>
          <a:ln w="22225">
            <a:solidFill>
              <a:srgbClr val="00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98280" y="2761488"/>
            <a:ext cx="2176272" cy="320040"/>
          </a:xfrm>
          <a:prstGeom prst="rect">
            <a:avLst/>
          </a:prstGeom>
          <a:noFill/>
        </p:spPr>
        <p:txBody>
          <a:bodyPr wrap="square" lIns="0" tIns="0" rIns="0" bIns="0" anchor="t">
            <a:spAutoFit/>
          </a:bodyPr>
          <a:lstStyle/>
          <a:p>
            <a:pPr algn="ctr">
              <a:spcAft>
                <a:spcPts val="400"/>
              </a:spcAft>
            </a:pPr>
            <a:r>
              <a:rPr sz="1350" b="1" i="0">
                <a:solidFill>
                  <a:srgbClr val="00446A"/>
                </a:solidFill>
                <a:latin typeface="Calibri"/>
              </a:rPr>
              <a:t>FULL JOIN</a:t>
            </a:r>
          </a:p>
        </p:txBody>
      </p:sp>
      <p:sp>
        <p:nvSpPr>
          <p:cNvPr id="33" name="TextBox 32"/>
          <p:cNvSpPr txBox="1"/>
          <p:nvPr/>
        </p:nvSpPr>
        <p:spPr>
          <a:xfrm>
            <a:off x="9098280" y="3054096"/>
            <a:ext cx="2176272" cy="457200"/>
          </a:xfrm>
          <a:prstGeom prst="rect">
            <a:avLst/>
          </a:prstGeom>
          <a:noFill/>
        </p:spPr>
        <p:txBody>
          <a:bodyPr wrap="square" lIns="0" tIns="0" rIns="0" bIns="0" anchor="t">
            <a:spAutoFit/>
          </a:bodyPr>
          <a:lstStyle/>
          <a:p>
            <a:pPr algn="ctr">
              <a:spcAft>
                <a:spcPts val="400"/>
              </a:spcAft>
            </a:pPr>
            <a:r>
              <a:rPr sz="1050" b="0" i="0">
                <a:solidFill>
                  <a:srgbClr val="1F2A33"/>
                </a:solidFill>
                <a:latin typeface="Calibri"/>
              </a:rPr>
              <a:t>Everything from both</a:t>
            </a:r>
          </a:p>
        </p:txBody>
      </p:sp>
      <p:sp>
        <p:nvSpPr>
          <p:cNvPr id="34" name="Oval 33"/>
          <p:cNvSpPr/>
          <p:nvPr/>
        </p:nvSpPr>
        <p:spPr>
          <a:xfrm>
            <a:off x="457200" y="377647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6656" y="371246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Join syntax skeleton</a:t>
            </a:r>
          </a:p>
        </p:txBody>
      </p:sp>
      <p:sp>
        <p:nvSpPr>
          <p:cNvPr id="36" name="Rounded Rectangle 35"/>
          <p:cNvSpPr/>
          <p:nvPr/>
        </p:nvSpPr>
        <p:spPr>
          <a:xfrm>
            <a:off x="457200" y="4114800"/>
            <a:ext cx="6126480" cy="13716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FFFFFF"/>
                </a:solidFill>
                <a:latin typeface="Courier New"/>
              </a:rPr>
              <a:t>SELECT e.Name, d.DeptName</a:t>
            </a:r>
          </a:p>
          <a:p>
            <a:pPr algn="l">
              <a:spcAft>
                <a:spcPts val="200"/>
              </a:spcAft>
            </a:pPr>
            <a:r>
              <a:rPr sz="1200" b="0" i="0">
                <a:solidFill>
                  <a:srgbClr val="FFFFFF"/>
                </a:solidFill>
                <a:latin typeface="Courier New"/>
              </a:rPr>
              <a:t>FROM   Employees e                -- LEFT table</a:t>
            </a:r>
          </a:p>
          <a:p>
            <a:pPr algn="l">
              <a:spcAft>
                <a:spcPts val="200"/>
              </a:spcAft>
            </a:pPr>
            <a:r>
              <a:rPr sz="1200" b="0" i="0">
                <a:solidFill>
                  <a:srgbClr val="FFFFFF"/>
                </a:solidFill>
                <a:latin typeface="Courier New"/>
              </a:rPr>
              <a:t>JOIN   Departments d              -- RIGHT table</a:t>
            </a:r>
          </a:p>
          <a:p>
            <a:pPr algn="l">
              <a:spcAft>
                <a:spcPts val="200"/>
              </a:spcAft>
            </a:pPr>
            <a:r>
              <a:rPr sz="1200" b="0" i="0">
                <a:solidFill>
                  <a:srgbClr val="FFFFFF"/>
                </a:solidFill>
                <a:latin typeface="Courier New"/>
              </a:rPr>
              <a:t>  ON   e.DeptID = d.DeptID;       -- the KEY link</a:t>
            </a:r>
          </a:p>
        </p:txBody>
      </p:sp>
      <p:sp>
        <p:nvSpPr>
          <p:cNvPr id="37" name="Rounded Rectangle 36"/>
          <p:cNvSpPr/>
          <p:nvPr/>
        </p:nvSpPr>
        <p:spPr>
          <a:xfrm>
            <a:off x="6858000" y="4114800"/>
            <a:ext cx="4480560" cy="137160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00" b="1" i="0">
                <a:solidFill>
                  <a:srgbClr val="00446A"/>
                </a:solidFill>
                <a:latin typeface="Calibri"/>
              </a:rPr>
              <a:t>🧠 Memory trick</a:t>
            </a:r>
          </a:p>
          <a:p>
            <a:pPr algn="l">
              <a:spcAft>
                <a:spcPts val="300"/>
              </a:spcAft>
            </a:pPr>
            <a:r>
              <a:rPr sz="1150" b="0" i="0">
                <a:solidFill>
                  <a:srgbClr val="1F2A33"/>
                </a:solidFill>
                <a:latin typeface="Calibri"/>
              </a:rPr>
              <a:t>LEFT = 'keep everyone on the LEFT, even without a match' — missing side shows NULL.</a:t>
            </a:r>
          </a:p>
          <a:p>
            <a:pPr algn="l">
              <a:spcAft>
                <a:spcPts val="300"/>
              </a:spcAft>
            </a:pPr>
            <a:r>
              <a:rPr sz="1150" b="0" i="0">
                <a:solidFill>
                  <a:srgbClr val="1F2A33"/>
                </a:solidFill>
                <a:latin typeface="Calibri"/>
              </a:rPr>
              <a:t>e and d are table ALIASES — short nicknames.</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INNER JOIN – Only Matching Rows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13</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2707536039"/>
              </p:ext>
            </p:extLst>
          </p:nvPr>
        </p:nvGraphicFramePr>
        <p:xfrm>
          <a:off x="457200" y="1371600"/>
          <a:ext cx="4206240" cy="1389888"/>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r>
                        <a:rPr sz="1100" b="1">
                          <a:solidFill>
                            <a:srgbClr val="FFFFFF"/>
                          </a:solidFill>
                          <a:latin typeface="Calibri"/>
                        </a:rPr>
                        <a:t>EmpID</a:t>
                      </a:r>
                    </a:p>
                  </a:txBody>
                  <a:tcPr marL="64008" marR="45720" marT="18288" marB="18288" anchor="ctr">
                    <a:solidFill>
                      <a:srgbClr val="00446A"/>
                    </a:solidFill>
                  </a:tcPr>
                </a:tc>
                <a:tc>
                  <a:txBody>
                    <a:bodyPr/>
                    <a:lstStyle/>
                    <a:p>
                      <a:r>
                        <a:rPr sz="1100" b="1">
                          <a:solidFill>
                            <a:srgbClr val="FFFFFF"/>
                          </a:solidFill>
                          <a:latin typeface="Calibri"/>
                        </a:rPr>
                        <a:t>Name</a:t>
                      </a:r>
                    </a:p>
                  </a:txBody>
                  <a:tcPr marL="64008" marR="45720" marT="18288" marB="18288" anchor="ctr">
                    <a:solidFill>
                      <a:srgbClr val="00446A"/>
                    </a:solidFill>
                  </a:tcPr>
                </a:tc>
                <a:tc>
                  <a:txBody>
                    <a:bodyPr/>
                    <a:lstStyle/>
                    <a:p>
                      <a:r>
                        <a:rPr sz="1100" b="1">
                          <a:solidFill>
                            <a:srgbClr val="FFFFFF"/>
                          </a:solidFill>
                          <a:latin typeface="Calibri"/>
                        </a:rPr>
                        <a:t>DeptID</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00" b="0">
                          <a:solidFill>
                            <a:srgbClr val="1F2A33"/>
                          </a:solidFill>
                          <a:latin typeface="Calibri"/>
                        </a:rPr>
                        <a:t>101</a:t>
                      </a:r>
                    </a:p>
                  </a:txBody>
                  <a:tcPr marL="64008" marR="45720" marT="18288" marB="18288" anchor="ctr">
                    <a:solidFill>
                      <a:srgbClr val="FFFFFF"/>
                    </a:solidFill>
                  </a:tcPr>
                </a:tc>
                <a:tc>
                  <a:txBody>
                    <a:bodyPr/>
                    <a:lstStyle/>
                    <a:p>
                      <a:r>
                        <a:rPr sz="1100" b="0">
                          <a:solidFill>
                            <a:srgbClr val="1F2A33"/>
                          </a:solidFill>
                          <a:latin typeface="Calibri"/>
                        </a:rPr>
                        <a:t>Ravi</a:t>
                      </a:r>
                    </a:p>
                  </a:txBody>
                  <a:tcPr marL="64008" marR="45720" marT="18288" marB="18288" anchor="ctr">
                    <a:solidFill>
                      <a:srgbClr val="FFFFFF"/>
                    </a:solidFill>
                  </a:tcPr>
                </a:tc>
                <a:tc>
                  <a:txBody>
                    <a:bodyPr/>
                    <a:lstStyle/>
                    <a:p>
                      <a:r>
                        <a:rPr sz="1100" b="0">
                          <a:solidFill>
                            <a:srgbClr val="1F2A33"/>
                          </a:solidFill>
                          <a:latin typeface="Calibri"/>
                        </a:rPr>
                        <a:t>10</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00" b="0">
                          <a:solidFill>
                            <a:srgbClr val="1F2A33"/>
                          </a:solidFill>
                          <a:latin typeface="Calibri"/>
                        </a:rPr>
                        <a:t>102</a:t>
                      </a:r>
                    </a:p>
                  </a:txBody>
                  <a:tcPr marL="64008" marR="45720" marT="18288" marB="18288" anchor="ctr">
                    <a:solidFill>
                      <a:srgbClr val="F4F8FB"/>
                    </a:solidFill>
                  </a:tcPr>
                </a:tc>
                <a:tc>
                  <a:txBody>
                    <a:bodyPr/>
                    <a:lstStyle/>
                    <a:p>
                      <a:r>
                        <a:rPr sz="1100" b="0" dirty="0">
                          <a:solidFill>
                            <a:srgbClr val="1F2A33"/>
                          </a:solidFill>
                          <a:latin typeface="Calibri"/>
                        </a:rPr>
                        <a:t>Priya</a:t>
                      </a:r>
                    </a:p>
                  </a:txBody>
                  <a:tcPr marL="64008" marR="45720" marT="18288" marB="18288" anchor="ctr">
                    <a:solidFill>
                      <a:srgbClr val="F4F8FB"/>
                    </a:solidFill>
                  </a:tcPr>
                </a:tc>
                <a:tc>
                  <a:txBody>
                    <a:bodyPr/>
                    <a:lstStyle/>
                    <a:p>
                      <a:r>
                        <a:rPr sz="1100" b="0">
                          <a:solidFill>
                            <a:srgbClr val="1F2A33"/>
                          </a:solidFill>
                          <a:latin typeface="Calibri"/>
                        </a:rPr>
                        <a:t>20</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00" b="0">
                          <a:solidFill>
                            <a:srgbClr val="1F2A33"/>
                          </a:solidFill>
                          <a:latin typeface="Calibri"/>
                        </a:rPr>
                        <a:t>103</a:t>
                      </a:r>
                    </a:p>
                  </a:txBody>
                  <a:tcPr marL="64008" marR="45720" marT="18288" marB="18288" anchor="ctr">
                    <a:solidFill>
                      <a:srgbClr val="FFFFFF"/>
                    </a:solidFill>
                  </a:tcPr>
                </a:tc>
                <a:tc>
                  <a:txBody>
                    <a:bodyPr/>
                    <a:lstStyle/>
                    <a:p>
                      <a:r>
                        <a:rPr sz="1100" b="0">
                          <a:solidFill>
                            <a:srgbClr val="1F2A33"/>
                          </a:solidFill>
                          <a:latin typeface="Calibri"/>
                        </a:rPr>
                        <a:t>Arun</a:t>
                      </a:r>
                    </a:p>
                  </a:txBody>
                  <a:tcPr marL="64008" marR="45720" marT="18288" marB="18288" anchor="ctr">
                    <a:solidFill>
                      <a:srgbClr val="FFFFFF"/>
                    </a:solidFill>
                  </a:tcPr>
                </a:tc>
                <a:tc>
                  <a:txBody>
                    <a:bodyPr/>
                    <a:lstStyle/>
                    <a:p>
                      <a:r>
                        <a:rPr sz="1100" b="0">
                          <a:solidFill>
                            <a:srgbClr val="1F2A33"/>
                          </a:solidFill>
                          <a:latin typeface="Calibri"/>
                        </a:rPr>
                        <a:t>10</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r>
                        <a:rPr sz="1100" b="0">
                          <a:solidFill>
                            <a:srgbClr val="1F2A33"/>
                          </a:solidFill>
                          <a:latin typeface="Calibri"/>
                        </a:rPr>
                        <a:t>104</a:t>
                      </a:r>
                    </a:p>
                  </a:txBody>
                  <a:tcPr marL="64008" marR="45720" marT="18288" marB="18288" anchor="ctr">
                    <a:solidFill>
                      <a:srgbClr val="F4F8FB"/>
                    </a:solidFill>
                  </a:tcPr>
                </a:tc>
                <a:tc>
                  <a:txBody>
                    <a:bodyPr/>
                    <a:lstStyle/>
                    <a:p>
                      <a:r>
                        <a:rPr sz="1100" b="0">
                          <a:solidFill>
                            <a:srgbClr val="1F2A33"/>
                          </a:solidFill>
                          <a:latin typeface="Calibri"/>
                        </a:rPr>
                        <a:t>Sneha</a:t>
                      </a:r>
                    </a:p>
                  </a:txBody>
                  <a:tcPr marL="64008" marR="45720" marT="18288" marB="18288" anchor="ctr">
                    <a:solidFill>
                      <a:srgbClr val="F4F8FB"/>
                    </a:solidFill>
                  </a:tcPr>
                </a:tc>
                <a:tc>
                  <a:txBody>
                    <a:bodyPr/>
                    <a:lstStyle/>
                    <a:p>
                      <a:r>
                        <a:rPr sz="1100" b="0" dirty="0">
                          <a:solidFill>
                            <a:srgbClr val="1F2A33"/>
                          </a:solidFill>
                          <a:latin typeface="Calibri"/>
                        </a:rPr>
                        <a:t>NULL</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457200" y="932688"/>
            <a:ext cx="4114800" cy="274320"/>
          </a:xfrm>
          <a:prstGeom prst="rect">
            <a:avLst/>
          </a:prstGeom>
          <a:noFill/>
        </p:spPr>
        <p:txBody>
          <a:bodyPr wrap="square" lIns="0" tIns="0" rIns="0" bIns="0" anchor="t">
            <a:spAutoFit/>
          </a:bodyPr>
          <a:lstStyle/>
          <a:p>
            <a:pPr algn="l">
              <a:spcAft>
                <a:spcPts val="400"/>
              </a:spcAft>
            </a:pPr>
            <a:r>
              <a:rPr sz="1250" b="1" i="0">
                <a:solidFill>
                  <a:srgbClr val="00446A"/>
                </a:solidFill>
                <a:latin typeface="Calibri"/>
              </a:rPr>
              <a:t>Employees</a:t>
            </a:r>
          </a:p>
        </p:txBody>
      </p:sp>
      <p:graphicFrame>
        <p:nvGraphicFramePr>
          <p:cNvPr id="17" name="Table 16"/>
          <p:cNvGraphicFramePr>
            <a:graphicFrameLocks noGrp="1"/>
          </p:cNvGraphicFramePr>
          <p:nvPr>
            <p:extLst>
              <p:ext uri="{D42A27DB-BD31-4B8C-83A1-F6EECF244321}">
                <p14:modId xmlns:p14="http://schemas.microsoft.com/office/powerpoint/2010/main" val="1340356976"/>
              </p:ext>
            </p:extLst>
          </p:nvPr>
        </p:nvGraphicFramePr>
        <p:xfrm>
          <a:off x="4914900" y="1371600"/>
          <a:ext cx="3108960" cy="1115568"/>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92608">
                <a:tc>
                  <a:txBody>
                    <a:bodyPr/>
                    <a:lstStyle/>
                    <a:p>
                      <a:r>
                        <a:rPr sz="1100" b="1">
                          <a:solidFill>
                            <a:srgbClr val="FFFFFF"/>
                          </a:solidFill>
                          <a:latin typeface="Calibri"/>
                        </a:rPr>
                        <a:t>DeptID</a:t>
                      </a:r>
                    </a:p>
                  </a:txBody>
                  <a:tcPr marL="64008" marR="45720" marT="18288" marB="18288" anchor="ctr">
                    <a:solidFill>
                      <a:srgbClr val="00446A"/>
                    </a:solidFill>
                  </a:tcPr>
                </a:tc>
                <a:tc>
                  <a:txBody>
                    <a:bodyPr/>
                    <a:lstStyle/>
                    <a:p>
                      <a:r>
                        <a:rPr sz="1100" b="1" dirty="0" err="1">
                          <a:solidFill>
                            <a:srgbClr val="FFFFFF"/>
                          </a:solidFill>
                          <a:latin typeface="Calibri"/>
                        </a:rPr>
                        <a:t>DeptName</a:t>
                      </a:r>
                      <a:endParaRPr sz="1100" b="1" dirty="0">
                        <a:solidFill>
                          <a:srgbClr val="FFFFFF"/>
                        </a:solidFill>
                        <a:latin typeface="Calibri"/>
                      </a:endParaRP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00" b="0">
                          <a:solidFill>
                            <a:srgbClr val="1F2A33"/>
                          </a:solidFill>
                          <a:latin typeface="Calibri"/>
                        </a:rPr>
                        <a:t>10</a:t>
                      </a:r>
                    </a:p>
                  </a:txBody>
                  <a:tcPr marL="64008" marR="45720" marT="18288" marB="18288" anchor="ctr">
                    <a:solidFill>
                      <a:srgbClr val="FFFFFF"/>
                    </a:solidFill>
                  </a:tcPr>
                </a:tc>
                <a:tc>
                  <a:txBody>
                    <a:bodyPr/>
                    <a:lstStyle/>
                    <a:p>
                      <a:r>
                        <a:rPr sz="110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00" b="0">
                          <a:solidFill>
                            <a:srgbClr val="1F2A33"/>
                          </a:solidFill>
                          <a:latin typeface="Calibri"/>
                        </a:rPr>
                        <a:t>20</a:t>
                      </a:r>
                    </a:p>
                  </a:txBody>
                  <a:tcPr marL="64008" marR="45720" marT="18288" marB="18288" anchor="ctr">
                    <a:solidFill>
                      <a:srgbClr val="F4F8FB"/>
                    </a:solidFill>
                  </a:tcPr>
                </a:tc>
                <a:tc>
                  <a:txBody>
                    <a:bodyPr/>
                    <a:lstStyle/>
                    <a:p>
                      <a:r>
                        <a:rPr sz="1100" b="0">
                          <a:solidFill>
                            <a:srgbClr val="1F2A33"/>
                          </a:solidFill>
                          <a:latin typeface="Calibri"/>
                        </a:rPr>
                        <a:t>Finance</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00" b="0">
                          <a:solidFill>
                            <a:srgbClr val="1F2A33"/>
                          </a:solidFill>
                          <a:latin typeface="Calibri"/>
                        </a:rPr>
                        <a:t>30</a:t>
                      </a:r>
                    </a:p>
                  </a:txBody>
                  <a:tcPr marL="64008" marR="45720" marT="18288" marB="18288" anchor="ctr">
                    <a:solidFill>
                      <a:srgbClr val="FFFFFF"/>
                    </a:solidFill>
                  </a:tcPr>
                </a:tc>
                <a:tc>
                  <a:txBody>
                    <a:bodyPr/>
                    <a:lstStyle/>
                    <a:p>
                      <a:r>
                        <a:rPr sz="1100" b="0" dirty="0">
                          <a:solidFill>
                            <a:srgbClr val="1F2A33"/>
                          </a:solidFill>
                          <a:latin typeface="Calibri"/>
                        </a:rPr>
                        <a:t>HR</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8" name="TextBox 17"/>
          <p:cNvSpPr txBox="1"/>
          <p:nvPr/>
        </p:nvSpPr>
        <p:spPr>
          <a:xfrm>
            <a:off x="4937760" y="932688"/>
            <a:ext cx="3108960" cy="274320"/>
          </a:xfrm>
          <a:prstGeom prst="rect">
            <a:avLst/>
          </a:prstGeom>
          <a:noFill/>
        </p:spPr>
        <p:txBody>
          <a:bodyPr wrap="square" lIns="0" tIns="0" rIns="0" bIns="0" anchor="t">
            <a:spAutoFit/>
          </a:bodyPr>
          <a:lstStyle/>
          <a:p>
            <a:pPr algn="l">
              <a:spcAft>
                <a:spcPts val="400"/>
              </a:spcAft>
            </a:pPr>
            <a:r>
              <a:rPr sz="1250" b="1" i="0">
                <a:solidFill>
                  <a:srgbClr val="00446A"/>
                </a:solidFill>
                <a:latin typeface="Calibri"/>
              </a:rPr>
              <a:t>Departments</a:t>
            </a:r>
          </a:p>
        </p:txBody>
      </p:sp>
      <p:sp>
        <p:nvSpPr>
          <p:cNvPr id="19" name="Rounded Rectangle 18"/>
          <p:cNvSpPr/>
          <p:nvPr/>
        </p:nvSpPr>
        <p:spPr>
          <a:xfrm>
            <a:off x="8046720" y="1353312"/>
            <a:ext cx="3108960" cy="173736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00" b="0" i="0" dirty="0">
                <a:solidFill>
                  <a:srgbClr val="FFFFFF"/>
                </a:solidFill>
                <a:latin typeface="Courier New"/>
              </a:rPr>
              <a:t>SELECT </a:t>
            </a:r>
            <a:r>
              <a:rPr sz="1100" b="0" i="0" dirty="0" err="1">
                <a:solidFill>
                  <a:srgbClr val="FFFFFF"/>
                </a:solidFill>
                <a:latin typeface="Courier New"/>
              </a:rPr>
              <a:t>e.Name</a:t>
            </a:r>
            <a:r>
              <a:rPr sz="1100" b="0" i="0" dirty="0">
                <a:solidFill>
                  <a:srgbClr val="FFFFFF"/>
                </a:solidFill>
                <a:latin typeface="Courier New"/>
              </a:rPr>
              <a:t>,</a:t>
            </a:r>
          </a:p>
          <a:p>
            <a:pPr algn="l">
              <a:spcAft>
                <a:spcPts val="200"/>
              </a:spcAft>
            </a:pPr>
            <a:r>
              <a:rPr sz="1100" b="0" i="0" dirty="0">
                <a:solidFill>
                  <a:srgbClr val="FFFFFF"/>
                </a:solidFill>
                <a:latin typeface="Courier New"/>
              </a:rPr>
              <a:t>       </a:t>
            </a:r>
            <a:r>
              <a:rPr sz="1100" b="0" i="0" dirty="0" err="1">
                <a:solidFill>
                  <a:srgbClr val="FFFFFF"/>
                </a:solidFill>
                <a:latin typeface="Courier New"/>
              </a:rPr>
              <a:t>d.DeptName</a:t>
            </a:r>
            <a:endParaRPr sz="1100" b="0" i="0" dirty="0">
              <a:solidFill>
                <a:srgbClr val="FFFFFF"/>
              </a:solidFill>
              <a:latin typeface="Courier New"/>
            </a:endParaRPr>
          </a:p>
          <a:p>
            <a:pPr algn="l">
              <a:spcAft>
                <a:spcPts val="200"/>
              </a:spcAft>
            </a:pPr>
            <a:r>
              <a:rPr sz="1100" b="0" i="0" dirty="0">
                <a:solidFill>
                  <a:srgbClr val="FFFFFF"/>
                </a:solidFill>
                <a:latin typeface="Courier New"/>
              </a:rPr>
              <a:t>FROM Employees e</a:t>
            </a:r>
          </a:p>
          <a:p>
            <a:pPr algn="l">
              <a:spcAft>
                <a:spcPts val="200"/>
              </a:spcAft>
            </a:pPr>
            <a:r>
              <a:rPr sz="1100" b="0" i="0" dirty="0">
                <a:solidFill>
                  <a:srgbClr val="FFFFFF"/>
                </a:solidFill>
                <a:latin typeface="Courier New"/>
              </a:rPr>
              <a:t>INNER JOIN</a:t>
            </a:r>
          </a:p>
          <a:p>
            <a:pPr algn="l">
              <a:spcAft>
                <a:spcPts val="200"/>
              </a:spcAft>
            </a:pPr>
            <a:r>
              <a:rPr sz="1100" b="0" i="0" dirty="0">
                <a:solidFill>
                  <a:srgbClr val="FFFFFF"/>
                </a:solidFill>
                <a:latin typeface="Courier New"/>
              </a:rPr>
              <a:t>  Departments d</a:t>
            </a:r>
          </a:p>
          <a:p>
            <a:pPr algn="l">
              <a:spcAft>
                <a:spcPts val="200"/>
              </a:spcAft>
            </a:pPr>
            <a:r>
              <a:rPr sz="1100" b="0" i="0" dirty="0">
                <a:solidFill>
                  <a:srgbClr val="FFFFFF"/>
                </a:solidFill>
                <a:latin typeface="Courier New"/>
              </a:rPr>
              <a:t>ON </a:t>
            </a:r>
            <a:r>
              <a:rPr sz="1100" b="0" i="0" dirty="0" err="1">
                <a:solidFill>
                  <a:srgbClr val="FFFFFF"/>
                </a:solidFill>
                <a:latin typeface="Courier New"/>
              </a:rPr>
              <a:t>e.DeptID</a:t>
            </a:r>
            <a:endParaRPr sz="1100" b="0" i="0" dirty="0">
              <a:solidFill>
                <a:srgbClr val="FFFFFF"/>
              </a:solidFill>
              <a:latin typeface="Courier New"/>
            </a:endParaRPr>
          </a:p>
          <a:p>
            <a:pPr algn="l">
              <a:spcAft>
                <a:spcPts val="200"/>
              </a:spcAft>
            </a:pPr>
            <a:r>
              <a:rPr sz="1100" b="0" i="0" dirty="0">
                <a:solidFill>
                  <a:srgbClr val="FFFFFF"/>
                </a:solidFill>
                <a:latin typeface="Courier New"/>
              </a:rPr>
              <a:t>   = </a:t>
            </a:r>
            <a:r>
              <a:rPr sz="1100" b="0" i="0" dirty="0" err="1">
                <a:solidFill>
                  <a:srgbClr val="FFFFFF"/>
                </a:solidFill>
                <a:latin typeface="Courier New"/>
              </a:rPr>
              <a:t>d.DeptID</a:t>
            </a:r>
            <a:r>
              <a:rPr sz="1100" b="0" i="0" dirty="0">
                <a:solidFill>
                  <a:srgbClr val="FFFFFF"/>
                </a:solidFill>
                <a:latin typeface="Courier New"/>
              </a:rPr>
              <a:t>;</a:t>
            </a:r>
          </a:p>
        </p:txBody>
      </p:sp>
      <p:sp>
        <p:nvSpPr>
          <p:cNvPr id="20" name="Oval 19"/>
          <p:cNvSpPr/>
          <p:nvPr/>
        </p:nvSpPr>
        <p:spPr>
          <a:xfrm>
            <a:off x="457200" y="354787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48386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Result — only rows that matched on both sides</a:t>
            </a:r>
          </a:p>
        </p:txBody>
      </p:sp>
      <p:graphicFrame>
        <p:nvGraphicFramePr>
          <p:cNvPr id="22" name="Table 21"/>
          <p:cNvGraphicFramePr>
            <a:graphicFrameLocks noGrp="1"/>
          </p:cNvGraphicFramePr>
          <p:nvPr/>
        </p:nvGraphicFramePr>
        <p:xfrm>
          <a:off x="457200" y="3886200"/>
          <a:ext cx="4206240" cy="1115568"/>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92608">
                <a:tc>
                  <a:txBody>
                    <a:bodyPr/>
                    <a:lstStyle/>
                    <a:p>
                      <a:r>
                        <a:rPr sz="1150" b="1">
                          <a:solidFill>
                            <a:srgbClr val="FFFFFF"/>
                          </a:solidFill>
                          <a:latin typeface="Calibri"/>
                        </a:rPr>
                        <a:t>Name</a:t>
                      </a:r>
                    </a:p>
                  </a:txBody>
                  <a:tcPr marL="64008" marR="45720" marT="18288" marB="18288" anchor="ctr">
                    <a:solidFill>
                      <a:srgbClr val="00446A"/>
                    </a:solidFill>
                  </a:tcPr>
                </a:tc>
                <a:tc>
                  <a:txBody>
                    <a:bodyPr/>
                    <a:lstStyle/>
                    <a:p>
                      <a:r>
                        <a:rPr sz="1150" b="1" dirty="0" err="1">
                          <a:solidFill>
                            <a:srgbClr val="FFFFFF"/>
                          </a:solidFill>
                          <a:latin typeface="Calibri"/>
                        </a:rPr>
                        <a:t>DeptName</a:t>
                      </a:r>
                      <a:endParaRPr sz="1150" b="1" dirty="0">
                        <a:solidFill>
                          <a:srgbClr val="FFFFFF"/>
                        </a:solidFill>
                        <a:latin typeface="Calibri"/>
                      </a:endParaRP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Ravi</a:t>
                      </a:r>
                    </a:p>
                  </a:txBody>
                  <a:tcPr marL="64008" marR="45720" marT="18288" marB="18288" anchor="ctr">
                    <a:solidFill>
                      <a:srgbClr val="FFFFFF"/>
                    </a:solidFill>
                  </a:tcPr>
                </a:tc>
                <a:tc>
                  <a:txBody>
                    <a:bodyPr/>
                    <a:lstStyle/>
                    <a:p>
                      <a:r>
                        <a:rPr sz="115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Arun</a:t>
                      </a:r>
                    </a:p>
                  </a:txBody>
                  <a:tcPr marL="64008" marR="45720" marT="18288" marB="18288" anchor="ctr">
                    <a:solidFill>
                      <a:srgbClr val="F4F8FB"/>
                    </a:solidFill>
                  </a:tcPr>
                </a:tc>
                <a:tc>
                  <a:txBody>
                    <a:bodyPr/>
                    <a:lstStyle/>
                    <a:p>
                      <a:r>
                        <a:rPr sz="1150" b="0">
                          <a:solidFill>
                            <a:srgbClr val="1F2A33"/>
                          </a:solidFill>
                          <a:latin typeface="Calibri"/>
                        </a:rPr>
                        <a:t>IT</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Priya</a:t>
                      </a:r>
                    </a:p>
                  </a:txBody>
                  <a:tcPr marL="64008" marR="45720" marT="18288" marB="18288" anchor="ctr">
                    <a:solidFill>
                      <a:srgbClr val="FFFFFF"/>
                    </a:solidFill>
                  </a:tcPr>
                </a:tc>
                <a:tc>
                  <a:txBody>
                    <a:bodyPr/>
                    <a:lstStyle/>
                    <a:p>
                      <a:r>
                        <a:rPr sz="1150" b="0" dirty="0">
                          <a:solidFill>
                            <a:srgbClr val="1F2A33"/>
                          </a:solidFill>
                          <a:latin typeface="Calibri"/>
                        </a:rPr>
                        <a:t>Finance</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3" name="Rounded Rectangle 22"/>
          <p:cNvSpPr/>
          <p:nvPr/>
        </p:nvSpPr>
        <p:spPr>
          <a:xfrm>
            <a:off x="5029200" y="3108960"/>
            <a:ext cx="6355080" cy="246888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50" b="1" i="0" dirty="0">
                <a:solidFill>
                  <a:srgbClr val="00446A"/>
                </a:solidFill>
                <a:latin typeface="Calibri"/>
              </a:rPr>
              <a:t>Who disappeared and why?</a:t>
            </a:r>
          </a:p>
          <a:p>
            <a:pPr algn="l">
              <a:spcAft>
                <a:spcPts val="300"/>
              </a:spcAft>
            </a:pPr>
            <a:r>
              <a:rPr sz="1200" b="1" i="0" dirty="0">
                <a:solidFill>
                  <a:srgbClr val="C0392B"/>
                </a:solidFill>
                <a:latin typeface="Calibri"/>
              </a:rPr>
              <a:t>❌ Sneha </a:t>
            </a:r>
            <a:r>
              <a:rPr sz="1200" b="0" i="0" dirty="0">
                <a:solidFill>
                  <a:srgbClr val="1F2A33"/>
                </a:solidFill>
                <a:latin typeface="Calibri"/>
              </a:rPr>
              <a:t>— </a:t>
            </a:r>
            <a:r>
              <a:rPr sz="1200" b="0" i="0" dirty="0" err="1">
                <a:solidFill>
                  <a:srgbClr val="1F2A33"/>
                </a:solidFill>
                <a:latin typeface="Calibri"/>
              </a:rPr>
              <a:t>DeptID</a:t>
            </a:r>
            <a:r>
              <a:rPr sz="1200" b="0" i="0" dirty="0">
                <a:solidFill>
                  <a:srgbClr val="1F2A33"/>
                </a:solidFill>
                <a:latin typeface="Calibri"/>
              </a:rPr>
              <a:t> is NULL → no match in Departments</a:t>
            </a:r>
          </a:p>
          <a:p>
            <a:pPr algn="l">
              <a:spcAft>
                <a:spcPts val="300"/>
              </a:spcAft>
            </a:pPr>
            <a:r>
              <a:rPr sz="1200" b="1" i="0" dirty="0">
                <a:solidFill>
                  <a:srgbClr val="C0392B"/>
                </a:solidFill>
                <a:latin typeface="Calibri"/>
              </a:rPr>
              <a:t>❌ HR (30) </a:t>
            </a:r>
            <a:r>
              <a:rPr sz="1200" b="0" i="0" dirty="0">
                <a:solidFill>
                  <a:srgbClr val="1F2A33"/>
                </a:solidFill>
                <a:latin typeface="Calibri"/>
              </a:rPr>
              <a:t>— no employee points to dept 30</a:t>
            </a:r>
          </a:p>
          <a:p>
            <a:pPr algn="l">
              <a:spcAft>
                <a:spcPts val="300"/>
              </a:spcAft>
            </a:pPr>
            <a:r>
              <a:rPr sz="1150" b="0" i="0" dirty="0">
                <a:solidFill>
                  <a:srgbClr val="1F2A33"/>
                </a:solidFill>
                <a:latin typeface="Calibri"/>
              </a:rPr>
              <a:t>INNER JOIN keeps ONLY the overlap. Use it when you need complete, matched data — e.g. orders WITH valid customers.</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LEFT JOIN &amp; RIGHT JOIN – Keep One Side Fully</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14</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Rounded Rectangle 14"/>
          <p:cNvSpPr/>
          <p:nvPr/>
        </p:nvSpPr>
        <p:spPr>
          <a:xfrm>
            <a:off x="457200" y="1379196"/>
            <a:ext cx="5394960" cy="155448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66DBBD"/>
                </a:solidFill>
                <a:latin typeface="Courier New"/>
              </a:rPr>
              <a:t>-- LEFT: ALL employees, dept if exists</a:t>
            </a:r>
          </a:p>
          <a:p>
            <a:pPr algn="l">
              <a:spcAft>
                <a:spcPts val="200"/>
              </a:spcAft>
            </a:pPr>
            <a:r>
              <a:rPr sz="1150" b="0" i="0">
                <a:solidFill>
                  <a:srgbClr val="FFFFFF"/>
                </a:solidFill>
                <a:latin typeface="Courier New"/>
              </a:rPr>
              <a:t>SELECT e.Name, d.DeptName</a:t>
            </a:r>
          </a:p>
          <a:p>
            <a:pPr algn="l">
              <a:spcAft>
                <a:spcPts val="200"/>
              </a:spcAft>
            </a:pPr>
            <a:r>
              <a:rPr sz="1150" b="0" i="0">
                <a:solidFill>
                  <a:srgbClr val="FFFFFF"/>
                </a:solidFill>
                <a:latin typeface="Courier New"/>
              </a:rPr>
              <a:t>FROM Employees e</a:t>
            </a:r>
          </a:p>
          <a:p>
            <a:pPr algn="l">
              <a:spcAft>
                <a:spcPts val="200"/>
              </a:spcAft>
            </a:pPr>
            <a:r>
              <a:rPr sz="1150" b="0" i="0">
                <a:solidFill>
                  <a:srgbClr val="FFFFFF"/>
                </a:solidFill>
                <a:latin typeface="Courier New"/>
              </a:rPr>
              <a:t>LEFT JOIN Departments d</a:t>
            </a:r>
          </a:p>
          <a:p>
            <a:pPr algn="l">
              <a:spcAft>
                <a:spcPts val="200"/>
              </a:spcAft>
            </a:pPr>
            <a:r>
              <a:rPr sz="1150" b="0" i="0">
                <a:solidFill>
                  <a:srgbClr val="FFFFFF"/>
                </a:solidFill>
                <a:latin typeface="Courier New"/>
              </a:rPr>
              <a:t>  ON e.DeptID = d.DeptID;</a:t>
            </a:r>
          </a:p>
        </p:txBody>
      </p:sp>
      <p:graphicFrame>
        <p:nvGraphicFramePr>
          <p:cNvPr id="16" name="Table 15"/>
          <p:cNvGraphicFramePr>
            <a:graphicFrameLocks noGrp="1"/>
          </p:cNvGraphicFramePr>
          <p:nvPr>
            <p:extLst>
              <p:ext uri="{D42A27DB-BD31-4B8C-83A1-F6EECF244321}">
                <p14:modId xmlns:p14="http://schemas.microsoft.com/office/powerpoint/2010/main" val="198765054"/>
              </p:ext>
            </p:extLst>
          </p:nvPr>
        </p:nvGraphicFramePr>
        <p:xfrm>
          <a:off x="457200" y="3007633"/>
          <a:ext cx="5394960" cy="1389888"/>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292608">
                <a:tc>
                  <a:txBody>
                    <a:bodyPr/>
                    <a:lstStyle/>
                    <a:p>
                      <a:r>
                        <a:rPr sz="1150" b="1">
                          <a:solidFill>
                            <a:srgbClr val="FFFFFF"/>
                          </a:solidFill>
                          <a:latin typeface="Calibri"/>
                        </a:rPr>
                        <a:t>Name</a:t>
                      </a:r>
                    </a:p>
                  </a:txBody>
                  <a:tcPr marL="64008" marR="45720" marT="18288" marB="18288" anchor="ctr">
                    <a:solidFill>
                      <a:srgbClr val="00446A"/>
                    </a:solidFill>
                  </a:tcPr>
                </a:tc>
                <a:tc>
                  <a:txBody>
                    <a:bodyPr/>
                    <a:lstStyle/>
                    <a:p>
                      <a:r>
                        <a:rPr sz="1150" b="1" dirty="0" err="1">
                          <a:solidFill>
                            <a:srgbClr val="FFFFFF"/>
                          </a:solidFill>
                          <a:latin typeface="Calibri"/>
                        </a:rPr>
                        <a:t>DeptName</a:t>
                      </a:r>
                      <a:endParaRPr sz="1150" b="1" dirty="0">
                        <a:solidFill>
                          <a:srgbClr val="FFFFFF"/>
                        </a:solidFill>
                        <a:latin typeface="Calibri"/>
                      </a:endParaRP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Ravi</a:t>
                      </a:r>
                    </a:p>
                  </a:txBody>
                  <a:tcPr marL="64008" marR="45720" marT="18288" marB="18288" anchor="ctr">
                    <a:solidFill>
                      <a:srgbClr val="FFFFFF"/>
                    </a:solidFill>
                  </a:tcPr>
                </a:tc>
                <a:tc>
                  <a:txBody>
                    <a:bodyPr/>
                    <a:lstStyle/>
                    <a:p>
                      <a:r>
                        <a:rPr sz="115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Priya</a:t>
                      </a:r>
                    </a:p>
                  </a:txBody>
                  <a:tcPr marL="64008" marR="45720" marT="18288" marB="18288" anchor="ctr">
                    <a:solidFill>
                      <a:srgbClr val="F4F8FB"/>
                    </a:solidFill>
                  </a:tcPr>
                </a:tc>
                <a:tc>
                  <a:txBody>
                    <a:bodyPr/>
                    <a:lstStyle/>
                    <a:p>
                      <a:r>
                        <a:rPr sz="1150" b="0">
                          <a:solidFill>
                            <a:srgbClr val="1F2A33"/>
                          </a:solidFill>
                          <a:latin typeface="Calibri"/>
                        </a:rPr>
                        <a:t>Finance</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Arun</a:t>
                      </a:r>
                    </a:p>
                  </a:txBody>
                  <a:tcPr marL="64008" marR="45720" marT="18288" marB="18288" anchor="ctr">
                    <a:solidFill>
                      <a:srgbClr val="FFFFFF"/>
                    </a:solidFill>
                  </a:tcPr>
                </a:tc>
                <a:tc>
                  <a:txBody>
                    <a:bodyPr/>
                    <a:lstStyle/>
                    <a:p>
                      <a:r>
                        <a:rPr sz="115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r>
                        <a:rPr sz="1150" b="0">
                          <a:solidFill>
                            <a:srgbClr val="1F2A33"/>
                          </a:solidFill>
                          <a:latin typeface="Calibri"/>
                        </a:rPr>
                        <a:t>Sneha</a:t>
                      </a:r>
                    </a:p>
                  </a:txBody>
                  <a:tcPr marL="64008" marR="45720" marT="18288" marB="18288" anchor="ctr">
                    <a:solidFill>
                      <a:srgbClr val="F4F8FB"/>
                    </a:solidFill>
                  </a:tcPr>
                </a:tc>
                <a:tc>
                  <a:txBody>
                    <a:bodyPr/>
                    <a:lstStyle/>
                    <a:p>
                      <a:r>
                        <a:rPr sz="1150" b="0" dirty="0">
                          <a:solidFill>
                            <a:srgbClr val="1F2A33"/>
                          </a:solidFill>
                          <a:latin typeface="Calibri"/>
                        </a:rPr>
                        <a:t>NULL  ← kept anyway!</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7" name="Rounded Rectangle 16"/>
          <p:cNvSpPr/>
          <p:nvPr/>
        </p:nvSpPr>
        <p:spPr>
          <a:xfrm>
            <a:off x="5896622" y="1357884"/>
            <a:ext cx="5394960" cy="155448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dirty="0">
                <a:solidFill>
                  <a:srgbClr val="66DBBD"/>
                </a:solidFill>
                <a:latin typeface="Courier New"/>
              </a:rPr>
              <a:t>-- RIGHT: ALL departments, emp if exists</a:t>
            </a:r>
          </a:p>
          <a:p>
            <a:pPr algn="l">
              <a:spcAft>
                <a:spcPts val="200"/>
              </a:spcAft>
            </a:pPr>
            <a:r>
              <a:rPr sz="1150" b="0" i="0" dirty="0">
                <a:solidFill>
                  <a:srgbClr val="FFFFFF"/>
                </a:solidFill>
                <a:latin typeface="Courier New"/>
              </a:rPr>
              <a:t>SELECT </a:t>
            </a:r>
            <a:r>
              <a:rPr sz="1150" b="0" i="0" dirty="0" err="1">
                <a:solidFill>
                  <a:srgbClr val="FFFFFF"/>
                </a:solidFill>
                <a:latin typeface="Courier New"/>
              </a:rPr>
              <a:t>e.Name</a:t>
            </a:r>
            <a:r>
              <a:rPr sz="1150" b="0" i="0" dirty="0">
                <a:solidFill>
                  <a:srgbClr val="FFFFFF"/>
                </a:solidFill>
                <a:latin typeface="Courier New"/>
              </a:rPr>
              <a:t>, </a:t>
            </a:r>
            <a:r>
              <a:rPr sz="1150" b="0" i="0" dirty="0" err="1">
                <a:solidFill>
                  <a:srgbClr val="FFFFFF"/>
                </a:solidFill>
                <a:latin typeface="Courier New"/>
              </a:rPr>
              <a:t>d.DeptName</a:t>
            </a:r>
            <a:endParaRPr sz="1150" b="0" i="0" dirty="0">
              <a:solidFill>
                <a:srgbClr val="FFFFFF"/>
              </a:solidFill>
              <a:latin typeface="Courier New"/>
            </a:endParaRPr>
          </a:p>
          <a:p>
            <a:pPr algn="l">
              <a:spcAft>
                <a:spcPts val="200"/>
              </a:spcAft>
            </a:pPr>
            <a:r>
              <a:rPr sz="1150" b="0" i="0" dirty="0">
                <a:solidFill>
                  <a:srgbClr val="FFFFFF"/>
                </a:solidFill>
                <a:latin typeface="Courier New"/>
              </a:rPr>
              <a:t>FROM Employees e</a:t>
            </a:r>
          </a:p>
          <a:p>
            <a:pPr algn="l">
              <a:spcAft>
                <a:spcPts val="200"/>
              </a:spcAft>
            </a:pPr>
            <a:r>
              <a:rPr sz="1150" b="0" i="0" dirty="0">
                <a:solidFill>
                  <a:srgbClr val="FFFFFF"/>
                </a:solidFill>
                <a:latin typeface="Courier New"/>
              </a:rPr>
              <a:t>RIGHT JOIN Departments d</a:t>
            </a:r>
          </a:p>
          <a:p>
            <a:pPr algn="l">
              <a:spcAft>
                <a:spcPts val="200"/>
              </a:spcAft>
            </a:pPr>
            <a:r>
              <a:rPr sz="1150" b="0" i="0" dirty="0">
                <a:solidFill>
                  <a:srgbClr val="FFFFFF"/>
                </a:solidFill>
                <a:latin typeface="Courier New"/>
              </a:rPr>
              <a:t>  ON </a:t>
            </a:r>
            <a:r>
              <a:rPr sz="1150" b="0" i="0" dirty="0" err="1">
                <a:solidFill>
                  <a:srgbClr val="FFFFFF"/>
                </a:solidFill>
                <a:latin typeface="Courier New"/>
              </a:rPr>
              <a:t>e.DeptID</a:t>
            </a:r>
            <a:r>
              <a:rPr sz="1150" b="0" i="0" dirty="0">
                <a:solidFill>
                  <a:srgbClr val="FFFFFF"/>
                </a:solidFill>
                <a:latin typeface="Courier New"/>
              </a:rPr>
              <a:t> = </a:t>
            </a:r>
            <a:r>
              <a:rPr sz="1150" b="0" i="0" dirty="0" err="1">
                <a:solidFill>
                  <a:srgbClr val="FFFFFF"/>
                </a:solidFill>
                <a:latin typeface="Courier New"/>
              </a:rPr>
              <a:t>d.DeptID</a:t>
            </a:r>
            <a:r>
              <a:rPr sz="1150" b="0" i="0" dirty="0">
                <a:solidFill>
                  <a:srgbClr val="FFFFFF"/>
                </a:solidFill>
                <a:latin typeface="Courier New"/>
              </a:rPr>
              <a:t>;</a:t>
            </a:r>
          </a:p>
        </p:txBody>
      </p:sp>
      <p:graphicFrame>
        <p:nvGraphicFramePr>
          <p:cNvPr id="18" name="Table 17"/>
          <p:cNvGraphicFramePr>
            <a:graphicFrameLocks noGrp="1"/>
          </p:cNvGraphicFramePr>
          <p:nvPr>
            <p:extLst>
              <p:ext uri="{D42A27DB-BD31-4B8C-83A1-F6EECF244321}">
                <p14:modId xmlns:p14="http://schemas.microsoft.com/office/powerpoint/2010/main" val="2256948703"/>
              </p:ext>
            </p:extLst>
          </p:nvPr>
        </p:nvGraphicFramePr>
        <p:xfrm>
          <a:off x="5852160" y="3007633"/>
          <a:ext cx="5394960" cy="1389888"/>
        </p:xfrm>
        <a:graphic>
          <a:graphicData uri="http://schemas.openxmlformats.org/drawingml/2006/table">
            <a:tbl>
              <a:tblPr>
                <a:tableStyleId>{5C22544A-7EE6-4342-B048-85BDC9FD1C3A}</a:tableStyleId>
              </a:tblPr>
              <a:tblGrid>
                <a:gridCol w="3200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92608">
                <a:tc>
                  <a:txBody>
                    <a:bodyPr/>
                    <a:lstStyle/>
                    <a:p>
                      <a:r>
                        <a:rPr sz="1150" b="1">
                          <a:solidFill>
                            <a:srgbClr val="FFFFFF"/>
                          </a:solidFill>
                          <a:latin typeface="Calibri"/>
                        </a:rPr>
                        <a:t>Name</a:t>
                      </a:r>
                    </a:p>
                  </a:txBody>
                  <a:tcPr marL="64008" marR="45720" marT="18288" marB="18288" anchor="ctr">
                    <a:solidFill>
                      <a:srgbClr val="00446A"/>
                    </a:solidFill>
                  </a:tcPr>
                </a:tc>
                <a:tc>
                  <a:txBody>
                    <a:bodyPr/>
                    <a:lstStyle/>
                    <a:p>
                      <a:r>
                        <a:rPr sz="1150" b="1">
                          <a:solidFill>
                            <a:srgbClr val="FFFFFF"/>
                          </a:solidFill>
                          <a:latin typeface="Calibri"/>
                        </a:rPr>
                        <a:t>DeptName</a:t>
                      </a:r>
                    </a:p>
                  </a:txBody>
                  <a:tcPr marL="64008" marR="45720" marT="18288" marB="18288" anchor="ctr">
                    <a:solidFill>
                      <a:srgbClr val="00446A"/>
                    </a:solidFill>
                  </a:tcPr>
                </a:tc>
                <a:extLst>
                  <a:ext uri="{0D108BD9-81ED-4DB2-BD59-A6C34878D82A}">
                    <a16:rowId xmlns:a16="http://schemas.microsoft.com/office/drawing/2014/main" val="10000"/>
                  </a:ext>
                </a:extLst>
              </a:tr>
              <a:tr h="274320">
                <a:tc>
                  <a:txBody>
                    <a:bodyPr/>
                    <a:lstStyle/>
                    <a:p>
                      <a:r>
                        <a:rPr sz="1150" b="0">
                          <a:solidFill>
                            <a:srgbClr val="1F2A33"/>
                          </a:solidFill>
                          <a:latin typeface="Calibri"/>
                        </a:rPr>
                        <a:t>Ravi</a:t>
                      </a:r>
                    </a:p>
                  </a:txBody>
                  <a:tcPr marL="64008" marR="45720" marT="18288" marB="18288" anchor="ctr">
                    <a:solidFill>
                      <a:srgbClr val="FFFFFF"/>
                    </a:solidFill>
                  </a:tcPr>
                </a:tc>
                <a:tc>
                  <a:txBody>
                    <a:bodyPr/>
                    <a:lstStyle/>
                    <a:p>
                      <a:r>
                        <a:rPr sz="1150" b="0">
                          <a:solidFill>
                            <a:srgbClr val="1F2A33"/>
                          </a:solidFill>
                          <a:latin typeface="Calibri"/>
                        </a:rPr>
                        <a:t>IT</a:t>
                      </a:r>
                    </a:p>
                  </a:txBody>
                  <a:tcPr marL="64008" marR="45720" marT="18288" marB="18288" anchor="ctr">
                    <a:solidFill>
                      <a:srgbClr val="FFFFFF"/>
                    </a:solidFill>
                  </a:tcPr>
                </a:tc>
                <a:extLst>
                  <a:ext uri="{0D108BD9-81ED-4DB2-BD59-A6C34878D82A}">
                    <a16:rowId xmlns:a16="http://schemas.microsoft.com/office/drawing/2014/main" val="10001"/>
                  </a:ext>
                </a:extLst>
              </a:tr>
              <a:tr h="274320">
                <a:tc>
                  <a:txBody>
                    <a:bodyPr/>
                    <a:lstStyle/>
                    <a:p>
                      <a:r>
                        <a:rPr sz="1150" b="0">
                          <a:solidFill>
                            <a:srgbClr val="1F2A33"/>
                          </a:solidFill>
                          <a:latin typeface="Calibri"/>
                        </a:rPr>
                        <a:t>Arun</a:t>
                      </a:r>
                    </a:p>
                  </a:txBody>
                  <a:tcPr marL="64008" marR="45720" marT="18288" marB="18288" anchor="ctr">
                    <a:solidFill>
                      <a:srgbClr val="F4F8FB"/>
                    </a:solidFill>
                  </a:tcPr>
                </a:tc>
                <a:tc>
                  <a:txBody>
                    <a:bodyPr/>
                    <a:lstStyle/>
                    <a:p>
                      <a:r>
                        <a:rPr sz="1150" b="0" dirty="0">
                          <a:solidFill>
                            <a:srgbClr val="1F2A33"/>
                          </a:solidFill>
                          <a:latin typeface="Calibri"/>
                        </a:rPr>
                        <a:t>IT</a:t>
                      </a:r>
                    </a:p>
                  </a:txBody>
                  <a:tcPr marL="64008" marR="45720" marT="18288" marB="18288" anchor="ctr">
                    <a:solidFill>
                      <a:srgbClr val="F4F8FB"/>
                    </a:solidFill>
                  </a:tcPr>
                </a:tc>
                <a:extLst>
                  <a:ext uri="{0D108BD9-81ED-4DB2-BD59-A6C34878D82A}">
                    <a16:rowId xmlns:a16="http://schemas.microsoft.com/office/drawing/2014/main" val="10002"/>
                  </a:ext>
                </a:extLst>
              </a:tr>
              <a:tr h="274320">
                <a:tc>
                  <a:txBody>
                    <a:bodyPr/>
                    <a:lstStyle/>
                    <a:p>
                      <a:r>
                        <a:rPr sz="1150" b="0">
                          <a:solidFill>
                            <a:srgbClr val="1F2A33"/>
                          </a:solidFill>
                          <a:latin typeface="Calibri"/>
                        </a:rPr>
                        <a:t>Priya</a:t>
                      </a:r>
                    </a:p>
                  </a:txBody>
                  <a:tcPr marL="64008" marR="45720" marT="18288" marB="18288" anchor="ctr">
                    <a:solidFill>
                      <a:srgbClr val="FFFFFF"/>
                    </a:solidFill>
                  </a:tcPr>
                </a:tc>
                <a:tc>
                  <a:txBody>
                    <a:bodyPr/>
                    <a:lstStyle/>
                    <a:p>
                      <a:r>
                        <a:rPr sz="1150" b="0">
                          <a:solidFill>
                            <a:srgbClr val="1F2A33"/>
                          </a:solidFill>
                          <a:latin typeface="Calibri"/>
                        </a:rPr>
                        <a:t>Finance</a:t>
                      </a:r>
                    </a:p>
                  </a:txBody>
                  <a:tcPr marL="64008" marR="45720" marT="18288" marB="18288" anchor="ctr">
                    <a:solidFill>
                      <a:srgbClr val="FFFFFF"/>
                    </a:solidFill>
                  </a:tcPr>
                </a:tc>
                <a:extLst>
                  <a:ext uri="{0D108BD9-81ED-4DB2-BD59-A6C34878D82A}">
                    <a16:rowId xmlns:a16="http://schemas.microsoft.com/office/drawing/2014/main" val="10003"/>
                  </a:ext>
                </a:extLst>
              </a:tr>
              <a:tr h="274320">
                <a:tc>
                  <a:txBody>
                    <a:bodyPr/>
                    <a:lstStyle/>
                    <a:p>
                      <a:r>
                        <a:rPr sz="1150" b="0">
                          <a:solidFill>
                            <a:srgbClr val="1F2A33"/>
                          </a:solidFill>
                          <a:latin typeface="Calibri"/>
                        </a:rPr>
                        <a:t>NULL ← kept anyway!</a:t>
                      </a:r>
                    </a:p>
                  </a:txBody>
                  <a:tcPr marL="64008" marR="45720" marT="18288" marB="18288" anchor="ctr">
                    <a:solidFill>
                      <a:srgbClr val="F4F8FB"/>
                    </a:solidFill>
                  </a:tcPr>
                </a:tc>
                <a:tc>
                  <a:txBody>
                    <a:bodyPr/>
                    <a:lstStyle/>
                    <a:p>
                      <a:r>
                        <a:rPr sz="1150" b="0" dirty="0">
                          <a:solidFill>
                            <a:srgbClr val="1F2A33"/>
                          </a:solidFill>
                          <a:latin typeface="Calibri"/>
                        </a:rPr>
                        <a:t>HR</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457200" y="4892040"/>
            <a:ext cx="10972800" cy="1188720"/>
          </a:xfrm>
          <a:prstGeom prst="rect">
            <a:avLst/>
          </a:prstGeom>
          <a:noFill/>
        </p:spPr>
        <p:txBody>
          <a:bodyPr wrap="square" lIns="0" tIns="0" rIns="0" bIns="0" anchor="t">
            <a:spAutoFit/>
          </a:bodyPr>
          <a:lstStyle/>
          <a:p>
            <a:pPr algn="l">
              <a:spcAft>
                <a:spcPts val="400"/>
              </a:spcAft>
            </a:pPr>
            <a:r>
              <a:rPr sz="1300" b="0" i="0">
                <a:solidFill>
                  <a:srgbClr val="1F2A33"/>
                </a:solidFill>
                <a:latin typeface="Calibri"/>
              </a:rPr>
              <a:t>💡 The unmatched side is filled with NULL — that's your clue a LEFT/RIGHT join happened.</a:t>
            </a:r>
          </a:p>
          <a:p>
            <a:pPr algn="l">
              <a:spcAft>
                <a:spcPts val="400"/>
              </a:spcAft>
            </a:pPr>
            <a:r>
              <a:rPr sz="1300" b="1" i="0">
                <a:solidFill>
                  <a:srgbClr val="00446A"/>
                </a:solidFill>
                <a:latin typeface="Calibri"/>
              </a:rPr>
              <a:t>Real-time use: </a:t>
            </a:r>
            <a:r>
              <a:rPr sz="1300" b="0" i="0">
                <a:solidFill>
                  <a:srgbClr val="1F2A33"/>
                </a:solidFill>
                <a:latin typeface="Calibri"/>
              </a:rPr>
              <a:t>'Show ALL customers and their orders — including customers who never ordered' → Customers LEFT JOIN Orders. Finding customers with NO orders? Add: WHERE o.OrderID IS NULL.</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FULL, CROSS &amp; SELF Joins – The Special Trio</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15</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457200" y="137160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ctr">
              <a:spcAft>
                <a:spcPts val="300"/>
              </a:spcAft>
            </a:pPr>
            <a:r>
              <a:rPr sz="1500" b="1" i="0" dirty="0">
                <a:solidFill>
                  <a:srgbClr val="FFFFFF"/>
                </a:solidFill>
                <a:latin typeface="Calibri"/>
              </a:rPr>
              <a:t>FULL OUTER JOIN</a:t>
            </a:r>
          </a:p>
          <a:p>
            <a:pPr algn="ctr">
              <a:spcAft>
                <a:spcPts val="300"/>
              </a:spcAft>
            </a:pPr>
            <a:r>
              <a:rPr sz="1100" b="0" i="0" dirty="0">
                <a:solidFill>
                  <a:srgbClr val="66DBBD"/>
                </a:solidFill>
                <a:latin typeface="Calibri"/>
              </a:rPr>
              <a:t>Everything from BOTH sides</a:t>
            </a:r>
          </a:p>
        </p:txBody>
      </p:sp>
      <p:sp>
        <p:nvSpPr>
          <p:cNvPr id="16" name="Rounded Rectangle 15"/>
          <p:cNvSpPr/>
          <p:nvPr/>
        </p:nvSpPr>
        <p:spPr>
          <a:xfrm>
            <a:off x="457200" y="2125980"/>
            <a:ext cx="3547872" cy="16916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050" b="0" i="0">
                <a:solidFill>
                  <a:srgbClr val="FFFFFF"/>
                </a:solidFill>
                <a:latin typeface="Courier New"/>
              </a:rPr>
              <a:t>SELECT e.Name, d.DeptName</a:t>
            </a:r>
          </a:p>
          <a:p>
            <a:pPr algn="l">
              <a:spcAft>
                <a:spcPts val="200"/>
              </a:spcAft>
            </a:pPr>
            <a:r>
              <a:rPr sz="1050" b="0" i="0">
                <a:solidFill>
                  <a:srgbClr val="FFFFFF"/>
                </a:solidFill>
                <a:latin typeface="Courier New"/>
              </a:rPr>
              <a:t>FROM Employees e</a:t>
            </a:r>
          </a:p>
          <a:p>
            <a:pPr algn="l">
              <a:spcAft>
                <a:spcPts val="200"/>
              </a:spcAft>
            </a:pPr>
            <a:r>
              <a:rPr sz="1050" b="0" i="0">
                <a:solidFill>
                  <a:srgbClr val="FFFFFF"/>
                </a:solidFill>
                <a:latin typeface="Courier New"/>
              </a:rPr>
              <a:t>FULL JOIN Departments d</a:t>
            </a:r>
          </a:p>
          <a:p>
            <a:pPr algn="l">
              <a:spcAft>
                <a:spcPts val="200"/>
              </a:spcAft>
            </a:pPr>
            <a:r>
              <a:rPr sz="1050" b="0" i="0">
                <a:solidFill>
                  <a:srgbClr val="FFFFFF"/>
                </a:solidFill>
                <a:latin typeface="Courier New"/>
              </a:rPr>
              <a:t>  ON e.DeptID = d.DeptID;</a:t>
            </a:r>
          </a:p>
        </p:txBody>
      </p:sp>
      <p:sp>
        <p:nvSpPr>
          <p:cNvPr id="17" name="Rounded Rectangle 16"/>
          <p:cNvSpPr/>
          <p:nvPr/>
        </p:nvSpPr>
        <p:spPr>
          <a:xfrm>
            <a:off x="457200" y="3840480"/>
            <a:ext cx="3547872" cy="17373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150" b="0" i="0">
                <a:solidFill>
                  <a:srgbClr val="1F2A33"/>
                </a:solidFill>
                <a:latin typeface="Calibri"/>
              </a:rPr>
              <a:t>Result: matched rows + Sneha (NULL dept) + HR (NULL emp). Great for data reconciliation — 'what exists only on one side?'</a:t>
            </a:r>
          </a:p>
        </p:txBody>
      </p:sp>
      <p:sp>
        <p:nvSpPr>
          <p:cNvPr id="18" name="Rounded Rectangle 17"/>
          <p:cNvSpPr/>
          <p:nvPr/>
        </p:nvSpPr>
        <p:spPr>
          <a:xfrm>
            <a:off x="4187952" y="137160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ctr">
              <a:spcAft>
                <a:spcPts val="300"/>
              </a:spcAft>
            </a:pPr>
            <a:r>
              <a:rPr sz="1500" b="1" i="0">
                <a:solidFill>
                  <a:srgbClr val="FFFFFF"/>
                </a:solidFill>
                <a:latin typeface="Calibri"/>
              </a:rPr>
              <a:t>CROSS JOIN</a:t>
            </a:r>
          </a:p>
          <a:p>
            <a:pPr algn="ctr">
              <a:spcAft>
                <a:spcPts val="300"/>
              </a:spcAft>
            </a:pPr>
            <a:r>
              <a:rPr sz="1100" b="0" i="0">
                <a:solidFill>
                  <a:srgbClr val="66DBBD"/>
                </a:solidFill>
                <a:latin typeface="Calibri"/>
              </a:rPr>
              <a:t>Every row × every row (no ON!)</a:t>
            </a:r>
          </a:p>
        </p:txBody>
      </p:sp>
      <p:sp>
        <p:nvSpPr>
          <p:cNvPr id="19" name="Rounded Rectangle 18"/>
          <p:cNvSpPr/>
          <p:nvPr/>
        </p:nvSpPr>
        <p:spPr>
          <a:xfrm>
            <a:off x="4187952" y="2125980"/>
            <a:ext cx="3547872" cy="16916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050" b="0" i="0" dirty="0">
                <a:solidFill>
                  <a:srgbClr val="FFFFFF"/>
                </a:solidFill>
                <a:latin typeface="Courier New"/>
              </a:rPr>
              <a:t>SELECT </a:t>
            </a:r>
            <a:r>
              <a:rPr sz="1050" b="0" i="0" dirty="0" err="1">
                <a:solidFill>
                  <a:srgbClr val="FFFFFF"/>
                </a:solidFill>
                <a:latin typeface="Courier New"/>
              </a:rPr>
              <a:t>s.Size</a:t>
            </a:r>
            <a:r>
              <a:rPr sz="1050" b="0" i="0" dirty="0">
                <a:solidFill>
                  <a:srgbClr val="FFFFFF"/>
                </a:solidFill>
                <a:latin typeface="Courier New"/>
              </a:rPr>
              <a:t>, </a:t>
            </a:r>
            <a:r>
              <a:rPr sz="1050" b="0" i="0" dirty="0" err="1">
                <a:solidFill>
                  <a:srgbClr val="FFFFFF"/>
                </a:solidFill>
                <a:latin typeface="Courier New"/>
              </a:rPr>
              <a:t>c.Colour</a:t>
            </a:r>
            <a:endParaRPr sz="1050" b="0" i="0" dirty="0">
              <a:solidFill>
                <a:srgbClr val="FFFFFF"/>
              </a:solidFill>
              <a:latin typeface="Courier New"/>
            </a:endParaRPr>
          </a:p>
          <a:p>
            <a:pPr algn="l">
              <a:spcAft>
                <a:spcPts val="200"/>
              </a:spcAft>
            </a:pPr>
            <a:r>
              <a:rPr sz="1050" b="0" i="0" dirty="0">
                <a:solidFill>
                  <a:srgbClr val="FFFFFF"/>
                </a:solidFill>
                <a:latin typeface="Courier New"/>
              </a:rPr>
              <a:t>FROM Sizes s</a:t>
            </a:r>
          </a:p>
          <a:p>
            <a:pPr algn="l">
              <a:spcAft>
                <a:spcPts val="200"/>
              </a:spcAft>
            </a:pPr>
            <a:r>
              <a:rPr sz="1050" b="0" i="0" dirty="0">
                <a:solidFill>
                  <a:srgbClr val="FFFFFF"/>
                </a:solidFill>
                <a:latin typeface="Courier New"/>
              </a:rPr>
              <a:t>CROSS JOIN </a:t>
            </a:r>
            <a:r>
              <a:rPr sz="1050" b="0" i="0" dirty="0" err="1">
                <a:solidFill>
                  <a:srgbClr val="FFFFFF"/>
                </a:solidFill>
                <a:latin typeface="Courier New"/>
              </a:rPr>
              <a:t>Colours</a:t>
            </a:r>
            <a:r>
              <a:rPr sz="1050" b="0" i="0" dirty="0">
                <a:solidFill>
                  <a:srgbClr val="FFFFFF"/>
                </a:solidFill>
                <a:latin typeface="Courier New"/>
              </a:rPr>
              <a:t> c;</a:t>
            </a:r>
          </a:p>
        </p:txBody>
      </p:sp>
      <p:sp>
        <p:nvSpPr>
          <p:cNvPr id="20" name="Rounded Rectangle 19"/>
          <p:cNvSpPr/>
          <p:nvPr/>
        </p:nvSpPr>
        <p:spPr>
          <a:xfrm>
            <a:off x="4187952" y="3840480"/>
            <a:ext cx="3547872" cy="17373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150" b="0" i="0">
                <a:solidFill>
                  <a:srgbClr val="1F2A33"/>
                </a:solidFill>
                <a:latin typeface="Calibri"/>
              </a:rPr>
              <a:t>3 sizes × 4 colours = 12 combos. Use for generating combinations (e.g. all product variants). Careful: 10K × 10K = 100 million rows!</a:t>
            </a:r>
          </a:p>
        </p:txBody>
      </p:sp>
      <p:sp>
        <p:nvSpPr>
          <p:cNvPr id="21" name="Rounded Rectangle 20"/>
          <p:cNvSpPr/>
          <p:nvPr/>
        </p:nvSpPr>
        <p:spPr>
          <a:xfrm>
            <a:off x="7918704" y="139446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ctr">
              <a:spcAft>
                <a:spcPts val="300"/>
              </a:spcAft>
            </a:pPr>
            <a:r>
              <a:rPr sz="1500" b="1" i="0" dirty="0">
                <a:solidFill>
                  <a:srgbClr val="FFFFFF"/>
                </a:solidFill>
                <a:latin typeface="Calibri"/>
              </a:rPr>
              <a:t>SELF JOIN</a:t>
            </a:r>
          </a:p>
          <a:p>
            <a:pPr algn="ctr">
              <a:spcAft>
                <a:spcPts val="300"/>
              </a:spcAft>
            </a:pPr>
            <a:r>
              <a:rPr sz="1100" b="0" i="0" dirty="0">
                <a:solidFill>
                  <a:srgbClr val="66DBBD"/>
                </a:solidFill>
                <a:latin typeface="Calibri"/>
              </a:rPr>
              <a:t>A table joined to ITSELF</a:t>
            </a:r>
          </a:p>
        </p:txBody>
      </p:sp>
      <p:sp>
        <p:nvSpPr>
          <p:cNvPr id="22" name="Rounded Rectangle 21"/>
          <p:cNvSpPr/>
          <p:nvPr/>
        </p:nvSpPr>
        <p:spPr>
          <a:xfrm>
            <a:off x="7918704" y="2171700"/>
            <a:ext cx="3547872" cy="16916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050" b="0" i="0">
                <a:solidFill>
                  <a:srgbClr val="FFFFFF"/>
                </a:solidFill>
                <a:latin typeface="Courier New"/>
              </a:rPr>
              <a:t>SELECT e.Name AS Emp,</a:t>
            </a:r>
          </a:p>
          <a:p>
            <a:pPr algn="l">
              <a:spcAft>
                <a:spcPts val="200"/>
              </a:spcAft>
            </a:pPr>
            <a:r>
              <a:rPr sz="1050" b="0" i="0">
                <a:solidFill>
                  <a:srgbClr val="FFFFFF"/>
                </a:solidFill>
                <a:latin typeface="Courier New"/>
              </a:rPr>
              <a:t>       m.Name AS Manager</a:t>
            </a:r>
          </a:p>
          <a:p>
            <a:pPr algn="l">
              <a:spcAft>
                <a:spcPts val="200"/>
              </a:spcAft>
            </a:pPr>
            <a:r>
              <a:rPr sz="1050" b="0" i="0">
                <a:solidFill>
                  <a:srgbClr val="FFFFFF"/>
                </a:solidFill>
                <a:latin typeface="Courier New"/>
              </a:rPr>
              <a:t>FROM Employees e</a:t>
            </a:r>
          </a:p>
          <a:p>
            <a:pPr algn="l">
              <a:spcAft>
                <a:spcPts val="200"/>
              </a:spcAft>
            </a:pPr>
            <a:r>
              <a:rPr sz="1050" b="0" i="0">
                <a:solidFill>
                  <a:srgbClr val="FFFFFF"/>
                </a:solidFill>
                <a:latin typeface="Courier New"/>
              </a:rPr>
              <a:t>LEFT JOIN Employees m</a:t>
            </a:r>
          </a:p>
          <a:p>
            <a:pPr algn="l">
              <a:spcAft>
                <a:spcPts val="200"/>
              </a:spcAft>
            </a:pPr>
            <a:r>
              <a:rPr sz="1050" b="0" i="0">
                <a:solidFill>
                  <a:srgbClr val="FFFFFF"/>
                </a:solidFill>
                <a:latin typeface="Courier New"/>
              </a:rPr>
              <a:t>  ON e.ManagerID = m.EmpID;</a:t>
            </a:r>
          </a:p>
        </p:txBody>
      </p:sp>
      <p:sp>
        <p:nvSpPr>
          <p:cNvPr id="23" name="Rounded Rectangle 22"/>
          <p:cNvSpPr/>
          <p:nvPr/>
        </p:nvSpPr>
        <p:spPr>
          <a:xfrm>
            <a:off x="7918704" y="3840480"/>
            <a:ext cx="3547872" cy="17373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150" b="0" i="0">
                <a:solidFill>
                  <a:srgbClr val="1F2A33"/>
                </a:solidFill>
                <a:latin typeface="Calibri"/>
              </a:rPr>
              <a:t>Same table, two aliases (e, m). Classic use: employee–manager hierarchy stored in ONE table.</a:t>
            </a:r>
          </a:p>
        </p:txBody>
      </p:sp>
      <p:sp>
        <p:nvSpPr>
          <p:cNvPr id="24" name="TextBox 23"/>
          <p:cNvSpPr txBox="1"/>
          <p:nvPr/>
        </p:nvSpPr>
        <p:spPr>
          <a:xfrm>
            <a:off x="457200" y="5760720"/>
            <a:ext cx="10881360" cy="411480"/>
          </a:xfrm>
          <a:prstGeom prst="rect">
            <a:avLst/>
          </a:prstGeom>
          <a:noFill/>
        </p:spPr>
        <p:txBody>
          <a:bodyPr wrap="square" lIns="0" tIns="0" rIns="0" bIns="0" anchor="t">
            <a:spAutoFit/>
          </a:bodyPr>
          <a:lstStyle/>
          <a:p>
            <a:pPr algn="l">
              <a:spcAft>
                <a:spcPts val="400"/>
              </a:spcAft>
            </a:pPr>
            <a:r>
              <a:rPr sz="1250" b="1" i="0">
                <a:solidFill>
                  <a:srgbClr val="FCAF17"/>
                </a:solidFill>
                <a:latin typeface="Calibri"/>
              </a:rPr>
              <a:t>🎤 Interview alert: </a:t>
            </a:r>
            <a:r>
              <a:rPr sz="1250" b="0" i="0">
                <a:solidFill>
                  <a:srgbClr val="1F2A33"/>
                </a:solidFill>
                <a:latin typeface="Calibri"/>
              </a:rPr>
              <a:t>'How do you find an employee's manager when both are in the same table?' → SELF JOIN with two aliases.</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Subqueries – A Query Inside a Query</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16</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Rounded Rectangle 14"/>
          <p:cNvSpPr/>
          <p:nvPr/>
        </p:nvSpPr>
        <p:spPr>
          <a:xfrm>
            <a:off x="457200" y="1365480"/>
            <a:ext cx="6079502" cy="210312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66DBBD"/>
                </a:solidFill>
                <a:latin typeface="Courier New"/>
              </a:rPr>
              <a:t>-- Who earns MORE than the average salary?</a:t>
            </a:r>
          </a:p>
          <a:p>
            <a:pPr algn="l">
              <a:spcAft>
                <a:spcPts val="200"/>
              </a:spcAft>
            </a:pPr>
            <a:r>
              <a:rPr sz="1200" b="0" i="0">
                <a:solidFill>
                  <a:srgbClr val="FFFFFF"/>
                </a:solidFill>
                <a:latin typeface="Courier New"/>
              </a:rPr>
              <a:t>SELECT Name, Salary</a:t>
            </a:r>
          </a:p>
          <a:p>
            <a:pPr algn="l">
              <a:spcAft>
                <a:spcPts val="200"/>
              </a:spcAft>
            </a:pPr>
            <a:r>
              <a:rPr sz="1200" b="0" i="0">
                <a:solidFill>
                  <a:srgbClr val="FFFFFF"/>
                </a:solidFill>
                <a:latin typeface="Courier New"/>
              </a:rPr>
              <a:t>FROM   Employees</a:t>
            </a:r>
          </a:p>
          <a:p>
            <a:pPr algn="l">
              <a:spcAft>
                <a:spcPts val="200"/>
              </a:spcAft>
            </a:pPr>
            <a:r>
              <a:rPr sz="1200" b="0" i="0">
                <a:solidFill>
                  <a:srgbClr val="FFFFFF"/>
                </a:solidFill>
                <a:latin typeface="Courier New"/>
              </a:rPr>
              <a:t>WHERE  Salary &gt; (SELECT AVG(Salary)</a:t>
            </a:r>
          </a:p>
          <a:p>
            <a:pPr algn="l">
              <a:spcAft>
                <a:spcPts val="200"/>
              </a:spcAft>
            </a:pPr>
            <a:r>
              <a:rPr sz="1200" b="0" i="0">
                <a:solidFill>
                  <a:srgbClr val="FFFFFF"/>
                </a:solidFill>
                <a:latin typeface="Courier New"/>
              </a:rPr>
              <a:t>                 FROM Employees);</a:t>
            </a:r>
          </a:p>
          <a:p>
            <a:pPr algn="l">
              <a:spcAft>
                <a:spcPts val="200"/>
              </a:spcAft>
            </a:pPr>
            <a:endParaRPr sz="1200" b="0" i="0">
              <a:solidFill>
                <a:srgbClr val="FFFFFF"/>
              </a:solidFill>
              <a:latin typeface="Courier New"/>
            </a:endParaRPr>
          </a:p>
          <a:p>
            <a:pPr algn="l">
              <a:spcAft>
                <a:spcPts val="200"/>
              </a:spcAft>
            </a:pPr>
            <a:r>
              <a:rPr sz="1200" b="0" i="0">
                <a:solidFill>
                  <a:srgbClr val="66DBBD"/>
                </a:solidFill>
                <a:latin typeface="Courier New"/>
              </a:rPr>
              <a:t>-- Inner query runs first → 60000</a:t>
            </a:r>
          </a:p>
          <a:p>
            <a:pPr algn="l">
              <a:spcAft>
                <a:spcPts val="200"/>
              </a:spcAft>
            </a:pPr>
            <a:r>
              <a:rPr sz="1200" b="0" i="0">
                <a:solidFill>
                  <a:srgbClr val="66DBBD"/>
                </a:solidFill>
                <a:latin typeface="Courier New"/>
              </a:rPr>
              <a:t>-- Outer query becomes: WHERE Salary &gt; 60000</a:t>
            </a:r>
          </a:p>
          <a:p>
            <a:pPr algn="l">
              <a:spcAft>
                <a:spcPts val="200"/>
              </a:spcAft>
            </a:pPr>
            <a:r>
              <a:rPr sz="1200" b="0" i="0">
                <a:solidFill>
                  <a:srgbClr val="FCAF17"/>
                </a:solidFill>
                <a:latin typeface="Courier New"/>
              </a:rPr>
              <a:t>&gt;&gt; Priya 65000,  Sneha 70000</a:t>
            </a:r>
          </a:p>
        </p:txBody>
      </p:sp>
      <p:sp>
        <p:nvSpPr>
          <p:cNvPr id="16" name="Rounded Rectangle 15"/>
          <p:cNvSpPr/>
          <p:nvPr/>
        </p:nvSpPr>
        <p:spPr>
          <a:xfrm>
            <a:off x="6536702" y="1365480"/>
            <a:ext cx="4572000" cy="21031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350" b="1" i="0" dirty="0">
                <a:solidFill>
                  <a:srgbClr val="00446A"/>
                </a:solidFill>
                <a:latin typeface="Calibri"/>
              </a:rPr>
              <a:t>How SQL thinks:</a:t>
            </a:r>
          </a:p>
          <a:p>
            <a:pPr algn="l">
              <a:spcAft>
                <a:spcPts val="300"/>
              </a:spcAft>
            </a:pPr>
            <a:r>
              <a:rPr sz="1200" b="0" i="0" dirty="0">
                <a:solidFill>
                  <a:srgbClr val="1F2A33"/>
                </a:solidFill>
                <a:latin typeface="Calibri"/>
              </a:rPr>
              <a:t>1️⃣  Run the INNER query → one value (60000)</a:t>
            </a:r>
          </a:p>
          <a:p>
            <a:pPr algn="l">
              <a:spcAft>
                <a:spcPts val="300"/>
              </a:spcAft>
            </a:pPr>
            <a:r>
              <a:rPr sz="1200" b="0" i="0" dirty="0">
                <a:solidFill>
                  <a:srgbClr val="1F2A33"/>
                </a:solidFill>
                <a:latin typeface="Calibri"/>
              </a:rPr>
              <a:t>2️⃣  Substitute it into the OUTER query</a:t>
            </a:r>
          </a:p>
          <a:p>
            <a:pPr algn="l">
              <a:spcAft>
                <a:spcPts val="300"/>
              </a:spcAft>
            </a:pPr>
            <a:r>
              <a:rPr sz="1200" b="0" i="0" dirty="0">
                <a:solidFill>
                  <a:srgbClr val="1F2A33"/>
                </a:solidFill>
                <a:latin typeface="Calibri"/>
              </a:rPr>
              <a:t>3️⃣  Run the outer query normally</a:t>
            </a:r>
          </a:p>
          <a:p>
            <a:pPr algn="l">
              <a:spcAft>
                <a:spcPts val="300"/>
              </a:spcAft>
            </a:pPr>
            <a:r>
              <a:rPr sz="1150" b="0" i="1" dirty="0">
                <a:solidFill>
                  <a:srgbClr val="77787B"/>
                </a:solidFill>
                <a:latin typeface="Calibri"/>
              </a:rPr>
              <a:t>Like solving brackets first in </a:t>
            </a:r>
            <a:r>
              <a:rPr sz="1150" b="0" i="1" dirty="0" err="1">
                <a:solidFill>
                  <a:srgbClr val="77787B"/>
                </a:solidFill>
                <a:latin typeface="Calibri"/>
              </a:rPr>
              <a:t>maths</a:t>
            </a:r>
            <a:r>
              <a:rPr sz="1150" b="0" i="1" dirty="0">
                <a:solidFill>
                  <a:srgbClr val="77787B"/>
                </a:solidFill>
                <a:latin typeface="Calibri"/>
              </a:rPr>
              <a:t>: 2 × (3 + 4)</a:t>
            </a:r>
          </a:p>
        </p:txBody>
      </p:sp>
      <p:sp>
        <p:nvSpPr>
          <p:cNvPr id="17" name="Oval 16"/>
          <p:cNvSpPr/>
          <p:nvPr/>
        </p:nvSpPr>
        <p:spPr>
          <a:xfrm>
            <a:off x="457200" y="3502151"/>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343814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Where can a subquery live?</a:t>
            </a:r>
          </a:p>
        </p:txBody>
      </p:sp>
      <p:sp>
        <p:nvSpPr>
          <p:cNvPr id="19" name="Rounded Rectangle 18"/>
          <p:cNvSpPr/>
          <p:nvPr/>
        </p:nvSpPr>
        <p:spPr>
          <a:xfrm>
            <a:off x="457200" y="3706345"/>
            <a:ext cx="3547872" cy="155448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350" b="1" i="0" dirty="0">
                <a:solidFill>
                  <a:srgbClr val="00446A"/>
                </a:solidFill>
                <a:latin typeface="Calibri"/>
              </a:rPr>
              <a:t>In WHERE</a:t>
            </a:r>
          </a:p>
          <a:p>
            <a:pPr algn="l">
              <a:spcAft>
                <a:spcPts val="300"/>
              </a:spcAft>
            </a:pPr>
            <a:r>
              <a:rPr sz="1100" b="1" i="0" dirty="0">
                <a:solidFill>
                  <a:srgbClr val="003051"/>
                </a:solidFill>
                <a:latin typeface="Courier New"/>
              </a:rPr>
              <a:t>WHERE Salary &gt; (SELECT ...)</a:t>
            </a:r>
          </a:p>
          <a:p>
            <a:pPr algn="l">
              <a:spcAft>
                <a:spcPts val="300"/>
              </a:spcAft>
            </a:pPr>
            <a:r>
              <a:rPr sz="1100" b="0" i="0" dirty="0">
                <a:solidFill>
                  <a:srgbClr val="1F2A33"/>
                </a:solidFill>
                <a:latin typeface="Calibri"/>
              </a:rPr>
              <a:t>Most common — compare against a computed value</a:t>
            </a:r>
          </a:p>
        </p:txBody>
      </p:sp>
      <p:sp>
        <p:nvSpPr>
          <p:cNvPr id="20" name="Rounded Rectangle 19"/>
          <p:cNvSpPr/>
          <p:nvPr/>
        </p:nvSpPr>
        <p:spPr>
          <a:xfrm>
            <a:off x="4151376" y="3669768"/>
            <a:ext cx="3547872" cy="155448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350" b="1" i="0">
                <a:solidFill>
                  <a:srgbClr val="00446A"/>
                </a:solidFill>
                <a:latin typeface="Calibri"/>
              </a:rPr>
              <a:t>In FROM</a:t>
            </a:r>
          </a:p>
          <a:p>
            <a:pPr algn="l">
              <a:spcAft>
                <a:spcPts val="300"/>
              </a:spcAft>
            </a:pPr>
            <a:r>
              <a:rPr sz="1100" b="1" i="0">
                <a:solidFill>
                  <a:srgbClr val="003051"/>
                </a:solidFill>
                <a:latin typeface="Courier New"/>
              </a:rPr>
              <a:t>FROM (SELECT ...) AS t</a:t>
            </a:r>
          </a:p>
          <a:p>
            <a:pPr algn="l">
              <a:spcAft>
                <a:spcPts val="300"/>
              </a:spcAft>
            </a:pPr>
            <a:r>
              <a:rPr sz="1100" b="0" i="0">
                <a:solidFill>
                  <a:srgbClr val="1F2A33"/>
                </a:solidFill>
                <a:latin typeface="Calibri"/>
              </a:rPr>
              <a:t>Treat a query result as a temporary table</a:t>
            </a:r>
          </a:p>
        </p:txBody>
      </p:sp>
      <p:sp>
        <p:nvSpPr>
          <p:cNvPr id="21" name="Rounded Rectangle 20"/>
          <p:cNvSpPr/>
          <p:nvPr/>
        </p:nvSpPr>
        <p:spPr>
          <a:xfrm>
            <a:off x="7967472" y="3669768"/>
            <a:ext cx="3547872" cy="155448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350" b="1" i="0">
                <a:solidFill>
                  <a:srgbClr val="00446A"/>
                </a:solidFill>
                <a:latin typeface="Calibri"/>
              </a:rPr>
              <a:t>With IN</a:t>
            </a:r>
          </a:p>
          <a:p>
            <a:pPr algn="l">
              <a:spcAft>
                <a:spcPts val="300"/>
              </a:spcAft>
            </a:pPr>
            <a:r>
              <a:rPr sz="1100" b="1" i="0">
                <a:solidFill>
                  <a:srgbClr val="003051"/>
                </a:solidFill>
                <a:latin typeface="Courier New"/>
              </a:rPr>
              <a:t>WHERE DeptID IN (SELECT ...)</a:t>
            </a:r>
          </a:p>
          <a:p>
            <a:pPr algn="l">
              <a:spcAft>
                <a:spcPts val="300"/>
              </a:spcAft>
            </a:pPr>
            <a:r>
              <a:rPr sz="1100" b="0" i="0">
                <a:solidFill>
                  <a:srgbClr val="1F2A33"/>
                </a:solidFill>
                <a:latin typeface="Calibri"/>
              </a:rPr>
              <a:t>Match against a list produced by a query</a:t>
            </a:r>
          </a:p>
        </p:txBody>
      </p:sp>
      <p:sp>
        <p:nvSpPr>
          <p:cNvPr id="22" name="TextBox 21"/>
          <p:cNvSpPr txBox="1"/>
          <p:nvPr/>
        </p:nvSpPr>
        <p:spPr>
          <a:xfrm>
            <a:off x="484632" y="5461150"/>
            <a:ext cx="10881360" cy="457200"/>
          </a:xfrm>
          <a:prstGeom prst="rect">
            <a:avLst/>
          </a:prstGeom>
          <a:noFill/>
        </p:spPr>
        <p:txBody>
          <a:bodyPr wrap="square" lIns="0" tIns="0" rIns="0" bIns="0" anchor="t">
            <a:spAutoFit/>
          </a:bodyPr>
          <a:lstStyle/>
          <a:p>
            <a:pPr algn="l">
              <a:spcAft>
                <a:spcPts val="400"/>
              </a:spcAft>
            </a:pPr>
            <a:r>
              <a:rPr sz="1200" b="0" i="0" dirty="0">
                <a:solidFill>
                  <a:srgbClr val="1F2A33"/>
                </a:solidFill>
                <a:latin typeface="Calibri"/>
              </a:rPr>
              <a:t>💡 If the same logic is reused / complex, a JOIN or CTE (WITH clause) is often faster &amp; cleaner — but subqueries are perfect for 'compare against one computed value'.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UNION vs UNION ALL – Stacking Results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17</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Joins combine tables SIDE-BY-SIDE (columns). UNION stacks results TOP-TO-BOTTOM (rows).</a:t>
            </a:r>
          </a:p>
        </p:txBody>
      </p:sp>
      <p:sp>
        <p:nvSpPr>
          <p:cNvPr id="16" name="Rounded Rectangle 15"/>
          <p:cNvSpPr/>
          <p:nvPr/>
        </p:nvSpPr>
        <p:spPr>
          <a:xfrm>
            <a:off x="457200" y="1380744"/>
            <a:ext cx="5394960" cy="18288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FFFFFF"/>
                </a:solidFill>
                <a:latin typeface="Courier New"/>
              </a:rPr>
              <a:t>SELECT City FROM Customers2024</a:t>
            </a:r>
          </a:p>
          <a:p>
            <a:pPr algn="l">
              <a:spcAft>
                <a:spcPts val="200"/>
              </a:spcAft>
            </a:pPr>
            <a:r>
              <a:rPr sz="1200" b="0" i="0">
                <a:solidFill>
                  <a:srgbClr val="FFFFFF"/>
                </a:solidFill>
                <a:latin typeface="Courier New"/>
              </a:rPr>
              <a:t>UNION</a:t>
            </a:r>
          </a:p>
          <a:p>
            <a:pPr algn="l">
              <a:spcAft>
                <a:spcPts val="200"/>
              </a:spcAft>
            </a:pPr>
            <a:r>
              <a:rPr sz="1200" b="0" i="0">
                <a:solidFill>
                  <a:srgbClr val="FFFFFF"/>
                </a:solidFill>
                <a:latin typeface="Courier New"/>
              </a:rPr>
              <a:t>SELECT City FROM Customers2025;</a:t>
            </a:r>
          </a:p>
          <a:p>
            <a:pPr algn="l">
              <a:spcAft>
                <a:spcPts val="200"/>
              </a:spcAft>
            </a:pPr>
            <a:endParaRPr sz="1200" b="0" i="0">
              <a:solidFill>
                <a:srgbClr val="FFFFFF"/>
              </a:solidFill>
              <a:latin typeface="Courier New"/>
            </a:endParaRPr>
          </a:p>
          <a:p>
            <a:pPr algn="l">
              <a:spcAft>
                <a:spcPts val="200"/>
              </a:spcAft>
            </a:pPr>
            <a:r>
              <a:rPr sz="1200" b="0" i="0">
                <a:solidFill>
                  <a:srgbClr val="FCAF17"/>
                </a:solidFill>
                <a:latin typeface="Courier New"/>
              </a:rPr>
              <a:t>&gt;&gt; Bengaluru, Chennai, Delhi</a:t>
            </a:r>
          </a:p>
          <a:p>
            <a:pPr algn="l">
              <a:spcAft>
                <a:spcPts val="200"/>
              </a:spcAft>
            </a:pPr>
            <a:r>
              <a:rPr sz="1200" b="0" i="0">
                <a:solidFill>
                  <a:srgbClr val="66DBBD"/>
                </a:solidFill>
                <a:latin typeface="Courier New"/>
              </a:rPr>
              <a:t>-- duplicates REMOVED, sorted-ish</a:t>
            </a:r>
          </a:p>
        </p:txBody>
      </p:sp>
      <p:sp>
        <p:nvSpPr>
          <p:cNvPr id="17" name="Rounded Rectangle 16"/>
          <p:cNvSpPr/>
          <p:nvPr/>
        </p:nvSpPr>
        <p:spPr>
          <a:xfrm>
            <a:off x="6012809" y="1371600"/>
            <a:ext cx="5394960" cy="18288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200" b="0" i="0">
                <a:solidFill>
                  <a:srgbClr val="FFFFFF"/>
                </a:solidFill>
                <a:latin typeface="Courier New"/>
              </a:rPr>
              <a:t>SELECT City FROM Customers2024</a:t>
            </a:r>
          </a:p>
          <a:p>
            <a:pPr algn="l">
              <a:spcAft>
                <a:spcPts val="200"/>
              </a:spcAft>
            </a:pPr>
            <a:r>
              <a:rPr sz="1200" b="0" i="0">
                <a:solidFill>
                  <a:srgbClr val="FFFFFF"/>
                </a:solidFill>
                <a:latin typeface="Courier New"/>
              </a:rPr>
              <a:t>UNION ALL</a:t>
            </a:r>
          </a:p>
          <a:p>
            <a:pPr algn="l">
              <a:spcAft>
                <a:spcPts val="200"/>
              </a:spcAft>
            </a:pPr>
            <a:r>
              <a:rPr sz="1200" b="0" i="0">
                <a:solidFill>
                  <a:srgbClr val="FFFFFF"/>
                </a:solidFill>
                <a:latin typeface="Courier New"/>
              </a:rPr>
              <a:t>SELECT City FROM Customers2025;</a:t>
            </a:r>
          </a:p>
          <a:p>
            <a:pPr algn="l">
              <a:spcAft>
                <a:spcPts val="200"/>
              </a:spcAft>
            </a:pPr>
            <a:endParaRPr sz="1200" b="0" i="0">
              <a:solidFill>
                <a:srgbClr val="FFFFFF"/>
              </a:solidFill>
              <a:latin typeface="Courier New"/>
            </a:endParaRPr>
          </a:p>
          <a:p>
            <a:pPr algn="l">
              <a:spcAft>
                <a:spcPts val="200"/>
              </a:spcAft>
            </a:pPr>
            <a:r>
              <a:rPr sz="1200" b="0" i="0">
                <a:solidFill>
                  <a:srgbClr val="FCAF17"/>
                </a:solidFill>
                <a:latin typeface="Courier New"/>
              </a:rPr>
              <a:t>&gt;&gt; Bengaluru, Chennai, Bengaluru, Delhi</a:t>
            </a:r>
          </a:p>
          <a:p>
            <a:pPr algn="l">
              <a:spcAft>
                <a:spcPts val="200"/>
              </a:spcAft>
            </a:pPr>
            <a:r>
              <a:rPr sz="1200" b="0" i="0">
                <a:solidFill>
                  <a:srgbClr val="66DBBD"/>
                </a:solidFill>
                <a:latin typeface="Courier New"/>
              </a:rPr>
              <a:t>-- duplicates KEPT, faster!</a:t>
            </a:r>
          </a:p>
        </p:txBody>
      </p:sp>
      <p:graphicFrame>
        <p:nvGraphicFramePr>
          <p:cNvPr id="18" name="Table 17"/>
          <p:cNvGraphicFramePr>
            <a:graphicFrameLocks noGrp="1"/>
          </p:cNvGraphicFramePr>
          <p:nvPr>
            <p:extLst>
              <p:ext uri="{D42A27DB-BD31-4B8C-83A1-F6EECF244321}">
                <p14:modId xmlns:p14="http://schemas.microsoft.com/office/powerpoint/2010/main" val="1299314124"/>
              </p:ext>
            </p:extLst>
          </p:nvPr>
        </p:nvGraphicFramePr>
        <p:xfrm>
          <a:off x="502920" y="3194280"/>
          <a:ext cx="10881360" cy="1517904"/>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292608">
                <a:tc>
                  <a:txBody>
                    <a:bodyPr/>
                    <a:lstStyle/>
                    <a:p>
                      <a:endParaRPr/>
                    </a:p>
                  </a:txBody>
                  <a:tcPr marL="64008" marR="45720" marT="18288" marB="18288" anchor="ctr">
                    <a:solidFill>
                      <a:srgbClr val="00446A"/>
                    </a:solidFill>
                  </a:tcPr>
                </a:tc>
                <a:tc>
                  <a:txBody>
                    <a:bodyPr/>
                    <a:lstStyle/>
                    <a:p>
                      <a:r>
                        <a:rPr sz="1200" b="1">
                          <a:solidFill>
                            <a:srgbClr val="FFFFFF"/>
                          </a:solidFill>
                          <a:latin typeface="Calibri"/>
                        </a:rPr>
                        <a:t>UNION</a:t>
                      </a:r>
                    </a:p>
                  </a:txBody>
                  <a:tcPr marL="64008" marR="45720" marT="18288" marB="18288" anchor="ctr">
                    <a:solidFill>
                      <a:srgbClr val="00446A"/>
                    </a:solidFill>
                  </a:tcPr>
                </a:tc>
                <a:tc>
                  <a:txBody>
                    <a:bodyPr/>
                    <a:lstStyle/>
                    <a:p>
                      <a:r>
                        <a:rPr sz="1200" b="1">
                          <a:solidFill>
                            <a:srgbClr val="FFFFFF"/>
                          </a:solidFill>
                          <a:latin typeface="Calibri"/>
                        </a:rPr>
                        <a:t>UNION ALL</a:t>
                      </a:r>
                    </a:p>
                  </a:txBody>
                  <a:tcPr marL="64008" marR="45720" marT="18288" marB="18288" anchor="ctr">
                    <a:solidFill>
                      <a:srgbClr val="00446A"/>
                    </a:solidFill>
                  </a:tcPr>
                </a:tc>
                <a:extLst>
                  <a:ext uri="{0D108BD9-81ED-4DB2-BD59-A6C34878D82A}">
                    <a16:rowId xmlns:a16="http://schemas.microsoft.com/office/drawing/2014/main" val="10000"/>
                  </a:ext>
                </a:extLst>
              </a:tr>
              <a:tr h="402336">
                <a:tc>
                  <a:txBody>
                    <a:bodyPr/>
                    <a:lstStyle/>
                    <a:p>
                      <a:r>
                        <a:rPr sz="1200" b="0">
                          <a:solidFill>
                            <a:srgbClr val="1F2A33"/>
                          </a:solidFill>
                          <a:latin typeface="Calibri"/>
                        </a:rPr>
                        <a:t>Duplicates</a:t>
                      </a:r>
                    </a:p>
                  </a:txBody>
                  <a:tcPr marL="64008" marR="45720" marT="18288" marB="18288" anchor="ctr">
                    <a:solidFill>
                      <a:srgbClr val="FFFFFF"/>
                    </a:solidFill>
                  </a:tcPr>
                </a:tc>
                <a:tc>
                  <a:txBody>
                    <a:bodyPr/>
                    <a:lstStyle/>
                    <a:p>
                      <a:r>
                        <a:rPr sz="1200" b="0">
                          <a:solidFill>
                            <a:srgbClr val="1F2A33"/>
                          </a:solidFill>
                          <a:latin typeface="Calibri"/>
                        </a:rPr>
                        <a:t>Removed (does extra distinct work)</a:t>
                      </a:r>
                    </a:p>
                  </a:txBody>
                  <a:tcPr marL="64008" marR="45720" marT="18288" marB="18288" anchor="ctr">
                    <a:solidFill>
                      <a:srgbClr val="FFFFFF"/>
                    </a:solidFill>
                  </a:tcPr>
                </a:tc>
                <a:tc>
                  <a:txBody>
                    <a:bodyPr/>
                    <a:lstStyle/>
                    <a:p>
                      <a:r>
                        <a:rPr sz="1200" b="0">
                          <a:solidFill>
                            <a:srgbClr val="1F2A33"/>
                          </a:solidFill>
                          <a:latin typeface="Calibri"/>
                        </a:rPr>
                        <a:t>Kept as-is</a:t>
                      </a:r>
                    </a:p>
                  </a:txBody>
                  <a:tcPr marL="64008" marR="45720" marT="18288" marB="18288" anchor="ctr">
                    <a:solidFill>
                      <a:srgbClr val="FFFFFF"/>
                    </a:solidFill>
                  </a:tcPr>
                </a:tc>
                <a:extLst>
                  <a:ext uri="{0D108BD9-81ED-4DB2-BD59-A6C34878D82A}">
                    <a16:rowId xmlns:a16="http://schemas.microsoft.com/office/drawing/2014/main" val="10001"/>
                  </a:ext>
                </a:extLst>
              </a:tr>
              <a:tr h="402336">
                <a:tc>
                  <a:txBody>
                    <a:bodyPr/>
                    <a:lstStyle/>
                    <a:p>
                      <a:r>
                        <a:rPr sz="1200" b="0">
                          <a:solidFill>
                            <a:srgbClr val="1F2A33"/>
                          </a:solidFill>
                          <a:latin typeface="Calibri"/>
                        </a:rPr>
                        <a:t>Speed</a:t>
                      </a:r>
                    </a:p>
                  </a:txBody>
                  <a:tcPr marL="64008" marR="45720" marT="18288" marB="18288" anchor="ctr">
                    <a:solidFill>
                      <a:srgbClr val="F4F8FB"/>
                    </a:solidFill>
                  </a:tcPr>
                </a:tc>
                <a:tc>
                  <a:txBody>
                    <a:bodyPr/>
                    <a:lstStyle/>
                    <a:p>
                      <a:r>
                        <a:rPr sz="1200" b="0">
                          <a:solidFill>
                            <a:srgbClr val="1F2A33"/>
                          </a:solidFill>
                          <a:latin typeface="Calibri"/>
                        </a:rPr>
                        <a:t>Slower (must sort/compare rows)</a:t>
                      </a:r>
                    </a:p>
                  </a:txBody>
                  <a:tcPr marL="64008" marR="45720" marT="18288" marB="18288" anchor="ctr">
                    <a:solidFill>
                      <a:srgbClr val="F4F8FB"/>
                    </a:solidFill>
                  </a:tcPr>
                </a:tc>
                <a:tc>
                  <a:txBody>
                    <a:bodyPr/>
                    <a:lstStyle/>
                    <a:p>
                      <a:r>
                        <a:rPr sz="1200" b="0" dirty="0">
                          <a:solidFill>
                            <a:srgbClr val="1F2A33"/>
                          </a:solidFill>
                          <a:latin typeface="Calibri"/>
                        </a:rPr>
                        <a:t>Faster (just appends)</a:t>
                      </a:r>
                    </a:p>
                  </a:txBody>
                  <a:tcPr marL="64008" marR="45720" marT="18288" marB="18288" anchor="ctr">
                    <a:solidFill>
                      <a:srgbClr val="F4F8FB"/>
                    </a:solidFill>
                  </a:tcPr>
                </a:tc>
                <a:extLst>
                  <a:ext uri="{0D108BD9-81ED-4DB2-BD59-A6C34878D82A}">
                    <a16:rowId xmlns:a16="http://schemas.microsoft.com/office/drawing/2014/main" val="10002"/>
                  </a:ext>
                </a:extLst>
              </a:tr>
              <a:tr h="402336">
                <a:tc>
                  <a:txBody>
                    <a:bodyPr/>
                    <a:lstStyle/>
                    <a:p>
                      <a:r>
                        <a:rPr sz="1200" b="0">
                          <a:solidFill>
                            <a:srgbClr val="1F2A33"/>
                          </a:solidFill>
                          <a:latin typeface="Calibri"/>
                        </a:rPr>
                        <a:t>When to use</a:t>
                      </a:r>
                    </a:p>
                  </a:txBody>
                  <a:tcPr marL="64008" marR="45720" marT="18288" marB="18288" anchor="ctr">
                    <a:solidFill>
                      <a:srgbClr val="FFFFFF"/>
                    </a:solidFill>
                  </a:tcPr>
                </a:tc>
                <a:tc>
                  <a:txBody>
                    <a:bodyPr/>
                    <a:lstStyle/>
                    <a:p>
                      <a:r>
                        <a:rPr sz="1200" b="0">
                          <a:solidFill>
                            <a:srgbClr val="1F2A33"/>
                          </a:solidFill>
                          <a:latin typeface="Calibri"/>
                        </a:rPr>
                        <a:t>Unique combined list (e.g. all distinct cities)</a:t>
                      </a:r>
                    </a:p>
                  </a:txBody>
                  <a:tcPr marL="64008" marR="45720" marT="18288" marB="18288" anchor="ctr">
                    <a:solidFill>
                      <a:srgbClr val="FFFFFF"/>
                    </a:solidFill>
                  </a:tcPr>
                </a:tc>
                <a:tc>
                  <a:txBody>
                    <a:bodyPr/>
                    <a:lstStyle/>
                    <a:p>
                      <a:r>
                        <a:rPr sz="1200" b="0" dirty="0">
                          <a:solidFill>
                            <a:srgbClr val="1F2A33"/>
                          </a:solidFill>
                          <a:latin typeface="Calibri"/>
                        </a:rPr>
                        <a:t>Full data / counts must stay correct (e.g. merging logs)</a:t>
                      </a:r>
                    </a:p>
                  </a:txBody>
                  <a:tcPr marL="64008"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9" name="TextBox 18"/>
          <p:cNvSpPr txBox="1"/>
          <p:nvPr/>
        </p:nvSpPr>
        <p:spPr>
          <a:xfrm>
            <a:off x="572129" y="4895353"/>
            <a:ext cx="10881360" cy="731520"/>
          </a:xfrm>
          <a:prstGeom prst="rect">
            <a:avLst/>
          </a:prstGeom>
          <a:noFill/>
        </p:spPr>
        <p:txBody>
          <a:bodyPr wrap="square" lIns="0" tIns="0" rIns="0" bIns="0" anchor="t">
            <a:spAutoFit/>
          </a:bodyPr>
          <a:lstStyle/>
          <a:p>
            <a:pPr algn="l">
              <a:spcAft>
                <a:spcPts val="400"/>
              </a:spcAft>
            </a:pPr>
            <a:r>
              <a:rPr sz="1300" b="1" i="0" dirty="0">
                <a:solidFill>
                  <a:srgbClr val="00446A"/>
                </a:solidFill>
                <a:latin typeface="Calibri"/>
              </a:rPr>
              <a:t>📏 Rules for both: </a:t>
            </a:r>
            <a:r>
              <a:rPr sz="1300" b="0" i="0" dirty="0">
                <a:solidFill>
                  <a:srgbClr val="1F2A33"/>
                </a:solidFill>
                <a:latin typeface="Calibri"/>
              </a:rPr>
              <a:t>same number of columns, compatible data types, same column order. Column names come from the FIRST query.</a:t>
            </a:r>
          </a:p>
          <a:p>
            <a:pPr algn="l">
              <a:spcAft>
                <a:spcPts val="400"/>
              </a:spcAft>
            </a:pPr>
            <a:r>
              <a:rPr sz="1250" b="1" i="0" dirty="0">
                <a:solidFill>
                  <a:srgbClr val="FCAF17"/>
                </a:solidFill>
                <a:latin typeface="Calibri"/>
              </a:rPr>
              <a:t>⚡ Default to UNION ALL unless you truly need duplicates removed — free performance!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COALESCE vs ISNULL – Replacing NULLs</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18</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Rounded Rectangle 14"/>
          <p:cNvSpPr/>
          <p:nvPr/>
        </p:nvSpPr>
        <p:spPr>
          <a:xfrm>
            <a:off x="457200" y="1330653"/>
            <a:ext cx="5394960" cy="196596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66DBBD"/>
                </a:solidFill>
                <a:latin typeface="Courier New"/>
              </a:rPr>
              <a:t>-- ISNULL(value, replacement)  [SQL Server]</a:t>
            </a:r>
          </a:p>
          <a:p>
            <a:pPr algn="l">
              <a:spcAft>
                <a:spcPts val="200"/>
              </a:spcAft>
            </a:pPr>
            <a:r>
              <a:rPr sz="1150" b="0" i="0">
                <a:solidFill>
                  <a:srgbClr val="FFFFFF"/>
                </a:solidFill>
                <a:latin typeface="Courier New"/>
              </a:rPr>
              <a:t>SELECT Name,</a:t>
            </a:r>
          </a:p>
          <a:p>
            <a:pPr algn="l">
              <a:spcAft>
                <a:spcPts val="200"/>
              </a:spcAft>
            </a:pPr>
            <a:r>
              <a:rPr sz="1150" b="0" i="0">
                <a:solidFill>
                  <a:srgbClr val="FFFFFF"/>
                </a:solidFill>
                <a:latin typeface="Courier New"/>
              </a:rPr>
              <a:t>       ISNULL(Phone, 'No Phone') AS Contact</a:t>
            </a:r>
          </a:p>
          <a:p>
            <a:pPr algn="l">
              <a:spcAft>
                <a:spcPts val="200"/>
              </a:spcAft>
            </a:pPr>
            <a:r>
              <a:rPr sz="1150" b="0" i="0">
                <a:solidFill>
                  <a:srgbClr val="FFFFFF"/>
                </a:solidFill>
                <a:latin typeface="Courier New"/>
              </a:rPr>
              <a:t>FROM   Employees;</a:t>
            </a:r>
          </a:p>
          <a:p>
            <a:pPr algn="l">
              <a:spcAft>
                <a:spcPts val="200"/>
              </a:spcAft>
            </a:pPr>
            <a:endParaRPr sz="1150" b="0" i="0">
              <a:solidFill>
                <a:srgbClr val="FFFFFF"/>
              </a:solidFill>
              <a:latin typeface="Courier New"/>
            </a:endParaRPr>
          </a:p>
          <a:p>
            <a:pPr algn="l">
              <a:spcAft>
                <a:spcPts val="200"/>
              </a:spcAft>
            </a:pPr>
            <a:r>
              <a:rPr sz="1150" b="0" i="0">
                <a:solidFill>
                  <a:srgbClr val="66DBBD"/>
                </a:solidFill>
                <a:latin typeface="Courier New"/>
              </a:rPr>
              <a:t>-- Sneha's NULL phone becomes:</a:t>
            </a:r>
          </a:p>
          <a:p>
            <a:pPr algn="l">
              <a:spcAft>
                <a:spcPts val="200"/>
              </a:spcAft>
            </a:pPr>
            <a:r>
              <a:rPr sz="1150" b="0" i="0">
                <a:solidFill>
                  <a:srgbClr val="FCAF17"/>
                </a:solidFill>
                <a:latin typeface="Courier New"/>
              </a:rPr>
              <a:t>&gt;&gt; Sneha | No Phone</a:t>
            </a:r>
          </a:p>
        </p:txBody>
      </p:sp>
      <p:sp>
        <p:nvSpPr>
          <p:cNvPr id="16" name="Rounded Rectangle 15"/>
          <p:cNvSpPr/>
          <p:nvPr/>
        </p:nvSpPr>
        <p:spPr>
          <a:xfrm>
            <a:off x="5852160" y="1357079"/>
            <a:ext cx="5394960" cy="196596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dirty="0">
                <a:solidFill>
                  <a:srgbClr val="66DBBD"/>
                </a:solidFill>
                <a:latin typeface="Courier New"/>
              </a:rPr>
              <a:t>-- COALESCE(v1, v2, ..., </a:t>
            </a:r>
            <a:r>
              <a:rPr sz="1150" b="0" i="0" dirty="0" err="1">
                <a:solidFill>
                  <a:srgbClr val="66DBBD"/>
                </a:solidFill>
                <a:latin typeface="Courier New"/>
              </a:rPr>
              <a:t>vN</a:t>
            </a:r>
            <a:r>
              <a:rPr sz="1150" b="0" i="0" dirty="0">
                <a:solidFill>
                  <a:srgbClr val="66DBBD"/>
                </a:solidFill>
                <a:latin typeface="Courier New"/>
              </a:rPr>
              <a:t>) → first NOT NULL</a:t>
            </a:r>
          </a:p>
          <a:p>
            <a:pPr algn="l">
              <a:spcAft>
                <a:spcPts val="200"/>
              </a:spcAft>
            </a:pPr>
            <a:r>
              <a:rPr sz="1150" b="0" i="0" dirty="0">
                <a:solidFill>
                  <a:srgbClr val="FFFFFF"/>
                </a:solidFill>
                <a:latin typeface="Courier New"/>
              </a:rPr>
              <a:t>SELECT Name,</a:t>
            </a:r>
          </a:p>
          <a:p>
            <a:pPr algn="l">
              <a:spcAft>
                <a:spcPts val="200"/>
              </a:spcAft>
            </a:pPr>
            <a:r>
              <a:rPr sz="1150" b="0" i="0" dirty="0">
                <a:solidFill>
                  <a:srgbClr val="FFFFFF"/>
                </a:solidFill>
                <a:latin typeface="Courier New"/>
              </a:rPr>
              <a:t>       COALESCE(Mobile, </a:t>
            </a:r>
            <a:r>
              <a:rPr sz="1150" b="0" i="0" dirty="0" err="1">
                <a:solidFill>
                  <a:srgbClr val="FFFFFF"/>
                </a:solidFill>
                <a:latin typeface="Courier New"/>
              </a:rPr>
              <a:t>HomePhone</a:t>
            </a:r>
            <a:r>
              <a:rPr sz="1150" b="0" i="0" dirty="0">
                <a:solidFill>
                  <a:srgbClr val="FFFFFF"/>
                </a:solidFill>
                <a:latin typeface="Courier New"/>
              </a:rPr>
              <a:t>,</a:t>
            </a:r>
          </a:p>
          <a:p>
            <a:pPr algn="l">
              <a:spcAft>
                <a:spcPts val="200"/>
              </a:spcAft>
            </a:pPr>
            <a:r>
              <a:rPr sz="1150" b="0" i="0" dirty="0">
                <a:solidFill>
                  <a:srgbClr val="FFFFFF"/>
                </a:solidFill>
                <a:latin typeface="Courier New"/>
              </a:rPr>
              <a:t>                'No Contact') AS Reach</a:t>
            </a:r>
          </a:p>
          <a:p>
            <a:pPr algn="l">
              <a:spcAft>
                <a:spcPts val="200"/>
              </a:spcAft>
            </a:pPr>
            <a:r>
              <a:rPr sz="1150" b="0" i="0" dirty="0">
                <a:solidFill>
                  <a:srgbClr val="FFFFFF"/>
                </a:solidFill>
                <a:latin typeface="Courier New"/>
              </a:rPr>
              <a:t>FROM   Employees;</a:t>
            </a:r>
          </a:p>
          <a:p>
            <a:pPr algn="l">
              <a:spcAft>
                <a:spcPts val="200"/>
              </a:spcAft>
            </a:pPr>
            <a:endParaRPr sz="1150" b="0" i="0" dirty="0">
              <a:solidFill>
                <a:srgbClr val="FFFFFF"/>
              </a:solidFill>
              <a:latin typeface="Courier New"/>
            </a:endParaRPr>
          </a:p>
          <a:p>
            <a:pPr algn="l">
              <a:spcAft>
                <a:spcPts val="200"/>
              </a:spcAft>
            </a:pPr>
            <a:r>
              <a:rPr sz="1150" b="0" i="0" dirty="0">
                <a:solidFill>
                  <a:srgbClr val="FCAF17"/>
                </a:solidFill>
                <a:latin typeface="Courier New"/>
              </a:rPr>
              <a:t>&gt;&gt; tries Mobile → </a:t>
            </a:r>
            <a:r>
              <a:rPr sz="1150" b="0" i="0" dirty="0" err="1">
                <a:solidFill>
                  <a:srgbClr val="FCAF17"/>
                </a:solidFill>
                <a:latin typeface="Courier New"/>
              </a:rPr>
              <a:t>HomePhone</a:t>
            </a:r>
            <a:r>
              <a:rPr sz="1150" b="0" i="0" dirty="0">
                <a:solidFill>
                  <a:srgbClr val="FCAF17"/>
                </a:solidFill>
                <a:latin typeface="Courier New"/>
              </a:rPr>
              <a:t> → default</a:t>
            </a:r>
          </a:p>
        </p:txBody>
      </p:sp>
      <p:graphicFrame>
        <p:nvGraphicFramePr>
          <p:cNvPr id="17" name="Table 16"/>
          <p:cNvGraphicFramePr>
            <a:graphicFrameLocks noGrp="1"/>
          </p:cNvGraphicFramePr>
          <p:nvPr/>
        </p:nvGraphicFramePr>
        <p:xfrm>
          <a:off x="457200" y="3291840"/>
          <a:ext cx="10881360" cy="1847088"/>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292608">
                <a:tc>
                  <a:txBody>
                    <a:bodyPr/>
                    <a:lstStyle/>
                    <a:p>
                      <a:endParaRPr/>
                    </a:p>
                  </a:txBody>
                  <a:tcPr marL="64008" marR="45720" marT="18288" marB="18288" anchor="ctr">
                    <a:solidFill>
                      <a:srgbClr val="00446A"/>
                    </a:solidFill>
                  </a:tcPr>
                </a:tc>
                <a:tc>
                  <a:txBody>
                    <a:bodyPr/>
                    <a:lstStyle/>
                    <a:p>
                      <a:r>
                        <a:rPr sz="1200" b="1">
                          <a:solidFill>
                            <a:srgbClr val="FFFFFF"/>
                          </a:solidFill>
                          <a:latin typeface="Calibri"/>
                        </a:rPr>
                        <a:t>ISNULL</a:t>
                      </a:r>
                    </a:p>
                  </a:txBody>
                  <a:tcPr marL="64008" marR="45720" marT="18288" marB="18288" anchor="ctr">
                    <a:solidFill>
                      <a:srgbClr val="00446A"/>
                    </a:solidFill>
                  </a:tcPr>
                </a:tc>
                <a:tc>
                  <a:txBody>
                    <a:bodyPr/>
                    <a:lstStyle/>
                    <a:p>
                      <a:r>
                        <a:rPr sz="1200" b="1">
                          <a:solidFill>
                            <a:srgbClr val="FFFFFF"/>
                          </a:solidFill>
                          <a:latin typeface="Calibri"/>
                        </a:rPr>
                        <a:t>COALESCE</a:t>
                      </a:r>
                    </a:p>
                  </a:txBody>
                  <a:tcPr marL="64008" marR="45720" marT="18288" marB="18288" anchor="ctr">
                    <a:solidFill>
                      <a:srgbClr val="00446A"/>
                    </a:solidFill>
                  </a:tcPr>
                </a:tc>
                <a:extLst>
                  <a:ext uri="{0D108BD9-81ED-4DB2-BD59-A6C34878D82A}">
                    <a16:rowId xmlns:a16="http://schemas.microsoft.com/office/drawing/2014/main" val="10000"/>
                  </a:ext>
                </a:extLst>
              </a:tr>
              <a:tr h="384048">
                <a:tc>
                  <a:txBody>
                    <a:bodyPr/>
                    <a:lstStyle/>
                    <a:p>
                      <a:r>
                        <a:rPr sz="1200" b="0">
                          <a:solidFill>
                            <a:srgbClr val="1F2A33"/>
                          </a:solidFill>
                          <a:latin typeface="Calibri"/>
                        </a:rPr>
                        <a:t>Standard?</a:t>
                      </a:r>
                    </a:p>
                  </a:txBody>
                  <a:tcPr marL="64008" marR="45720" marT="18288" marB="18288" anchor="ctr">
                    <a:solidFill>
                      <a:srgbClr val="FFFFFF"/>
                    </a:solidFill>
                  </a:tcPr>
                </a:tc>
                <a:tc>
                  <a:txBody>
                    <a:bodyPr/>
                    <a:lstStyle/>
                    <a:p>
                      <a:r>
                        <a:rPr sz="1200" b="0">
                          <a:solidFill>
                            <a:srgbClr val="1F2A33"/>
                          </a:solidFill>
                          <a:latin typeface="Calibri"/>
                        </a:rPr>
                        <a:t>SQL Server only</a:t>
                      </a:r>
                    </a:p>
                  </a:txBody>
                  <a:tcPr marL="64008" marR="45720" marT="18288" marB="18288" anchor="ctr">
                    <a:solidFill>
                      <a:srgbClr val="FFFFFF"/>
                    </a:solidFill>
                  </a:tcPr>
                </a:tc>
                <a:tc>
                  <a:txBody>
                    <a:bodyPr/>
                    <a:lstStyle/>
                    <a:p>
                      <a:r>
                        <a:rPr sz="1200" b="0">
                          <a:solidFill>
                            <a:srgbClr val="1F2A33"/>
                          </a:solidFill>
                          <a:latin typeface="Calibri"/>
                        </a:rPr>
                        <a:t>ANSI standard — works in ALL databases ✅</a:t>
                      </a:r>
                    </a:p>
                  </a:txBody>
                  <a:tcPr marL="64008" marR="45720"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0">
                          <a:solidFill>
                            <a:srgbClr val="1F2A33"/>
                          </a:solidFill>
                          <a:latin typeface="Calibri"/>
                        </a:rPr>
                        <a:t>Arguments</a:t>
                      </a:r>
                    </a:p>
                  </a:txBody>
                  <a:tcPr marL="64008" marR="45720" marT="18288" marB="18288" anchor="ctr">
                    <a:solidFill>
                      <a:srgbClr val="F4F8FB"/>
                    </a:solidFill>
                  </a:tcPr>
                </a:tc>
                <a:tc>
                  <a:txBody>
                    <a:bodyPr/>
                    <a:lstStyle/>
                    <a:p>
                      <a:r>
                        <a:rPr sz="1200" b="0">
                          <a:solidFill>
                            <a:srgbClr val="1F2A33"/>
                          </a:solidFill>
                          <a:latin typeface="Calibri"/>
                        </a:rPr>
                        <a:t>Exactly 2</a:t>
                      </a:r>
                    </a:p>
                  </a:txBody>
                  <a:tcPr marL="64008" marR="45720" marT="18288" marB="18288" anchor="ctr">
                    <a:solidFill>
                      <a:srgbClr val="F4F8FB"/>
                    </a:solidFill>
                  </a:tcPr>
                </a:tc>
                <a:tc>
                  <a:txBody>
                    <a:bodyPr/>
                    <a:lstStyle/>
                    <a:p>
                      <a:r>
                        <a:rPr sz="1200" b="0">
                          <a:solidFill>
                            <a:srgbClr val="1F2A33"/>
                          </a:solidFill>
                          <a:latin typeface="Calibri"/>
                        </a:rPr>
                        <a:t>2 or more — returns FIRST non-NULL</a:t>
                      </a:r>
                    </a:p>
                  </a:txBody>
                  <a:tcPr marL="64008" marR="45720" marT="18288" marB="18288" anchor="ctr">
                    <a:solidFill>
                      <a:srgbClr val="F4F8FB"/>
                    </a:solidFill>
                  </a:tcPr>
                </a:tc>
                <a:extLst>
                  <a:ext uri="{0D108BD9-81ED-4DB2-BD59-A6C34878D82A}">
                    <a16:rowId xmlns:a16="http://schemas.microsoft.com/office/drawing/2014/main" val="10002"/>
                  </a:ext>
                </a:extLst>
              </a:tr>
              <a:tr h="384048">
                <a:tc>
                  <a:txBody>
                    <a:bodyPr/>
                    <a:lstStyle/>
                    <a:p>
                      <a:r>
                        <a:rPr sz="1200" b="0">
                          <a:solidFill>
                            <a:srgbClr val="1F2A33"/>
                          </a:solidFill>
                          <a:latin typeface="Calibri"/>
                        </a:rPr>
                        <a:t>Result data type</a:t>
                      </a:r>
                    </a:p>
                  </a:txBody>
                  <a:tcPr marL="64008" marR="45720" marT="18288" marB="18288" anchor="ctr">
                    <a:solidFill>
                      <a:srgbClr val="FFFFFF"/>
                    </a:solidFill>
                  </a:tcPr>
                </a:tc>
                <a:tc>
                  <a:txBody>
                    <a:bodyPr/>
                    <a:lstStyle/>
                    <a:p>
                      <a:r>
                        <a:rPr sz="1200" b="0">
                          <a:solidFill>
                            <a:srgbClr val="1F2A33"/>
                          </a:solidFill>
                          <a:latin typeface="Calibri"/>
                        </a:rPr>
                        <a:t>Takes type of 1st argument</a:t>
                      </a:r>
                    </a:p>
                  </a:txBody>
                  <a:tcPr marL="64008" marR="45720" marT="18288" marB="18288" anchor="ctr">
                    <a:solidFill>
                      <a:srgbClr val="FFFFFF"/>
                    </a:solidFill>
                  </a:tcPr>
                </a:tc>
                <a:tc>
                  <a:txBody>
                    <a:bodyPr/>
                    <a:lstStyle/>
                    <a:p>
                      <a:r>
                        <a:rPr sz="1200" b="0">
                          <a:solidFill>
                            <a:srgbClr val="1F2A33"/>
                          </a:solidFill>
                          <a:latin typeface="Calibri"/>
                        </a:rPr>
                        <a:t>Highest-precedence type among arguments</a:t>
                      </a:r>
                    </a:p>
                  </a:txBody>
                  <a:tcPr marL="64008" marR="45720" marT="18288" marB="18288" anchor="ctr">
                    <a:solidFill>
                      <a:srgbClr val="FFFFFF"/>
                    </a:solidFill>
                  </a:tcPr>
                </a:tc>
                <a:extLst>
                  <a:ext uri="{0D108BD9-81ED-4DB2-BD59-A6C34878D82A}">
                    <a16:rowId xmlns:a16="http://schemas.microsoft.com/office/drawing/2014/main" val="10003"/>
                  </a:ext>
                </a:extLst>
              </a:tr>
              <a:tr h="384048">
                <a:tc>
                  <a:txBody>
                    <a:bodyPr/>
                    <a:lstStyle/>
                    <a:p>
                      <a:r>
                        <a:rPr sz="1200" b="0">
                          <a:solidFill>
                            <a:srgbClr val="1F2A33"/>
                          </a:solidFill>
                          <a:latin typeface="Calibri"/>
                        </a:rPr>
                        <a:t>Speed</a:t>
                      </a:r>
                    </a:p>
                  </a:txBody>
                  <a:tcPr marL="64008" marR="45720" marT="18288" marB="18288" anchor="ctr">
                    <a:solidFill>
                      <a:srgbClr val="F4F8FB"/>
                    </a:solidFill>
                  </a:tcPr>
                </a:tc>
                <a:tc>
                  <a:txBody>
                    <a:bodyPr/>
                    <a:lstStyle/>
                    <a:p>
                      <a:r>
                        <a:rPr sz="1200" b="0">
                          <a:solidFill>
                            <a:srgbClr val="1F2A33"/>
                          </a:solidFill>
                          <a:latin typeface="Calibri"/>
                        </a:rPr>
                        <a:t>Marginally faster (rarely matters)</a:t>
                      </a:r>
                    </a:p>
                  </a:txBody>
                  <a:tcPr marL="64008" marR="45720" marT="18288" marB="18288" anchor="ctr">
                    <a:solidFill>
                      <a:srgbClr val="F4F8FB"/>
                    </a:solidFill>
                  </a:tcPr>
                </a:tc>
                <a:tc>
                  <a:txBody>
                    <a:bodyPr/>
                    <a:lstStyle/>
                    <a:p>
                      <a:r>
                        <a:rPr sz="1200" b="0">
                          <a:solidFill>
                            <a:srgbClr val="1F2A33"/>
                          </a:solidFill>
                          <a:latin typeface="Calibri"/>
                        </a:rPr>
                        <a:t>Practically the same</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572129" y="5310527"/>
            <a:ext cx="10881360" cy="640080"/>
          </a:xfrm>
          <a:prstGeom prst="rect">
            <a:avLst/>
          </a:prstGeom>
          <a:noFill/>
        </p:spPr>
        <p:txBody>
          <a:bodyPr wrap="square" lIns="0" tIns="0" rIns="0" bIns="0" anchor="t">
            <a:spAutoFit/>
          </a:bodyPr>
          <a:lstStyle/>
          <a:p>
            <a:pPr algn="l">
              <a:spcAft>
                <a:spcPts val="400"/>
              </a:spcAft>
            </a:pPr>
            <a:r>
              <a:rPr sz="1300" b="1" i="0" dirty="0">
                <a:solidFill>
                  <a:srgbClr val="00446A"/>
                </a:solidFill>
                <a:latin typeface="Calibri"/>
              </a:rPr>
              <a:t>💼 Real-time: </a:t>
            </a:r>
            <a:r>
              <a:rPr sz="1250" b="0" i="0" dirty="0">
                <a:solidFill>
                  <a:srgbClr val="1F2A33"/>
                </a:solidFill>
                <a:latin typeface="Calibri"/>
              </a:rPr>
              <a:t>on an invoice screen — COALESCE(</a:t>
            </a:r>
            <a:r>
              <a:rPr sz="1250" b="0" i="0" dirty="0" err="1">
                <a:solidFill>
                  <a:srgbClr val="1F2A33"/>
                </a:solidFill>
                <a:latin typeface="Calibri"/>
              </a:rPr>
              <a:t>DiscountPrice</a:t>
            </a:r>
            <a:r>
              <a:rPr sz="1250" b="0" i="0" dirty="0">
                <a:solidFill>
                  <a:srgbClr val="1F2A33"/>
                </a:solidFill>
                <a:latin typeface="Calibri"/>
              </a:rPr>
              <a:t>, </a:t>
            </a:r>
            <a:r>
              <a:rPr sz="1250" b="0" i="0" dirty="0" err="1">
                <a:solidFill>
                  <a:srgbClr val="1F2A33"/>
                </a:solidFill>
                <a:latin typeface="Calibri"/>
              </a:rPr>
              <a:t>RegularPrice</a:t>
            </a:r>
            <a:r>
              <a:rPr sz="1250" b="0" i="0" dirty="0">
                <a:solidFill>
                  <a:srgbClr val="1F2A33"/>
                </a:solidFill>
                <a:latin typeface="Calibri"/>
              </a:rPr>
              <a:t>, 0) → show discount if present, else regular price, else 0. Recommendation: prefer COALESCE — portable &amp; more flexible.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DELETE vs TRUNCATE vs DROP</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19</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519800" y="1428177"/>
            <a:ext cx="3604144" cy="731520"/>
          </a:xfrm>
          <a:prstGeom prst="roundRect">
            <a:avLst>
              <a:gd name="adj" fmla="val 12000"/>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73152" rtlCol="0" anchor="t"/>
          <a:lstStyle/>
          <a:p>
            <a:pPr algn="ctr">
              <a:spcAft>
                <a:spcPts val="300"/>
              </a:spcAft>
            </a:pPr>
            <a:r>
              <a:rPr sz="1700" b="1" i="0">
                <a:solidFill>
                  <a:srgbClr val="FFFFFF"/>
                </a:solidFill>
                <a:latin typeface="Calibri"/>
              </a:rPr>
              <a:t>DELETE</a:t>
            </a:r>
          </a:p>
          <a:p>
            <a:pPr algn="ctr">
              <a:spcAft>
                <a:spcPts val="300"/>
              </a:spcAft>
            </a:pPr>
            <a:r>
              <a:rPr sz="1050" b="0" i="0">
                <a:solidFill>
                  <a:srgbClr val="FFFFFF"/>
                </a:solidFill>
                <a:latin typeface="Calibri"/>
              </a:rPr>
              <a:t>Removes ROWS (can pick which)</a:t>
            </a:r>
          </a:p>
        </p:txBody>
      </p:sp>
      <p:sp>
        <p:nvSpPr>
          <p:cNvPr id="16" name="Rounded Rectangle 15"/>
          <p:cNvSpPr/>
          <p:nvPr/>
        </p:nvSpPr>
        <p:spPr>
          <a:xfrm>
            <a:off x="457200" y="2450664"/>
            <a:ext cx="3547872" cy="9144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00" b="0" i="0">
                <a:solidFill>
                  <a:srgbClr val="FFFFFF"/>
                </a:solidFill>
                <a:latin typeface="Courier New"/>
              </a:rPr>
              <a:t>DELETE FROM Employees</a:t>
            </a:r>
          </a:p>
          <a:p>
            <a:pPr algn="l">
              <a:spcAft>
                <a:spcPts val="200"/>
              </a:spcAft>
            </a:pPr>
            <a:r>
              <a:rPr sz="1100" b="0" i="0">
                <a:solidFill>
                  <a:srgbClr val="FFFFFF"/>
                </a:solidFill>
                <a:latin typeface="Courier New"/>
              </a:rPr>
              <a:t>WHERE DeptID = 30;</a:t>
            </a:r>
          </a:p>
        </p:txBody>
      </p:sp>
      <p:sp>
        <p:nvSpPr>
          <p:cNvPr id="17" name="Rounded Rectangle 16"/>
          <p:cNvSpPr/>
          <p:nvPr/>
        </p:nvSpPr>
        <p:spPr>
          <a:xfrm>
            <a:off x="474230" y="3372660"/>
            <a:ext cx="3547872" cy="5029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73152" rtlCol="0" anchor="ctr"/>
          <a:lstStyle/>
          <a:p>
            <a:pPr algn="ctr">
              <a:spcAft>
                <a:spcPts val="300"/>
              </a:spcAft>
            </a:pPr>
            <a:r>
              <a:rPr sz="1150" b="0" i="1">
                <a:solidFill>
                  <a:srgbClr val="1F2A33"/>
                </a:solidFill>
                <a:latin typeface="Calibri"/>
              </a:rPr>
              <a:t>🧹 Erasing some pencil lines</a:t>
            </a:r>
          </a:p>
        </p:txBody>
      </p:sp>
      <p:sp>
        <p:nvSpPr>
          <p:cNvPr id="18" name="Rounded Rectangle 17"/>
          <p:cNvSpPr/>
          <p:nvPr/>
        </p:nvSpPr>
        <p:spPr>
          <a:xfrm>
            <a:off x="4123944" y="1413641"/>
            <a:ext cx="3649714" cy="731520"/>
          </a:xfrm>
          <a:prstGeom prst="roundRect">
            <a:avLst>
              <a:gd name="adj" fmla="val 12000"/>
            </a:avLst>
          </a:prstGeom>
          <a:solidFill>
            <a:srgbClr val="FCAF1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73152" rtlCol="0" anchor="t"/>
          <a:lstStyle/>
          <a:p>
            <a:pPr algn="ctr">
              <a:spcAft>
                <a:spcPts val="300"/>
              </a:spcAft>
            </a:pPr>
            <a:r>
              <a:rPr sz="1700" b="1" i="0" dirty="0">
                <a:solidFill>
                  <a:srgbClr val="FFFFFF"/>
                </a:solidFill>
                <a:latin typeface="Calibri"/>
              </a:rPr>
              <a:t>TRUNCATE</a:t>
            </a:r>
          </a:p>
          <a:p>
            <a:pPr algn="ctr">
              <a:spcAft>
                <a:spcPts val="300"/>
              </a:spcAft>
            </a:pPr>
            <a:r>
              <a:rPr sz="1050" b="0" i="0" dirty="0">
                <a:solidFill>
                  <a:srgbClr val="FFFFFF"/>
                </a:solidFill>
                <a:latin typeface="Calibri"/>
              </a:rPr>
              <a:t>Removes ALL rows, keeps table</a:t>
            </a:r>
          </a:p>
        </p:txBody>
      </p:sp>
      <p:sp>
        <p:nvSpPr>
          <p:cNvPr id="19" name="Rounded Rectangle 18"/>
          <p:cNvSpPr/>
          <p:nvPr/>
        </p:nvSpPr>
        <p:spPr>
          <a:xfrm>
            <a:off x="4187952" y="2458260"/>
            <a:ext cx="3547872" cy="9144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00" b="0" i="0">
                <a:solidFill>
                  <a:srgbClr val="FFFFFF"/>
                </a:solidFill>
                <a:latin typeface="Courier New"/>
              </a:rPr>
              <a:t>TRUNCATE TABLE Employees;</a:t>
            </a:r>
          </a:p>
        </p:txBody>
      </p:sp>
      <p:sp>
        <p:nvSpPr>
          <p:cNvPr id="20" name="Rounded Rectangle 19"/>
          <p:cNvSpPr/>
          <p:nvPr/>
        </p:nvSpPr>
        <p:spPr>
          <a:xfrm>
            <a:off x="4123944" y="3372660"/>
            <a:ext cx="3547872" cy="5029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73152" rtlCol="0" anchor="ctr"/>
          <a:lstStyle/>
          <a:p>
            <a:pPr algn="ctr">
              <a:spcAft>
                <a:spcPts val="300"/>
              </a:spcAft>
            </a:pPr>
            <a:r>
              <a:rPr sz="1150" b="0" i="1" dirty="0">
                <a:solidFill>
                  <a:srgbClr val="1F2A33"/>
                </a:solidFill>
                <a:latin typeface="Calibri"/>
              </a:rPr>
              <a:t>📄 Tearing out the whole page</a:t>
            </a:r>
          </a:p>
        </p:txBody>
      </p:sp>
      <p:sp>
        <p:nvSpPr>
          <p:cNvPr id="21" name="Rounded Rectangle 20"/>
          <p:cNvSpPr/>
          <p:nvPr/>
        </p:nvSpPr>
        <p:spPr>
          <a:xfrm>
            <a:off x="7773658" y="1385352"/>
            <a:ext cx="3547872" cy="73152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64008" rIns="128016" bIns="73152" rtlCol="0" anchor="t"/>
          <a:lstStyle/>
          <a:p>
            <a:pPr algn="ctr">
              <a:spcAft>
                <a:spcPts val="300"/>
              </a:spcAft>
            </a:pPr>
            <a:r>
              <a:rPr sz="1700" b="1" i="0" dirty="0">
                <a:solidFill>
                  <a:srgbClr val="FFFFFF"/>
                </a:solidFill>
                <a:latin typeface="Calibri"/>
              </a:rPr>
              <a:t>DROP</a:t>
            </a:r>
          </a:p>
          <a:p>
            <a:pPr algn="ctr">
              <a:spcAft>
                <a:spcPts val="300"/>
              </a:spcAft>
            </a:pPr>
            <a:r>
              <a:rPr sz="1050" b="0" i="0" dirty="0">
                <a:solidFill>
                  <a:srgbClr val="FFFFFF"/>
                </a:solidFill>
                <a:latin typeface="Calibri"/>
              </a:rPr>
              <a:t>Removes the TABLE itself!</a:t>
            </a:r>
          </a:p>
        </p:txBody>
      </p:sp>
      <p:sp>
        <p:nvSpPr>
          <p:cNvPr id="22" name="Rounded Rectangle 21"/>
          <p:cNvSpPr/>
          <p:nvPr/>
        </p:nvSpPr>
        <p:spPr>
          <a:xfrm>
            <a:off x="7773658" y="2458260"/>
            <a:ext cx="3547872" cy="9144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00" b="0" i="0">
                <a:solidFill>
                  <a:srgbClr val="FFFFFF"/>
                </a:solidFill>
                <a:latin typeface="Courier New"/>
              </a:rPr>
              <a:t>DROP TABLE Employees;</a:t>
            </a:r>
          </a:p>
        </p:txBody>
      </p:sp>
      <p:sp>
        <p:nvSpPr>
          <p:cNvPr id="23" name="Rounded Rectangle 22"/>
          <p:cNvSpPr/>
          <p:nvPr/>
        </p:nvSpPr>
        <p:spPr>
          <a:xfrm>
            <a:off x="7773658" y="3372660"/>
            <a:ext cx="3547872" cy="50292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73152" rtlCol="0" anchor="ctr"/>
          <a:lstStyle/>
          <a:p>
            <a:pPr algn="ctr">
              <a:spcAft>
                <a:spcPts val="300"/>
              </a:spcAft>
            </a:pPr>
            <a:r>
              <a:rPr sz="1150" b="0" i="1">
                <a:solidFill>
                  <a:srgbClr val="1F2A33"/>
                </a:solidFill>
                <a:latin typeface="Calibri"/>
              </a:rPr>
              <a:t>🔥 Burning the notebook</a:t>
            </a:r>
          </a:p>
        </p:txBody>
      </p:sp>
      <p:graphicFrame>
        <p:nvGraphicFramePr>
          <p:cNvPr id="24" name="Table 23"/>
          <p:cNvGraphicFramePr>
            <a:graphicFrameLocks noGrp="1"/>
          </p:cNvGraphicFramePr>
          <p:nvPr>
            <p:extLst>
              <p:ext uri="{D42A27DB-BD31-4B8C-83A1-F6EECF244321}">
                <p14:modId xmlns:p14="http://schemas.microsoft.com/office/powerpoint/2010/main" val="3165227371"/>
              </p:ext>
            </p:extLst>
          </p:nvPr>
        </p:nvGraphicFramePr>
        <p:xfrm>
          <a:off x="457200" y="3883176"/>
          <a:ext cx="10881360" cy="1847088"/>
        </p:xfrm>
        <a:graphic>
          <a:graphicData uri="http://schemas.openxmlformats.org/drawingml/2006/table">
            <a:tbl>
              <a:tblPr>
                <a:tableStyleId>{5C22544A-7EE6-4342-B048-85BDC9FD1C3A}</a:tableStyleId>
              </a:tblPr>
              <a:tblGrid>
                <a:gridCol w="19659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292608">
                <a:tc>
                  <a:txBody>
                    <a:bodyPr/>
                    <a:lstStyle/>
                    <a:p>
                      <a:endParaRPr/>
                    </a:p>
                  </a:txBody>
                  <a:tcPr marL="64008" marR="45720" marT="18288" marB="18288" anchor="ctr">
                    <a:solidFill>
                      <a:srgbClr val="00446A"/>
                    </a:solidFill>
                  </a:tcPr>
                </a:tc>
                <a:tc>
                  <a:txBody>
                    <a:bodyPr/>
                    <a:lstStyle/>
                    <a:p>
                      <a:r>
                        <a:rPr sz="1150" b="1">
                          <a:solidFill>
                            <a:srgbClr val="FFFFFF"/>
                          </a:solidFill>
                          <a:latin typeface="Calibri"/>
                        </a:rPr>
                        <a:t>DELETE</a:t>
                      </a:r>
                    </a:p>
                  </a:txBody>
                  <a:tcPr marL="64008" marR="45720" marT="18288" marB="18288" anchor="ctr">
                    <a:solidFill>
                      <a:srgbClr val="00446A"/>
                    </a:solidFill>
                  </a:tcPr>
                </a:tc>
                <a:tc>
                  <a:txBody>
                    <a:bodyPr/>
                    <a:lstStyle/>
                    <a:p>
                      <a:r>
                        <a:rPr sz="1150" b="1">
                          <a:solidFill>
                            <a:srgbClr val="FFFFFF"/>
                          </a:solidFill>
                          <a:latin typeface="Calibri"/>
                        </a:rPr>
                        <a:t>TRUNCATE</a:t>
                      </a:r>
                    </a:p>
                  </a:txBody>
                  <a:tcPr marL="64008" marR="45720" marT="18288" marB="18288" anchor="ctr">
                    <a:solidFill>
                      <a:srgbClr val="00446A"/>
                    </a:solidFill>
                  </a:tcPr>
                </a:tc>
                <a:tc>
                  <a:txBody>
                    <a:bodyPr/>
                    <a:lstStyle/>
                    <a:p>
                      <a:r>
                        <a:rPr sz="1150" b="1">
                          <a:solidFill>
                            <a:srgbClr val="FFFFFF"/>
                          </a:solidFill>
                          <a:latin typeface="Calibri"/>
                        </a:rPr>
                        <a:t>DROP</a:t>
                      </a:r>
                    </a:p>
                  </a:txBody>
                  <a:tcPr marL="64008" marR="45720" marT="18288" marB="18288" anchor="ctr">
                    <a:solidFill>
                      <a:srgbClr val="00446A"/>
                    </a:solidFill>
                  </a:tcPr>
                </a:tc>
                <a:extLst>
                  <a:ext uri="{0D108BD9-81ED-4DB2-BD59-A6C34878D82A}">
                    <a16:rowId xmlns:a16="http://schemas.microsoft.com/office/drawing/2014/main" val="10000"/>
                  </a:ext>
                </a:extLst>
              </a:tr>
              <a:tr h="384048">
                <a:tc>
                  <a:txBody>
                    <a:bodyPr/>
                    <a:lstStyle/>
                    <a:p>
                      <a:r>
                        <a:rPr sz="1150" b="0">
                          <a:solidFill>
                            <a:srgbClr val="1F2A33"/>
                          </a:solidFill>
                          <a:latin typeface="Calibri"/>
                        </a:rPr>
                        <a:t>Type / WHERE?</a:t>
                      </a:r>
                    </a:p>
                  </a:txBody>
                  <a:tcPr marL="64008" marR="45720" marT="18288" marB="18288" anchor="ctr">
                    <a:solidFill>
                      <a:srgbClr val="FFFFFF"/>
                    </a:solidFill>
                  </a:tcPr>
                </a:tc>
                <a:tc>
                  <a:txBody>
                    <a:bodyPr/>
                    <a:lstStyle/>
                    <a:p>
                      <a:r>
                        <a:rPr sz="1150" b="0">
                          <a:solidFill>
                            <a:srgbClr val="1F2A33"/>
                          </a:solidFill>
                          <a:latin typeface="Calibri"/>
                        </a:rPr>
                        <a:t>DML — WHERE allowed ✅</a:t>
                      </a:r>
                    </a:p>
                  </a:txBody>
                  <a:tcPr marL="64008" marR="45720" marT="18288" marB="18288" anchor="ctr">
                    <a:solidFill>
                      <a:srgbClr val="FFFFFF"/>
                    </a:solidFill>
                  </a:tcPr>
                </a:tc>
                <a:tc>
                  <a:txBody>
                    <a:bodyPr/>
                    <a:lstStyle/>
                    <a:p>
                      <a:r>
                        <a:rPr sz="1150" b="0">
                          <a:solidFill>
                            <a:srgbClr val="1F2A33"/>
                          </a:solidFill>
                          <a:latin typeface="Calibri"/>
                        </a:rPr>
                        <a:t>DDL — no WHERE, all rows</a:t>
                      </a:r>
                    </a:p>
                  </a:txBody>
                  <a:tcPr marL="64008" marR="45720" marT="18288" marB="18288" anchor="ctr">
                    <a:solidFill>
                      <a:srgbClr val="FFFFFF"/>
                    </a:solidFill>
                  </a:tcPr>
                </a:tc>
                <a:tc>
                  <a:txBody>
                    <a:bodyPr/>
                    <a:lstStyle/>
                    <a:p>
                      <a:r>
                        <a:rPr sz="1150" b="0">
                          <a:solidFill>
                            <a:srgbClr val="1F2A33"/>
                          </a:solidFill>
                          <a:latin typeface="Calibri"/>
                        </a:rPr>
                        <a:t>DDL — no WHERE</a:t>
                      </a:r>
                    </a:p>
                  </a:txBody>
                  <a:tcPr marL="64008" marR="45720" marT="18288" marB="18288" anchor="ctr">
                    <a:solidFill>
                      <a:srgbClr val="FFFFFF"/>
                    </a:solidFill>
                  </a:tcPr>
                </a:tc>
                <a:extLst>
                  <a:ext uri="{0D108BD9-81ED-4DB2-BD59-A6C34878D82A}">
                    <a16:rowId xmlns:a16="http://schemas.microsoft.com/office/drawing/2014/main" val="10001"/>
                  </a:ext>
                </a:extLst>
              </a:tr>
              <a:tr h="384048">
                <a:tc>
                  <a:txBody>
                    <a:bodyPr/>
                    <a:lstStyle/>
                    <a:p>
                      <a:r>
                        <a:rPr sz="1150" b="0">
                          <a:solidFill>
                            <a:srgbClr val="1F2A33"/>
                          </a:solidFill>
                          <a:latin typeface="Calibri"/>
                        </a:rPr>
                        <a:t>Structure after</a:t>
                      </a:r>
                    </a:p>
                  </a:txBody>
                  <a:tcPr marL="64008" marR="45720" marT="18288" marB="18288" anchor="ctr">
                    <a:solidFill>
                      <a:srgbClr val="F4F8FB"/>
                    </a:solidFill>
                  </a:tcPr>
                </a:tc>
                <a:tc>
                  <a:txBody>
                    <a:bodyPr/>
                    <a:lstStyle/>
                    <a:p>
                      <a:r>
                        <a:rPr sz="1150" b="0">
                          <a:solidFill>
                            <a:srgbClr val="1F2A33"/>
                          </a:solidFill>
                          <a:latin typeface="Calibri"/>
                        </a:rPr>
                        <a:t>Table stays</a:t>
                      </a:r>
                    </a:p>
                  </a:txBody>
                  <a:tcPr marL="64008" marR="45720" marT="18288" marB="18288" anchor="ctr">
                    <a:solidFill>
                      <a:srgbClr val="F4F8FB"/>
                    </a:solidFill>
                  </a:tcPr>
                </a:tc>
                <a:tc>
                  <a:txBody>
                    <a:bodyPr/>
                    <a:lstStyle/>
                    <a:p>
                      <a:r>
                        <a:rPr sz="1150" b="0">
                          <a:solidFill>
                            <a:srgbClr val="1F2A33"/>
                          </a:solidFill>
                          <a:latin typeface="Calibri"/>
                        </a:rPr>
                        <a:t>Table stays (empty)</a:t>
                      </a:r>
                    </a:p>
                  </a:txBody>
                  <a:tcPr marL="64008" marR="45720" marT="18288" marB="18288" anchor="ctr">
                    <a:solidFill>
                      <a:srgbClr val="F4F8FB"/>
                    </a:solidFill>
                  </a:tcPr>
                </a:tc>
                <a:tc>
                  <a:txBody>
                    <a:bodyPr/>
                    <a:lstStyle/>
                    <a:p>
                      <a:r>
                        <a:rPr sz="1150" b="0">
                          <a:solidFill>
                            <a:srgbClr val="1F2A33"/>
                          </a:solidFill>
                          <a:latin typeface="Calibri"/>
                        </a:rPr>
                        <a:t>Table GONE ❌</a:t>
                      </a:r>
                    </a:p>
                  </a:txBody>
                  <a:tcPr marL="64008" marR="45720" marT="18288" marB="18288" anchor="ctr">
                    <a:solidFill>
                      <a:srgbClr val="F4F8FB"/>
                    </a:solidFill>
                  </a:tcPr>
                </a:tc>
                <a:extLst>
                  <a:ext uri="{0D108BD9-81ED-4DB2-BD59-A6C34878D82A}">
                    <a16:rowId xmlns:a16="http://schemas.microsoft.com/office/drawing/2014/main" val="10002"/>
                  </a:ext>
                </a:extLst>
              </a:tr>
              <a:tr h="384048">
                <a:tc>
                  <a:txBody>
                    <a:bodyPr/>
                    <a:lstStyle/>
                    <a:p>
                      <a:r>
                        <a:rPr sz="1150" b="0">
                          <a:solidFill>
                            <a:srgbClr val="1F2A33"/>
                          </a:solidFill>
                          <a:latin typeface="Calibri"/>
                        </a:rPr>
                        <a:t>Rollback?</a:t>
                      </a:r>
                    </a:p>
                  </a:txBody>
                  <a:tcPr marL="64008" marR="45720" marT="18288" marB="18288" anchor="ctr">
                    <a:solidFill>
                      <a:srgbClr val="FFFFFF"/>
                    </a:solidFill>
                  </a:tcPr>
                </a:tc>
                <a:tc>
                  <a:txBody>
                    <a:bodyPr/>
                    <a:lstStyle/>
                    <a:p>
                      <a:r>
                        <a:rPr sz="1150" b="0">
                          <a:solidFill>
                            <a:srgbClr val="1F2A33"/>
                          </a:solidFill>
                          <a:latin typeface="Calibri"/>
                        </a:rPr>
                        <a:t>✅ Yes (logs each row)</a:t>
                      </a:r>
                    </a:p>
                  </a:txBody>
                  <a:tcPr marL="64008" marR="45720" marT="18288" marB="18288" anchor="ctr">
                    <a:solidFill>
                      <a:srgbClr val="FFFFFF"/>
                    </a:solidFill>
                  </a:tcPr>
                </a:tc>
                <a:tc>
                  <a:txBody>
                    <a:bodyPr/>
                    <a:lstStyle/>
                    <a:p>
                      <a:r>
                        <a:rPr sz="1150" b="0">
                          <a:solidFill>
                            <a:srgbClr val="1F2A33"/>
                          </a:solidFill>
                          <a:latin typeface="Calibri"/>
                        </a:rPr>
                        <a:t>⚠️ Only inside a transaction</a:t>
                      </a:r>
                    </a:p>
                  </a:txBody>
                  <a:tcPr marL="64008" marR="45720" marT="18288" marB="18288" anchor="ctr">
                    <a:solidFill>
                      <a:srgbClr val="FFFFFF"/>
                    </a:solidFill>
                  </a:tcPr>
                </a:tc>
                <a:tc>
                  <a:txBody>
                    <a:bodyPr/>
                    <a:lstStyle/>
                    <a:p>
                      <a:r>
                        <a:rPr sz="1150" b="0">
                          <a:solidFill>
                            <a:srgbClr val="1F2A33"/>
                          </a:solidFill>
                          <a:latin typeface="Calibri"/>
                        </a:rPr>
                        <a:t>⚠️ Only inside a transaction</a:t>
                      </a:r>
                    </a:p>
                  </a:txBody>
                  <a:tcPr marL="64008" marR="45720" marT="18288" marB="18288" anchor="ctr">
                    <a:solidFill>
                      <a:srgbClr val="FFFFFF"/>
                    </a:solidFill>
                  </a:tcPr>
                </a:tc>
                <a:extLst>
                  <a:ext uri="{0D108BD9-81ED-4DB2-BD59-A6C34878D82A}">
                    <a16:rowId xmlns:a16="http://schemas.microsoft.com/office/drawing/2014/main" val="10003"/>
                  </a:ext>
                </a:extLst>
              </a:tr>
              <a:tr h="384048">
                <a:tc>
                  <a:txBody>
                    <a:bodyPr/>
                    <a:lstStyle/>
                    <a:p>
                      <a:r>
                        <a:rPr sz="1150" b="0">
                          <a:solidFill>
                            <a:srgbClr val="1F2A33"/>
                          </a:solidFill>
                          <a:latin typeface="Calibri"/>
                        </a:rPr>
                        <a:t>Speed / Identity</a:t>
                      </a:r>
                    </a:p>
                  </a:txBody>
                  <a:tcPr marL="64008" marR="45720" marT="18288" marB="18288" anchor="ctr">
                    <a:solidFill>
                      <a:srgbClr val="F4F8FB"/>
                    </a:solidFill>
                  </a:tcPr>
                </a:tc>
                <a:tc>
                  <a:txBody>
                    <a:bodyPr/>
                    <a:lstStyle/>
                    <a:p>
                      <a:r>
                        <a:rPr sz="1150" b="0">
                          <a:solidFill>
                            <a:srgbClr val="1F2A33"/>
                          </a:solidFill>
                          <a:latin typeface="Calibri"/>
                        </a:rPr>
                        <a:t>Slow on big tables; identity continues</a:t>
                      </a:r>
                    </a:p>
                  </a:txBody>
                  <a:tcPr marL="64008" marR="45720" marT="18288" marB="18288" anchor="ctr">
                    <a:solidFill>
                      <a:srgbClr val="F4F8FB"/>
                    </a:solidFill>
                  </a:tcPr>
                </a:tc>
                <a:tc>
                  <a:txBody>
                    <a:bodyPr/>
                    <a:lstStyle/>
                    <a:p>
                      <a:r>
                        <a:rPr sz="1150" b="0">
                          <a:solidFill>
                            <a:srgbClr val="1F2A33"/>
                          </a:solidFill>
                          <a:latin typeface="Calibri"/>
                        </a:rPr>
                        <a:t>Very fast; identity RESETS to seed</a:t>
                      </a:r>
                    </a:p>
                  </a:txBody>
                  <a:tcPr marL="64008" marR="45720" marT="18288" marB="18288" anchor="ctr">
                    <a:solidFill>
                      <a:srgbClr val="F4F8FB"/>
                    </a:solidFill>
                  </a:tcPr>
                </a:tc>
                <a:tc>
                  <a:txBody>
                    <a:bodyPr/>
                    <a:lstStyle/>
                    <a:p>
                      <a:r>
                        <a:rPr sz="1150" b="0" dirty="0">
                          <a:solidFill>
                            <a:srgbClr val="1F2A33"/>
                          </a:solidFill>
                          <a:latin typeface="Calibri"/>
                        </a:rPr>
                        <a:t>Instant; everything gone</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ROW_NUMBER vs RANK vs DENSE_RANK</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20</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Rounded Rectangle 14"/>
          <p:cNvSpPr/>
          <p:nvPr/>
        </p:nvSpPr>
        <p:spPr>
          <a:xfrm>
            <a:off x="457200" y="1371600"/>
            <a:ext cx="5852160" cy="16916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00" b="0" i="0">
                <a:solidFill>
                  <a:srgbClr val="FFFFFF"/>
                </a:solidFill>
                <a:latin typeface="Courier New"/>
              </a:rPr>
              <a:t>SELECT Name, Salary,</a:t>
            </a:r>
          </a:p>
          <a:p>
            <a:pPr algn="l">
              <a:spcAft>
                <a:spcPts val="200"/>
              </a:spcAft>
            </a:pPr>
            <a:r>
              <a:rPr sz="1100" b="0" i="0">
                <a:solidFill>
                  <a:srgbClr val="FFFFFF"/>
                </a:solidFill>
                <a:latin typeface="Courier New"/>
              </a:rPr>
              <a:t>  ROW_NUMBER() OVER(ORDER BY Salary DESC) AS RowNo,</a:t>
            </a:r>
          </a:p>
          <a:p>
            <a:pPr algn="l">
              <a:spcAft>
                <a:spcPts val="200"/>
              </a:spcAft>
            </a:pPr>
            <a:r>
              <a:rPr sz="1100" b="0" i="0">
                <a:solidFill>
                  <a:srgbClr val="FFFFFF"/>
                </a:solidFill>
                <a:latin typeface="Courier New"/>
              </a:rPr>
              <a:t>  RANK()       OVER(ORDER BY Salary DESC) AS Rnk,</a:t>
            </a:r>
          </a:p>
          <a:p>
            <a:pPr algn="l">
              <a:spcAft>
                <a:spcPts val="200"/>
              </a:spcAft>
            </a:pPr>
            <a:r>
              <a:rPr sz="1100" b="0" i="0">
                <a:solidFill>
                  <a:srgbClr val="FFFFFF"/>
                </a:solidFill>
                <a:latin typeface="Courier New"/>
              </a:rPr>
              <a:t>  DENSE_RANK() OVER(ORDER BY Salary DESC) AS DRnk</a:t>
            </a:r>
          </a:p>
          <a:p>
            <a:pPr algn="l">
              <a:spcAft>
                <a:spcPts val="200"/>
              </a:spcAft>
            </a:pPr>
            <a:r>
              <a:rPr sz="1100" b="0" i="0">
                <a:solidFill>
                  <a:srgbClr val="FFFFFF"/>
                </a:solidFill>
                <a:latin typeface="Courier New"/>
              </a:rPr>
              <a:t>FROM Employees;</a:t>
            </a:r>
          </a:p>
        </p:txBody>
      </p:sp>
      <p:sp>
        <p:nvSpPr>
          <p:cNvPr id="16" name="Rounded Rectangle 15"/>
          <p:cNvSpPr/>
          <p:nvPr/>
        </p:nvSpPr>
        <p:spPr>
          <a:xfrm>
            <a:off x="6309360" y="1357079"/>
            <a:ext cx="4846320" cy="16916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300" b="1" i="0" dirty="0">
                <a:solidFill>
                  <a:srgbClr val="00446A"/>
                </a:solidFill>
                <a:latin typeface="Calibri"/>
              </a:rPr>
              <a:t>Window functions:</a:t>
            </a:r>
            <a:r>
              <a:rPr sz="1200" b="0" i="0" dirty="0">
                <a:solidFill>
                  <a:srgbClr val="1F2A33"/>
                </a:solidFill>
                <a:latin typeface="Calibri"/>
              </a:rPr>
              <a:t> rank every row without collapsing them (unlike GROUP BY).</a:t>
            </a:r>
          </a:p>
          <a:p>
            <a:pPr algn="l">
              <a:spcAft>
                <a:spcPts val="300"/>
              </a:spcAft>
            </a:pPr>
            <a:r>
              <a:rPr sz="1200" b="1" i="0" dirty="0">
                <a:solidFill>
                  <a:srgbClr val="003051"/>
                </a:solidFill>
                <a:latin typeface="Courier New"/>
              </a:rPr>
              <a:t>OVER(ORDER BY ...) </a:t>
            </a:r>
            <a:r>
              <a:rPr sz="1200" b="0" i="0" dirty="0">
                <a:solidFill>
                  <a:srgbClr val="1F2A33"/>
                </a:solidFill>
                <a:latin typeface="Calibri"/>
              </a:rPr>
              <a:t>defines the ranking order. Add PARTITION BY dept for per-group ranking.</a:t>
            </a:r>
          </a:p>
        </p:txBody>
      </p:sp>
      <p:sp>
        <p:nvSpPr>
          <p:cNvPr id="17" name="Oval 16"/>
          <p:cNvSpPr/>
          <p:nvPr/>
        </p:nvSpPr>
        <p:spPr>
          <a:xfrm>
            <a:off x="457200" y="299923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582" y="3048719"/>
            <a:ext cx="5029200" cy="320040"/>
          </a:xfrm>
          <a:prstGeom prst="rect">
            <a:avLst/>
          </a:prstGeom>
          <a:noFill/>
        </p:spPr>
        <p:txBody>
          <a:bodyPr wrap="square" lIns="0" tIns="0" rIns="0" bIns="0" anchor="t">
            <a:spAutoFit/>
          </a:bodyPr>
          <a:lstStyle/>
          <a:p>
            <a:pPr algn="l">
              <a:spcAft>
                <a:spcPts val="400"/>
              </a:spcAft>
            </a:pPr>
            <a:r>
              <a:rPr sz="1500" b="1" i="0" dirty="0">
                <a:solidFill>
                  <a:srgbClr val="00446A"/>
                </a:solidFill>
                <a:latin typeface="Calibri"/>
              </a:rPr>
              <a:t>Watch the TIE (Priya &amp; Arun both earn 65,000)</a:t>
            </a:r>
          </a:p>
        </p:txBody>
      </p:sp>
      <p:graphicFrame>
        <p:nvGraphicFramePr>
          <p:cNvPr id="19" name="Table 18"/>
          <p:cNvGraphicFramePr>
            <a:graphicFrameLocks noGrp="1"/>
          </p:cNvGraphicFramePr>
          <p:nvPr/>
        </p:nvGraphicFramePr>
        <p:xfrm>
          <a:off x="457200" y="3337560"/>
          <a:ext cx="7498080" cy="1755648"/>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292608">
                <a:tc>
                  <a:txBody>
                    <a:bodyPr/>
                    <a:lstStyle/>
                    <a:p>
                      <a:r>
                        <a:rPr sz="1150" b="1">
                          <a:solidFill>
                            <a:srgbClr val="FFFFFF"/>
                          </a:solidFill>
                          <a:latin typeface="Calibri"/>
                        </a:rPr>
                        <a:t>Name</a:t>
                      </a:r>
                    </a:p>
                  </a:txBody>
                  <a:tcPr marL="64008" marR="45720" marT="18288" marB="18288" anchor="ctr">
                    <a:solidFill>
                      <a:srgbClr val="00446A"/>
                    </a:solidFill>
                  </a:tcPr>
                </a:tc>
                <a:tc>
                  <a:txBody>
                    <a:bodyPr/>
                    <a:lstStyle/>
                    <a:p>
                      <a:r>
                        <a:rPr sz="1150" b="1">
                          <a:solidFill>
                            <a:srgbClr val="FFFFFF"/>
                          </a:solidFill>
                          <a:latin typeface="Calibri"/>
                        </a:rPr>
                        <a:t>Salary</a:t>
                      </a:r>
                    </a:p>
                  </a:txBody>
                  <a:tcPr marL="64008" marR="45720" marT="18288" marB="18288" anchor="ctr">
                    <a:solidFill>
                      <a:srgbClr val="00446A"/>
                    </a:solidFill>
                  </a:tcPr>
                </a:tc>
                <a:tc>
                  <a:txBody>
                    <a:bodyPr/>
                    <a:lstStyle/>
                    <a:p>
                      <a:r>
                        <a:rPr sz="1150" b="1">
                          <a:solidFill>
                            <a:srgbClr val="FFFFFF"/>
                          </a:solidFill>
                          <a:latin typeface="Calibri"/>
                        </a:rPr>
                        <a:t>ROW_NUMBER</a:t>
                      </a:r>
                    </a:p>
                  </a:txBody>
                  <a:tcPr marL="64008" marR="45720" marT="18288" marB="18288" anchor="ctr">
                    <a:solidFill>
                      <a:srgbClr val="00446A"/>
                    </a:solidFill>
                  </a:tcPr>
                </a:tc>
                <a:tc>
                  <a:txBody>
                    <a:bodyPr/>
                    <a:lstStyle/>
                    <a:p>
                      <a:r>
                        <a:rPr sz="1150" b="1">
                          <a:solidFill>
                            <a:srgbClr val="FFFFFF"/>
                          </a:solidFill>
                          <a:latin typeface="Calibri"/>
                        </a:rPr>
                        <a:t>RANK</a:t>
                      </a:r>
                    </a:p>
                  </a:txBody>
                  <a:tcPr marL="64008" marR="45720" marT="18288" marB="18288" anchor="ctr">
                    <a:solidFill>
                      <a:srgbClr val="00446A"/>
                    </a:solidFill>
                  </a:tcPr>
                </a:tc>
                <a:tc>
                  <a:txBody>
                    <a:bodyPr/>
                    <a:lstStyle/>
                    <a:p>
                      <a:r>
                        <a:rPr sz="1150" b="1">
                          <a:solidFill>
                            <a:srgbClr val="FFFFFF"/>
                          </a:solidFill>
                          <a:latin typeface="Calibri"/>
                        </a:rPr>
                        <a:t>DENSE_RANK</a:t>
                      </a:r>
                    </a:p>
                  </a:txBody>
                  <a:tcPr marL="64008" marR="45720" marT="18288" marB="18288" anchor="ctr">
                    <a:solidFill>
                      <a:srgbClr val="00446A"/>
                    </a:solidFill>
                  </a:tcPr>
                </a:tc>
                <a:extLst>
                  <a:ext uri="{0D108BD9-81ED-4DB2-BD59-A6C34878D82A}">
                    <a16:rowId xmlns:a16="http://schemas.microsoft.com/office/drawing/2014/main" val="10000"/>
                  </a:ext>
                </a:extLst>
              </a:tr>
              <a:tr h="365760">
                <a:tc>
                  <a:txBody>
                    <a:bodyPr/>
                    <a:lstStyle/>
                    <a:p>
                      <a:r>
                        <a:rPr sz="1150" b="0">
                          <a:solidFill>
                            <a:srgbClr val="1F2A33"/>
                          </a:solidFill>
                          <a:latin typeface="Calibri"/>
                        </a:rPr>
                        <a:t>Sneha</a:t>
                      </a:r>
                    </a:p>
                  </a:txBody>
                  <a:tcPr marL="64008" marR="45720" marT="18288" marB="18288" anchor="ctr">
                    <a:solidFill>
                      <a:srgbClr val="FFFFFF"/>
                    </a:solidFill>
                  </a:tcPr>
                </a:tc>
                <a:tc>
                  <a:txBody>
                    <a:bodyPr/>
                    <a:lstStyle/>
                    <a:p>
                      <a:r>
                        <a:rPr sz="1150" b="0">
                          <a:solidFill>
                            <a:srgbClr val="1F2A33"/>
                          </a:solidFill>
                          <a:latin typeface="Calibri"/>
                        </a:rPr>
                        <a:t>70,000</a:t>
                      </a:r>
                    </a:p>
                  </a:txBody>
                  <a:tcPr marL="64008" marR="45720" marT="18288" marB="18288" anchor="ctr">
                    <a:solidFill>
                      <a:srgbClr val="FFFFFF"/>
                    </a:solidFill>
                  </a:tcPr>
                </a:tc>
                <a:tc>
                  <a:txBody>
                    <a:bodyPr/>
                    <a:lstStyle/>
                    <a:p>
                      <a:r>
                        <a:rPr sz="1150" b="0">
                          <a:solidFill>
                            <a:srgbClr val="1F2A33"/>
                          </a:solidFill>
                          <a:latin typeface="Calibri"/>
                        </a:rPr>
                        <a:t>1</a:t>
                      </a:r>
                    </a:p>
                  </a:txBody>
                  <a:tcPr marL="64008" marR="45720" marT="18288" marB="18288" anchor="ctr">
                    <a:solidFill>
                      <a:srgbClr val="FFFFFF"/>
                    </a:solidFill>
                  </a:tcPr>
                </a:tc>
                <a:tc>
                  <a:txBody>
                    <a:bodyPr/>
                    <a:lstStyle/>
                    <a:p>
                      <a:r>
                        <a:rPr sz="1150" b="0" dirty="0">
                          <a:solidFill>
                            <a:srgbClr val="1F2A33"/>
                          </a:solidFill>
                          <a:latin typeface="Calibri"/>
                        </a:rPr>
                        <a:t>1</a:t>
                      </a:r>
                    </a:p>
                  </a:txBody>
                  <a:tcPr marL="64008" marR="45720" marT="18288" marB="18288" anchor="ctr">
                    <a:solidFill>
                      <a:srgbClr val="FFFFFF"/>
                    </a:solidFill>
                  </a:tcPr>
                </a:tc>
                <a:tc>
                  <a:txBody>
                    <a:bodyPr/>
                    <a:lstStyle/>
                    <a:p>
                      <a:r>
                        <a:rPr sz="1150" b="0">
                          <a:solidFill>
                            <a:srgbClr val="1F2A33"/>
                          </a:solidFill>
                          <a:latin typeface="Calibri"/>
                        </a:rPr>
                        <a:t>1</a:t>
                      </a:r>
                    </a:p>
                  </a:txBody>
                  <a:tcPr marL="64008" marR="45720" marT="18288" marB="18288" anchor="ctr">
                    <a:solidFill>
                      <a:srgbClr val="FFFFFF"/>
                    </a:solidFill>
                  </a:tcPr>
                </a:tc>
                <a:extLst>
                  <a:ext uri="{0D108BD9-81ED-4DB2-BD59-A6C34878D82A}">
                    <a16:rowId xmlns:a16="http://schemas.microsoft.com/office/drawing/2014/main" val="10001"/>
                  </a:ext>
                </a:extLst>
              </a:tr>
              <a:tr h="365760">
                <a:tc>
                  <a:txBody>
                    <a:bodyPr/>
                    <a:lstStyle/>
                    <a:p>
                      <a:r>
                        <a:rPr sz="1150" b="0">
                          <a:solidFill>
                            <a:srgbClr val="1F2A33"/>
                          </a:solidFill>
                          <a:latin typeface="Calibri"/>
                        </a:rPr>
                        <a:t>Priya</a:t>
                      </a:r>
                    </a:p>
                  </a:txBody>
                  <a:tcPr marL="64008" marR="45720" marT="18288" marB="18288" anchor="ctr">
                    <a:solidFill>
                      <a:srgbClr val="F4F8FB"/>
                    </a:solidFill>
                  </a:tcPr>
                </a:tc>
                <a:tc>
                  <a:txBody>
                    <a:bodyPr/>
                    <a:lstStyle/>
                    <a:p>
                      <a:r>
                        <a:rPr sz="1150" b="0">
                          <a:solidFill>
                            <a:srgbClr val="1F2A33"/>
                          </a:solidFill>
                          <a:latin typeface="Calibri"/>
                        </a:rPr>
                        <a:t>65,000</a:t>
                      </a:r>
                    </a:p>
                  </a:txBody>
                  <a:tcPr marL="64008" marR="45720" marT="18288" marB="18288" anchor="ctr">
                    <a:solidFill>
                      <a:srgbClr val="F4F8FB"/>
                    </a:solidFill>
                  </a:tcPr>
                </a:tc>
                <a:tc>
                  <a:txBody>
                    <a:bodyPr/>
                    <a:lstStyle/>
                    <a:p>
                      <a:r>
                        <a:rPr sz="1150" b="0">
                          <a:solidFill>
                            <a:srgbClr val="1F2A33"/>
                          </a:solidFill>
                          <a:latin typeface="Calibri"/>
                        </a:rPr>
                        <a:t>2</a:t>
                      </a:r>
                    </a:p>
                  </a:txBody>
                  <a:tcPr marL="64008" marR="45720" marT="18288" marB="18288" anchor="ctr">
                    <a:solidFill>
                      <a:srgbClr val="F4F8FB"/>
                    </a:solidFill>
                  </a:tcPr>
                </a:tc>
                <a:tc>
                  <a:txBody>
                    <a:bodyPr/>
                    <a:lstStyle/>
                    <a:p>
                      <a:r>
                        <a:rPr sz="1150" b="0">
                          <a:solidFill>
                            <a:srgbClr val="1F2A33"/>
                          </a:solidFill>
                          <a:latin typeface="Calibri"/>
                        </a:rPr>
                        <a:t>2  (tie)</a:t>
                      </a:r>
                    </a:p>
                  </a:txBody>
                  <a:tcPr marL="64008" marR="45720" marT="18288" marB="18288" anchor="ctr">
                    <a:solidFill>
                      <a:srgbClr val="F4F8FB"/>
                    </a:solidFill>
                  </a:tcPr>
                </a:tc>
                <a:tc>
                  <a:txBody>
                    <a:bodyPr/>
                    <a:lstStyle/>
                    <a:p>
                      <a:r>
                        <a:rPr sz="1150" b="0">
                          <a:solidFill>
                            <a:srgbClr val="1F2A33"/>
                          </a:solidFill>
                          <a:latin typeface="Calibri"/>
                        </a:rPr>
                        <a:t>2  (tie)</a:t>
                      </a:r>
                    </a:p>
                  </a:txBody>
                  <a:tcPr marL="64008" marR="45720" marT="18288" marB="18288" anchor="ctr">
                    <a:solidFill>
                      <a:srgbClr val="F4F8FB"/>
                    </a:solidFill>
                  </a:tcPr>
                </a:tc>
                <a:extLst>
                  <a:ext uri="{0D108BD9-81ED-4DB2-BD59-A6C34878D82A}">
                    <a16:rowId xmlns:a16="http://schemas.microsoft.com/office/drawing/2014/main" val="10002"/>
                  </a:ext>
                </a:extLst>
              </a:tr>
              <a:tr h="365760">
                <a:tc>
                  <a:txBody>
                    <a:bodyPr/>
                    <a:lstStyle/>
                    <a:p>
                      <a:r>
                        <a:rPr sz="1150" b="0">
                          <a:solidFill>
                            <a:srgbClr val="1F2A33"/>
                          </a:solidFill>
                          <a:latin typeface="Calibri"/>
                        </a:rPr>
                        <a:t>Arun</a:t>
                      </a:r>
                    </a:p>
                  </a:txBody>
                  <a:tcPr marL="64008" marR="45720" marT="18288" marB="18288" anchor="ctr">
                    <a:solidFill>
                      <a:srgbClr val="FFFFFF"/>
                    </a:solidFill>
                  </a:tcPr>
                </a:tc>
                <a:tc>
                  <a:txBody>
                    <a:bodyPr/>
                    <a:lstStyle/>
                    <a:p>
                      <a:r>
                        <a:rPr sz="1150" b="0">
                          <a:solidFill>
                            <a:srgbClr val="1F2A33"/>
                          </a:solidFill>
                          <a:latin typeface="Calibri"/>
                        </a:rPr>
                        <a:t>65,000</a:t>
                      </a:r>
                    </a:p>
                  </a:txBody>
                  <a:tcPr marL="64008" marR="45720" marT="18288" marB="18288" anchor="ctr">
                    <a:solidFill>
                      <a:srgbClr val="FFFFFF"/>
                    </a:solidFill>
                  </a:tcPr>
                </a:tc>
                <a:tc>
                  <a:txBody>
                    <a:bodyPr/>
                    <a:lstStyle/>
                    <a:p>
                      <a:r>
                        <a:rPr sz="1150" b="0">
                          <a:solidFill>
                            <a:srgbClr val="1F2A33"/>
                          </a:solidFill>
                          <a:latin typeface="Calibri"/>
                        </a:rPr>
                        <a:t>3  ← unique!</a:t>
                      </a:r>
                    </a:p>
                  </a:txBody>
                  <a:tcPr marL="64008" marR="45720" marT="18288" marB="18288" anchor="ctr">
                    <a:solidFill>
                      <a:srgbClr val="FFFFFF"/>
                    </a:solidFill>
                  </a:tcPr>
                </a:tc>
                <a:tc>
                  <a:txBody>
                    <a:bodyPr/>
                    <a:lstStyle/>
                    <a:p>
                      <a:r>
                        <a:rPr sz="1150" b="0">
                          <a:solidFill>
                            <a:srgbClr val="1F2A33"/>
                          </a:solidFill>
                          <a:latin typeface="Calibri"/>
                        </a:rPr>
                        <a:t>2  (tie)</a:t>
                      </a:r>
                    </a:p>
                  </a:txBody>
                  <a:tcPr marL="64008" marR="45720" marT="18288" marB="18288" anchor="ctr">
                    <a:solidFill>
                      <a:srgbClr val="FFFFFF"/>
                    </a:solidFill>
                  </a:tcPr>
                </a:tc>
                <a:tc>
                  <a:txBody>
                    <a:bodyPr/>
                    <a:lstStyle/>
                    <a:p>
                      <a:r>
                        <a:rPr sz="1150" b="0">
                          <a:solidFill>
                            <a:srgbClr val="1F2A33"/>
                          </a:solidFill>
                          <a:latin typeface="Calibri"/>
                        </a:rPr>
                        <a:t>2  (tie)</a:t>
                      </a:r>
                    </a:p>
                  </a:txBody>
                  <a:tcPr marL="64008" marR="45720" marT="18288" marB="18288" anchor="ctr">
                    <a:solidFill>
                      <a:srgbClr val="FFFFFF"/>
                    </a:solidFill>
                  </a:tcPr>
                </a:tc>
                <a:extLst>
                  <a:ext uri="{0D108BD9-81ED-4DB2-BD59-A6C34878D82A}">
                    <a16:rowId xmlns:a16="http://schemas.microsoft.com/office/drawing/2014/main" val="10003"/>
                  </a:ext>
                </a:extLst>
              </a:tr>
              <a:tr h="365760">
                <a:tc>
                  <a:txBody>
                    <a:bodyPr/>
                    <a:lstStyle/>
                    <a:p>
                      <a:r>
                        <a:rPr sz="1150" b="0">
                          <a:solidFill>
                            <a:srgbClr val="1F2A33"/>
                          </a:solidFill>
                          <a:latin typeface="Calibri"/>
                        </a:rPr>
                        <a:t>Ravi</a:t>
                      </a:r>
                    </a:p>
                  </a:txBody>
                  <a:tcPr marL="64008" marR="45720" marT="18288" marB="18288" anchor="ctr">
                    <a:solidFill>
                      <a:srgbClr val="F4F8FB"/>
                    </a:solidFill>
                  </a:tcPr>
                </a:tc>
                <a:tc>
                  <a:txBody>
                    <a:bodyPr/>
                    <a:lstStyle/>
                    <a:p>
                      <a:r>
                        <a:rPr sz="1150" b="0">
                          <a:solidFill>
                            <a:srgbClr val="1F2A33"/>
                          </a:solidFill>
                          <a:latin typeface="Calibri"/>
                        </a:rPr>
                        <a:t>50,000</a:t>
                      </a:r>
                    </a:p>
                  </a:txBody>
                  <a:tcPr marL="64008" marR="45720" marT="18288" marB="18288" anchor="ctr">
                    <a:solidFill>
                      <a:srgbClr val="F4F8FB"/>
                    </a:solidFill>
                  </a:tcPr>
                </a:tc>
                <a:tc>
                  <a:txBody>
                    <a:bodyPr/>
                    <a:lstStyle/>
                    <a:p>
                      <a:r>
                        <a:rPr sz="1150" b="0">
                          <a:solidFill>
                            <a:srgbClr val="1F2A33"/>
                          </a:solidFill>
                          <a:latin typeface="Calibri"/>
                        </a:rPr>
                        <a:t>4</a:t>
                      </a:r>
                    </a:p>
                  </a:txBody>
                  <a:tcPr marL="64008" marR="45720" marT="18288" marB="18288" anchor="ctr">
                    <a:solidFill>
                      <a:srgbClr val="F4F8FB"/>
                    </a:solidFill>
                  </a:tcPr>
                </a:tc>
                <a:tc>
                  <a:txBody>
                    <a:bodyPr/>
                    <a:lstStyle/>
                    <a:p>
                      <a:r>
                        <a:rPr sz="1150" b="0" dirty="0">
                          <a:solidFill>
                            <a:srgbClr val="1F2A33"/>
                          </a:solidFill>
                          <a:latin typeface="Calibri"/>
                        </a:rPr>
                        <a:t>4  ← skips 3!</a:t>
                      </a:r>
                    </a:p>
                  </a:txBody>
                  <a:tcPr marL="64008" marR="45720" marT="18288" marB="18288" anchor="ctr">
                    <a:solidFill>
                      <a:srgbClr val="F4F8FB"/>
                    </a:solidFill>
                  </a:tcPr>
                </a:tc>
                <a:tc>
                  <a:txBody>
                    <a:bodyPr/>
                    <a:lstStyle/>
                    <a:p>
                      <a:r>
                        <a:rPr sz="1150" b="0" dirty="0">
                          <a:solidFill>
                            <a:srgbClr val="1F2A33"/>
                          </a:solidFill>
                          <a:latin typeface="Calibri"/>
                        </a:rPr>
                        <a:t>3  ← no gap!</a:t>
                      </a:r>
                    </a:p>
                  </a:txBody>
                  <a:tcPr marL="64008" marR="45720" marT="18288" marB="18288" anchor="ctr">
                    <a:solidFill>
                      <a:srgbClr val="F4F8FB"/>
                    </a:solidFill>
                  </a:tcPr>
                </a:tc>
                <a:extLst>
                  <a:ext uri="{0D108BD9-81ED-4DB2-BD59-A6C34878D82A}">
                    <a16:rowId xmlns:a16="http://schemas.microsoft.com/office/drawing/2014/main" val="10004"/>
                  </a:ext>
                </a:extLst>
              </a:tr>
            </a:tbl>
          </a:graphicData>
        </a:graphic>
      </p:graphicFrame>
      <p:sp>
        <p:nvSpPr>
          <p:cNvPr id="20" name="Rounded Rectangle 19"/>
          <p:cNvSpPr/>
          <p:nvPr/>
        </p:nvSpPr>
        <p:spPr>
          <a:xfrm>
            <a:off x="7993646" y="3031337"/>
            <a:ext cx="3200400" cy="21488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37160" rIns="128016" bIns="73152" rtlCol="0" anchor="t"/>
          <a:lstStyle/>
          <a:p>
            <a:pPr algn="l">
              <a:spcAft>
                <a:spcPts val="300"/>
              </a:spcAft>
            </a:pPr>
            <a:r>
              <a:rPr sz="1350" b="1" i="0" dirty="0">
                <a:solidFill>
                  <a:srgbClr val="FCAF17"/>
                </a:solidFill>
                <a:latin typeface="Calibri"/>
              </a:rPr>
              <a:t>🧠 Remember</a:t>
            </a:r>
          </a:p>
          <a:p>
            <a:pPr algn="l">
              <a:spcAft>
                <a:spcPts val="300"/>
              </a:spcAft>
            </a:pPr>
            <a:r>
              <a:rPr sz="1150" b="1" i="0" dirty="0">
                <a:solidFill>
                  <a:srgbClr val="66DBBD"/>
                </a:solidFill>
                <a:latin typeface="Calibri"/>
              </a:rPr>
              <a:t>ROW_NUMBER: </a:t>
            </a:r>
            <a:r>
              <a:rPr sz="1150" b="0" i="0" dirty="0">
                <a:solidFill>
                  <a:srgbClr val="FFFFFF"/>
                </a:solidFill>
                <a:latin typeface="Calibri"/>
              </a:rPr>
              <a:t>always unique 1,2,3,4</a:t>
            </a:r>
          </a:p>
          <a:p>
            <a:pPr algn="l">
              <a:spcAft>
                <a:spcPts val="300"/>
              </a:spcAft>
            </a:pPr>
            <a:r>
              <a:rPr sz="1150" b="1" i="0" dirty="0">
                <a:solidFill>
                  <a:srgbClr val="66DBBD"/>
                </a:solidFill>
                <a:latin typeface="Calibri"/>
              </a:rPr>
              <a:t>RANK: </a:t>
            </a:r>
            <a:r>
              <a:rPr sz="1150" b="0" i="0" dirty="0">
                <a:solidFill>
                  <a:srgbClr val="FFFFFF"/>
                </a:solidFill>
                <a:latin typeface="Calibri"/>
              </a:rPr>
              <a:t>ties share, then SKIPS (1,2,2,4)</a:t>
            </a:r>
          </a:p>
          <a:p>
            <a:pPr algn="l">
              <a:spcAft>
                <a:spcPts val="300"/>
              </a:spcAft>
            </a:pPr>
            <a:r>
              <a:rPr sz="1150" b="1" i="0" dirty="0">
                <a:solidFill>
                  <a:srgbClr val="66DBBD"/>
                </a:solidFill>
                <a:latin typeface="Calibri"/>
              </a:rPr>
              <a:t>DENSE_RANK: </a:t>
            </a:r>
            <a:r>
              <a:rPr sz="1150" b="0" i="0" dirty="0">
                <a:solidFill>
                  <a:srgbClr val="FFFFFF"/>
                </a:solidFill>
                <a:latin typeface="Calibri"/>
              </a:rPr>
              <a:t>ties share, NO gaps (1,2,2,3)</a:t>
            </a:r>
          </a:p>
        </p:txBody>
      </p:sp>
      <p:sp>
        <p:nvSpPr>
          <p:cNvPr id="21" name="TextBox 20"/>
          <p:cNvSpPr txBox="1"/>
          <p:nvPr/>
        </p:nvSpPr>
        <p:spPr>
          <a:xfrm>
            <a:off x="572129" y="5334927"/>
            <a:ext cx="10881360" cy="502920"/>
          </a:xfrm>
          <a:prstGeom prst="rect">
            <a:avLst/>
          </a:prstGeom>
          <a:noFill/>
        </p:spPr>
        <p:txBody>
          <a:bodyPr wrap="square" lIns="0" tIns="0" rIns="0" bIns="0" anchor="t">
            <a:spAutoFit/>
          </a:bodyPr>
          <a:lstStyle/>
          <a:p>
            <a:pPr algn="l">
              <a:spcAft>
                <a:spcPts val="400"/>
              </a:spcAft>
            </a:pPr>
            <a:r>
              <a:rPr sz="1250" b="1" i="0" dirty="0">
                <a:solidFill>
                  <a:srgbClr val="00446A"/>
                </a:solidFill>
                <a:latin typeface="Calibri"/>
              </a:rPr>
              <a:t>💼 Real-time: </a:t>
            </a:r>
            <a:r>
              <a:rPr sz="1250" b="0" i="0" dirty="0">
                <a:solidFill>
                  <a:srgbClr val="1F2A33"/>
                </a:solidFill>
                <a:latin typeface="Calibri"/>
              </a:rPr>
              <a:t>'Top 3 products per category' → DENSE_RANK with PARTITION BY category. 'Pick one row per duplicate' → ROW_NUMBER (next slide!).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Handling Duplicates – Find &amp; Remove</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21</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Oval 14"/>
          <p:cNvSpPr/>
          <p:nvPr/>
        </p:nvSpPr>
        <p:spPr>
          <a:xfrm>
            <a:off x="457200" y="107899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 y="101498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1) FIND duplicates — GROUP BY + HAVING</a:t>
            </a:r>
          </a:p>
        </p:txBody>
      </p:sp>
      <p:sp>
        <p:nvSpPr>
          <p:cNvPr id="17" name="Rounded Rectangle 16"/>
          <p:cNvSpPr/>
          <p:nvPr/>
        </p:nvSpPr>
        <p:spPr>
          <a:xfrm>
            <a:off x="457200" y="1417320"/>
            <a:ext cx="5394960" cy="16002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FFFFFF"/>
                </a:solidFill>
                <a:latin typeface="Courier New"/>
              </a:rPr>
              <a:t>SELECT Email, COUNT(*) AS Cnt</a:t>
            </a:r>
          </a:p>
          <a:p>
            <a:pPr algn="l">
              <a:spcAft>
                <a:spcPts val="200"/>
              </a:spcAft>
            </a:pPr>
            <a:r>
              <a:rPr sz="1150" b="0" i="0">
                <a:solidFill>
                  <a:srgbClr val="FFFFFF"/>
                </a:solidFill>
                <a:latin typeface="Courier New"/>
              </a:rPr>
              <a:t>FROM   Customers</a:t>
            </a:r>
          </a:p>
          <a:p>
            <a:pPr algn="l">
              <a:spcAft>
                <a:spcPts val="200"/>
              </a:spcAft>
            </a:pPr>
            <a:r>
              <a:rPr sz="1150" b="0" i="0">
                <a:solidFill>
                  <a:srgbClr val="FFFFFF"/>
                </a:solidFill>
                <a:latin typeface="Courier New"/>
              </a:rPr>
              <a:t>GROUP BY Email</a:t>
            </a:r>
          </a:p>
          <a:p>
            <a:pPr algn="l">
              <a:spcAft>
                <a:spcPts val="200"/>
              </a:spcAft>
            </a:pPr>
            <a:r>
              <a:rPr sz="1150" b="0" i="0">
                <a:solidFill>
                  <a:srgbClr val="FFFFFF"/>
                </a:solidFill>
                <a:latin typeface="Courier New"/>
              </a:rPr>
              <a:t>HAVING COUNT(*) &gt; 1;</a:t>
            </a:r>
          </a:p>
          <a:p>
            <a:pPr algn="l">
              <a:spcAft>
                <a:spcPts val="200"/>
              </a:spcAft>
            </a:pPr>
            <a:r>
              <a:rPr sz="1150" b="0" i="0">
                <a:solidFill>
                  <a:srgbClr val="FCAF17"/>
                </a:solidFill>
                <a:latin typeface="Courier New"/>
              </a:rPr>
              <a:t>&gt;&gt; ravi@x.com | 3   -- appears thrice!</a:t>
            </a:r>
          </a:p>
        </p:txBody>
      </p:sp>
      <p:sp>
        <p:nvSpPr>
          <p:cNvPr id="18" name="Oval 17"/>
          <p:cNvSpPr/>
          <p:nvPr/>
        </p:nvSpPr>
        <p:spPr>
          <a:xfrm>
            <a:off x="6035040" y="1078992"/>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4496" y="1014983"/>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2) VIEW unique rows — DISTINCT</a:t>
            </a:r>
          </a:p>
        </p:txBody>
      </p:sp>
      <p:sp>
        <p:nvSpPr>
          <p:cNvPr id="20" name="Rounded Rectangle 19"/>
          <p:cNvSpPr/>
          <p:nvPr/>
        </p:nvSpPr>
        <p:spPr>
          <a:xfrm>
            <a:off x="6035040" y="1417320"/>
            <a:ext cx="5394960" cy="160020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FFFFFF"/>
                </a:solidFill>
                <a:latin typeface="Courier New"/>
              </a:rPr>
              <a:t>SELECT DISTINCT Email</a:t>
            </a:r>
          </a:p>
          <a:p>
            <a:pPr algn="l">
              <a:spcAft>
                <a:spcPts val="200"/>
              </a:spcAft>
            </a:pPr>
            <a:r>
              <a:rPr sz="1150" b="0" i="0">
                <a:solidFill>
                  <a:srgbClr val="FFFFFF"/>
                </a:solidFill>
                <a:latin typeface="Courier New"/>
              </a:rPr>
              <a:t>FROM   Customers;</a:t>
            </a:r>
          </a:p>
          <a:p>
            <a:pPr algn="l">
              <a:spcAft>
                <a:spcPts val="200"/>
              </a:spcAft>
            </a:pPr>
            <a:endParaRPr sz="1150" b="0" i="0">
              <a:solidFill>
                <a:srgbClr val="FFFFFF"/>
              </a:solidFill>
              <a:latin typeface="Courier New"/>
            </a:endParaRPr>
          </a:p>
          <a:p>
            <a:pPr algn="l">
              <a:spcAft>
                <a:spcPts val="200"/>
              </a:spcAft>
            </a:pPr>
            <a:r>
              <a:rPr sz="1150" b="0" i="0">
                <a:solidFill>
                  <a:srgbClr val="66DBBD"/>
                </a:solidFill>
                <a:latin typeface="Courier New"/>
              </a:rPr>
              <a:t>-- shows each email once</a:t>
            </a:r>
          </a:p>
          <a:p>
            <a:pPr algn="l">
              <a:spcAft>
                <a:spcPts val="200"/>
              </a:spcAft>
            </a:pPr>
            <a:r>
              <a:rPr sz="1150" b="0" i="0">
                <a:solidFill>
                  <a:srgbClr val="66DBBD"/>
                </a:solidFill>
                <a:latin typeface="Courier New"/>
              </a:rPr>
              <a:t>-- (display only — table unchanged)</a:t>
            </a:r>
          </a:p>
        </p:txBody>
      </p:sp>
      <p:sp>
        <p:nvSpPr>
          <p:cNvPr id="21" name="Oval 20"/>
          <p:cNvSpPr/>
          <p:nvPr/>
        </p:nvSpPr>
        <p:spPr>
          <a:xfrm>
            <a:off x="457200" y="3273551"/>
            <a:ext cx="128016" cy="128016"/>
          </a:xfrm>
          <a:prstGeom prst="ellipse">
            <a:avLst/>
          </a:prstGeom>
          <a:solidFill>
            <a:srgbClr val="00A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6" y="3209544"/>
            <a:ext cx="5029200" cy="320040"/>
          </a:xfrm>
          <a:prstGeom prst="rect">
            <a:avLst/>
          </a:prstGeom>
          <a:noFill/>
        </p:spPr>
        <p:txBody>
          <a:bodyPr wrap="square" lIns="0" tIns="0" rIns="0" bIns="0" anchor="t">
            <a:spAutoFit/>
          </a:bodyPr>
          <a:lstStyle/>
          <a:p>
            <a:pPr algn="l">
              <a:spcAft>
                <a:spcPts val="400"/>
              </a:spcAft>
            </a:pPr>
            <a:r>
              <a:rPr sz="1500" b="1" i="0">
                <a:solidFill>
                  <a:srgbClr val="00446A"/>
                </a:solidFill>
                <a:latin typeface="Calibri"/>
              </a:rPr>
              <a:t>3) DELETE duplicates, keep one — the ROW_NUMBER trick ⭐</a:t>
            </a:r>
          </a:p>
        </p:txBody>
      </p:sp>
      <p:sp>
        <p:nvSpPr>
          <p:cNvPr id="23" name="Rounded Rectangle 22"/>
          <p:cNvSpPr/>
          <p:nvPr/>
        </p:nvSpPr>
        <p:spPr>
          <a:xfrm>
            <a:off x="457200" y="3611880"/>
            <a:ext cx="6949440" cy="214884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1150" b="0" i="0">
                <a:solidFill>
                  <a:srgbClr val="FFFFFF"/>
                </a:solidFill>
                <a:latin typeface="Courier New"/>
              </a:rPr>
              <a:t>WITH Ranked AS (</a:t>
            </a:r>
          </a:p>
          <a:p>
            <a:pPr algn="l">
              <a:spcAft>
                <a:spcPts val="200"/>
              </a:spcAft>
            </a:pPr>
            <a:r>
              <a:rPr sz="1150" b="0" i="0">
                <a:solidFill>
                  <a:srgbClr val="FFFFFF"/>
                </a:solidFill>
                <a:latin typeface="Courier New"/>
              </a:rPr>
              <a:t>  SELECT *, ROW_NUMBER() OVER(</a:t>
            </a:r>
          </a:p>
          <a:p>
            <a:pPr algn="l">
              <a:spcAft>
                <a:spcPts val="200"/>
              </a:spcAft>
            </a:pPr>
            <a:r>
              <a:rPr sz="1150" b="0" i="0">
                <a:solidFill>
                  <a:srgbClr val="FFFFFF"/>
                </a:solidFill>
                <a:latin typeface="Courier New"/>
              </a:rPr>
              <a:t>           PARTITION BY Email        -- group same emails</a:t>
            </a:r>
          </a:p>
          <a:p>
            <a:pPr algn="l">
              <a:spcAft>
                <a:spcPts val="200"/>
              </a:spcAft>
            </a:pPr>
            <a:r>
              <a:rPr sz="1150" b="0" i="0">
                <a:solidFill>
                  <a:srgbClr val="FFFFFF"/>
                </a:solidFill>
                <a:latin typeface="Courier New"/>
              </a:rPr>
              <a:t>           ORDER BY CreatedDate) AS rn</a:t>
            </a:r>
          </a:p>
          <a:p>
            <a:pPr algn="l">
              <a:spcAft>
                <a:spcPts val="200"/>
              </a:spcAft>
            </a:pPr>
            <a:r>
              <a:rPr sz="1150" b="0" i="0">
                <a:solidFill>
                  <a:srgbClr val="FFFFFF"/>
                </a:solidFill>
                <a:latin typeface="Courier New"/>
              </a:rPr>
              <a:t>  FROM Customers )</a:t>
            </a:r>
          </a:p>
          <a:p>
            <a:pPr algn="l">
              <a:spcAft>
                <a:spcPts val="200"/>
              </a:spcAft>
            </a:pPr>
            <a:r>
              <a:rPr sz="1150" b="0" i="0">
                <a:solidFill>
                  <a:srgbClr val="FFFFFF"/>
                </a:solidFill>
                <a:latin typeface="Courier New"/>
              </a:rPr>
              <a:t>DELETE FROM Ranked WHERE rn &gt; 1;     -- keep oldest (rn=1)</a:t>
            </a:r>
          </a:p>
        </p:txBody>
      </p:sp>
      <p:sp>
        <p:nvSpPr>
          <p:cNvPr id="24" name="Rounded Rectangle 23"/>
          <p:cNvSpPr/>
          <p:nvPr/>
        </p:nvSpPr>
        <p:spPr>
          <a:xfrm>
            <a:off x="7680960" y="3611880"/>
            <a:ext cx="3749039" cy="2148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300" b="1" i="0">
                <a:solidFill>
                  <a:srgbClr val="00446A"/>
                </a:solidFill>
                <a:latin typeface="Calibri"/>
              </a:rPr>
              <a:t>How it works</a:t>
            </a:r>
          </a:p>
          <a:p>
            <a:pPr algn="l">
              <a:spcAft>
                <a:spcPts val="300"/>
              </a:spcAft>
            </a:pPr>
            <a:r>
              <a:rPr sz="1150" b="0" i="0">
                <a:solidFill>
                  <a:srgbClr val="1F2A33"/>
                </a:solidFill>
                <a:latin typeface="Calibri"/>
              </a:rPr>
              <a:t>PARTITION BY Email → numbering restarts for each email.</a:t>
            </a:r>
          </a:p>
          <a:p>
            <a:pPr algn="l">
              <a:spcAft>
                <a:spcPts val="300"/>
              </a:spcAft>
            </a:pPr>
            <a:r>
              <a:rPr sz="1150" b="1" i="0">
                <a:solidFill>
                  <a:srgbClr val="A3C657"/>
                </a:solidFill>
                <a:latin typeface="Calibri"/>
              </a:rPr>
              <a:t>1st copy → rn=1 (kept)</a:t>
            </a:r>
          </a:p>
          <a:p>
            <a:pPr algn="l">
              <a:spcAft>
                <a:spcPts val="300"/>
              </a:spcAft>
            </a:pPr>
            <a:r>
              <a:rPr sz="1150" b="1" i="0">
                <a:solidFill>
                  <a:srgbClr val="C0392B"/>
                </a:solidFill>
                <a:latin typeface="Calibri"/>
              </a:rPr>
              <a:t>2nd, 3rd copies → rn=2,3 (deleted)</a:t>
            </a:r>
          </a:p>
          <a:p>
            <a:pPr algn="l">
              <a:spcAft>
                <a:spcPts val="300"/>
              </a:spcAft>
            </a:pPr>
            <a:r>
              <a:rPr sz="1100" b="0" i="1">
                <a:solidFill>
                  <a:srgbClr val="77787B"/>
                </a:solidFill>
                <a:latin typeface="Calibri"/>
              </a:rPr>
              <a:t>WITH ... = a CTE, a named temporary result.</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SQL in Real Application Development</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22</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Every feature you will build maps to SQL. Here is a mini e-commerce flow you all know:</a:t>
            </a:r>
          </a:p>
        </p:txBody>
      </p:sp>
      <p:sp>
        <p:nvSpPr>
          <p:cNvPr id="16" name="Rounded Rectangle 15"/>
          <p:cNvSpPr/>
          <p:nvPr/>
        </p:nvSpPr>
        <p:spPr>
          <a:xfrm>
            <a:off x="457200" y="137160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400" b="1" i="0">
                <a:solidFill>
                  <a:srgbClr val="FFFFFF"/>
                </a:solidFill>
                <a:latin typeface="Calibri"/>
              </a:rPr>
              <a:t>🔐 Login screen</a:t>
            </a:r>
          </a:p>
          <a:p>
            <a:pPr algn="l">
              <a:spcAft>
                <a:spcPts val="300"/>
              </a:spcAft>
            </a:pPr>
            <a:r>
              <a:rPr sz="1050" b="0" i="0">
                <a:solidFill>
                  <a:srgbClr val="66DBBD"/>
                </a:solidFill>
                <a:latin typeface="Calibri"/>
              </a:rPr>
              <a:t>App checks your credentials</a:t>
            </a:r>
          </a:p>
        </p:txBody>
      </p:sp>
      <p:sp>
        <p:nvSpPr>
          <p:cNvPr id="17" name="Rounded Rectangle 16"/>
          <p:cNvSpPr/>
          <p:nvPr/>
        </p:nvSpPr>
        <p:spPr>
          <a:xfrm>
            <a:off x="457200" y="2258568"/>
            <a:ext cx="3547872" cy="224028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950" b="0" i="0">
                <a:solidFill>
                  <a:srgbClr val="FFFFFF"/>
                </a:solidFill>
                <a:latin typeface="Courier New"/>
              </a:rPr>
              <a:t>SELECT UserID FROM Users</a:t>
            </a:r>
          </a:p>
          <a:p>
            <a:pPr algn="l">
              <a:spcAft>
                <a:spcPts val="200"/>
              </a:spcAft>
            </a:pPr>
            <a:r>
              <a:rPr sz="950" b="0" i="0">
                <a:solidFill>
                  <a:srgbClr val="FFFFFF"/>
                </a:solidFill>
                <a:latin typeface="Courier New"/>
              </a:rPr>
              <a:t>WHERE Email = @email</a:t>
            </a:r>
          </a:p>
          <a:p>
            <a:pPr algn="l">
              <a:spcAft>
                <a:spcPts val="200"/>
              </a:spcAft>
            </a:pPr>
            <a:r>
              <a:rPr sz="950" b="0" i="0">
                <a:solidFill>
                  <a:srgbClr val="FFFFFF"/>
                </a:solidFill>
                <a:latin typeface="Courier New"/>
              </a:rPr>
              <a:t>  AND PasswordHash = @hash;</a:t>
            </a:r>
          </a:p>
        </p:txBody>
      </p:sp>
      <p:sp>
        <p:nvSpPr>
          <p:cNvPr id="18" name="Rounded Rectangle 17"/>
          <p:cNvSpPr/>
          <p:nvPr/>
        </p:nvSpPr>
        <p:spPr>
          <a:xfrm>
            <a:off x="457200" y="4608576"/>
            <a:ext cx="3547872" cy="114300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100" b="0" i="0">
                <a:solidFill>
                  <a:srgbClr val="1F2A33"/>
                </a:solidFill>
                <a:latin typeface="Calibri"/>
              </a:rPr>
              <a:t>0 rows = wrong login. Apps pass values as @parameters — never paste user input into SQL (security!).</a:t>
            </a:r>
          </a:p>
        </p:txBody>
      </p:sp>
      <p:sp>
        <p:nvSpPr>
          <p:cNvPr id="19" name="Rounded Rectangle 18"/>
          <p:cNvSpPr/>
          <p:nvPr/>
        </p:nvSpPr>
        <p:spPr>
          <a:xfrm>
            <a:off x="4187952" y="137160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400" b="1" i="0" dirty="0">
                <a:solidFill>
                  <a:srgbClr val="FFFFFF"/>
                </a:solidFill>
                <a:latin typeface="Calibri"/>
              </a:rPr>
              <a:t>🛒 'My Orders' page</a:t>
            </a:r>
          </a:p>
          <a:p>
            <a:pPr algn="l">
              <a:spcAft>
                <a:spcPts val="300"/>
              </a:spcAft>
            </a:pPr>
            <a:r>
              <a:rPr sz="1050" b="0" i="0" dirty="0">
                <a:solidFill>
                  <a:srgbClr val="66DBBD"/>
                </a:solidFill>
                <a:latin typeface="Calibri"/>
              </a:rPr>
              <a:t>Join orders with product info</a:t>
            </a:r>
          </a:p>
        </p:txBody>
      </p:sp>
      <p:sp>
        <p:nvSpPr>
          <p:cNvPr id="20" name="Rounded Rectangle 19"/>
          <p:cNvSpPr/>
          <p:nvPr/>
        </p:nvSpPr>
        <p:spPr>
          <a:xfrm>
            <a:off x="4187952" y="2258568"/>
            <a:ext cx="3547872" cy="224028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950" b="0" i="0">
                <a:solidFill>
                  <a:srgbClr val="FFFFFF"/>
                </a:solidFill>
                <a:latin typeface="Courier New"/>
              </a:rPr>
              <a:t>SELECT o.OrderID, o.OrderDate,</a:t>
            </a:r>
          </a:p>
          <a:p>
            <a:pPr algn="l">
              <a:spcAft>
                <a:spcPts val="200"/>
              </a:spcAft>
            </a:pPr>
            <a:r>
              <a:rPr sz="950" b="0" i="0">
                <a:solidFill>
                  <a:srgbClr val="FFFFFF"/>
                </a:solidFill>
                <a:latin typeface="Courier New"/>
              </a:rPr>
              <a:t>       p.ProductName, oi.Qty</a:t>
            </a:r>
          </a:p>
          <a:p>
            <a:pPr algn="l">
              <a:spcAft>
                <a:spcPts val="200"/>
              </a:spcAft>
            </a:pPr>
            <a:r>
              <a:rPr sz="950" b="0" i="0">
                <a:solidFill>
                  <a:srgbClr val="FFFFFF"/>
                </a:solidFill>
                <a:latin typeface="Courier New"/>
              </a:rPr>
              <a:t>FROM Orders o</a:t>
            </a:r>
          </a:p>
          <a:p>
            <a:pPr algn="l">
              <a:spcAft>
                <a:spcPts val="200"/>
              </a:spcAft>
            </a:pPr>
            <a:r>
              <a:rPr sz="950" b="0" i="0">
                <a:solidFill>
                  <a:srgbClr val="FFFFFF"/>
                </a:solidFill>
                <a:latin typeface="Courier New"/>
              </a:rPr>
              <a:t>JOIN OrderItems oi ON o.OrderID=oi.OrderID</a:t>
            </a:r>
          </a:p>
          <a:p>
            <a:pPr algn="l">
              <a:spcAft>
                <a:spcPts val="200"/>
              </a:spcAft>
            </a:pPr>
            <a:r>
              <a:rPr sz="950" b="0" i="0">
                <a:solidFill>
                  <a:srgbClr val="FFFFFF"/>
                </a:solidFill>
                <a:latin typeface="Courier New"/>
              </a:rPr>
              <a:t>JOIN Products p   ON oi.ProductID=p.ProductID</a:t>
            </a:r>
          </a:p>
          <a:p>
            <a:pPr algn="l">
              <a:spcAft>
                <a:spcPts val="200"/>
              </a:spcAft>
            </a:pPr>
            <a:r>
              <a:rPr sz="950" b="0" i="0">
                <a:solidFill>
                  <a:srgbClr val="FFFFFF"/>
                </a:solidFill>
                <a:latin typeface="Courier New"/>
              </a:rPr>
              <a:t>WHERE o.CustomerID = @custId</a:t>
            </a:r>
          </a:p>
          <a:p>
            <a:pPr algn="l">
              <a:spcAft>
                <a:spcPts val="200"/>
              </a:spcAft>
            </a:pPr>
            <a:r>
              <a:rPr sz="950" b="0" i="0">
                <a:solidFill>
                  <a:srgbClr val="FFFFFF"/>
                </a:solidFill>
                <a:latin typeface="Courier New"/>
              </a:rPr>
              <a:t>ORDER BY o.OrderDate DESC;</a:t>
            </a:r>
          </a:p>
        </p:txBody>
      </p:sp>
      <p:sp>
        <p:nvSpPr>
          <p:cNvPr id="21" name="Rounded Rectangle 20"/>
          <p:cNvSpPr/>
          <p:nvPr/>
        </p:nvSpPr>
        <p:spPr>
          <a:xfrm>
            <a:off x="4187952" y="4608576"/>
            <a:ext cx="3547872" cy="114300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100" b="0" i="0">
                <a:solidFill>
                  <a:srgbClr val="1F2A33"/>
                </a:solidFill>
                <a:latin typeface="Calibri"/>
              </a:rPr>
              <a:t>One screen = 3 tables joined. This is why joins matter!</a:t>
            </a:r>
          </a:p>
        </p:txBody>
      </p:sp>
      <p:sp>
        <p:nvSpPr>
          <p:cNvPr id="22" name="Rounded Rectangle 21"/>
          <p:cNvSpPr/>
          <p:nvPr/>
        </p:nvSpPr>
        <p:spPr>
          <a:xfrm>
            <a:off x="7918704" y="1371600"/>
            <a:ext cx="3547872" cy="77724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400" b="1" i="0" dirty="0">
                <a:solidFill>
                  <a:srgbClr val="FFFFFF"/>
                </a:solidFill>
                <a:latin typeface="Calibri"/>
              </a:rPr>
              <a:t>📊 Sales dashboard</a:t>
            </a:r>
          </a:p>
          <a:p>
            <a:pPr algn="l">
              <a:spcAft>
                <a:spcPts val="300"/>
              </a:spcAft>
            </a:pPr>
            <a:r>
              <a:rPr sz="1050" b="0" i="0" dirty="0">
                <a:solidFill>
                  <a:srgbClr val="66DBBD"/>
                </a:solidFill>
                <a:latin typeface="Calibri"/>
              </a:rPr>
              <a:t>Aggregate for management</a:t>
            </a:r>
          </a:p>
        </p:txBody>
      </p:sp>
      <p:sp>
        <p:nvSpPr>
          <p:cNvPr id="23" name="Rounded Rectangle 22"/>
          <p:cNvSpPr/>
          <p:nvPr/>
        </p:nvSpPr>
        <p:spPr>
          <a:xfrm>
            <a:off x="7918704" y="2258568"/>
            <a:ext cx="3547872" cy="2240280"/>
          </a:xfrm>
          <a:prstGeom prst="roundRect">
            <a:avLst>
              <a:gd name="adj" fmla="val 6000"/>
            </a:avLst>
          </a:prstGeom>
          <a:solidFill>
            <a:srgbClr val="032B4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09728" bIns="73152" rtlCol="0" anchor="t"/>
          <a:lstStyle/>
          <a:p>
            <a:pPr algn="l">
              <a:spcAft>
                <a:spcPts val="200"/>
              </a:spcAft>
            </a:pPr>
            <a:r>
              <a:rPr sz="950" b="0" i="0">
                <a:solidFill>
                  <a:srgbClr val="FFFFFF"/>
                </a:solidFill>
                <a:latin typeface="Courier New"/>
              </a:rPr>
              <a:t>SELECT p.Category,</a:t>
            </a:r>
          </a:p>
          <a:p>
            <a:pPr algn="l">
              <a:spcAft>
                <a:spcPts val="200"/>
              </a:spcAft>
            </a:pPr>
            <a:r>
              <a:rPr sz="950" b="0" i="0">
                <a:solidFill>
                  <a:srgbClr val="FFFFFF"/>
                </a:solidFill>
                <a:latin typeface="Courier New"/>
              </a:rPr>
              <a:t>       SUM(oi.Qty*oi.Price) AS Revenue</a:t>
            </a:r>
          </a:p>
          <a:p>
            <a:pPr algn="l">
              <a:spcAft>
                <a:spcPts val="200"/>
              </a:spcAft>
            </a:pPr>
            <a:r>
              <a:rPr sz="950" b="0" i="0">
                <a:solidFill>
                  <a:srgbClr val="FFFFFF"/>
                </a:solidFill>
                <a:latin typeface="Courier New"/>
              </a:rPr>
              <a:t>FROM OrderItems oi</a:t>
            </a:r>
          </a:p>
          <a:p>
            <a:pPr algn="l">
              <a:spcAft>
                <a:spcPts val="200"/>
              </a:spcAft>
            </a:pPr>
            <a:r>
              <a:rPr sz="950" b="0" i="0">
                <a:solidFill>
                  <a:srgbClr val="FFFFFF"/>
                </a:solidFill>
                <a:latin typeface="Courier New"/>
              </a:rPr>
              <a:t>JOIN Products p ON oi.ProductID=p.ProductID</a:t>
            </a:r>
          </a:p>
          <a:p>
            <a:pPr algn="l">
              <a:spcAft>
                <a:spcPts val="200"/>
              </a:spcAft>
            </a:pPr>
            <a:r>
              <a:rPr sz="950" b="0" i="0">
                <a:solidFill>
                  <a:srgbClr val="FFFFFF"/>
                </a:solidFill>
                <a:latin typeface="Courier New"/>
              </a:rPr>
              <a:t>GROUP BY p.Category</a:t>
            </a:r>
          </a:p>
          <a:p>
            <a:pPr algn="l">
              <a:spcAft>
                <a:spcPts val="200"/>
              </a:spcAft>
            </a:pPr>
            <a:r>
              <a:rPr sz="950" b="0" i="0">
                <a:solidFill>
                  <a:srgbClr val="FFFFFF"/>
                </a:solidFill>
                <a:latin typeface="Courier New"/>
              </a:rPr>
              <a:t>HAVING SUM(oi.Qty*oi.Price) &gt; 100000</a:t>
            </a:r>
          </a:p>
          <a:p>
            <a:pPr algn="l">
              <a:spcAft>
                <a:spcPts val="200"/>
              </a:spcAft>
            </a:pPr>
            <a:r>
              <a:rPr sz="950" b="0" i="0">
                <a:solidFill>
                  <a:srgbClr val="FFFFFF"/>
                </a:solidFill>
                <a:latin typeface="Courier New"/>
              </a:rPr>
              <a:t>ORDER BY Revenue DESC;</a:t>
            </a:r>
          </a:p>
        </p:txBody>
      </p:sp>
      <p:sp>
        <p:nvSpPr>
          <p:cNvPr id="24" name="Rounded Rectangle 23"/>
          <p:cNvSpPr/>
          <p:nvPr/>
        </p:nvSpPr>
        <p:spPr>
          <a:xfrm>
            <a:off x="7918704" y="4608576"/>
            <a:ext cx="3547872" cy="114300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73152" rtlCol="0" anchor="t"/>
          <a:lstStyle/>
          <a:p>
            <a:pPr algn="l">
              <a:spcAft>
                <a:spcPts val="300"/>
              </a:spcAft>
            </a:pPr>
            <a:r>
              <a:rPr sz="1100" b="0" i="0">
                <a:solidFill>
                  <a:srgbClr val="1F2A33"/>
                </a:solidFill>
                <a:latin typeface="Calibri"/>
              </a:rPr>
              <a:t>GROUP BY + HAVING + JOIN + ORDER BY — everything from today in ONE query.</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Best Practices – Write SQL Like a Pro</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23</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457200" y="1371600"/>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A3C657"/>
                </a:solidFill>
                <a:latin typeface="Calibri"/>
              </a:rPr>
              <a:t>✅ </a:t>
            </a:r>
            <a:r>
              <a:rPr sz="1300" b="1" i="0" dirty="0">
                <a:solidFill>
                  <a:srgbClr val="00446A"/>
                </a:solidFill>
                <a:latin typeface="Calibri"/>
              </a:rPr>
              <a:t>Name only the columns you need. </a:t>
            </a:r>
          </a:p>
          <a:p>
            <a:pPr algn="l">
              <a:spcAft>
                <a:spcPts val="300"/>
              </a:spcAft>
            </a:pPr>
            <a:r>
              <a:rPr sz="1150" b="0" i="0" dirty="0">
                <a:solidFill>
                  <a:srgbClr val="1F2A33"/>
                </a:solidFill>
                <a:latin typeface="Calibri"/>
              </a:rPr>
              <a:t>SELECT * drags every column across the network, breaks apps when columns change, and can't use covering indexes.</a:t>
            </a:r>
          </a:p>
        </p:txBody>
      </p:sp>
      <p:sp>
        <p:nvSpPr>
          <p:cNvPr id="16" name="Rounded Rectangle 15"/>
          <p:cNvSpPr/>
          <p:nvPr/>
        </p:nvSpPr>
        <p:spPr>
          <a:xfrm>
            <a:off x="5806440" y="1371600"/>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A3C657"/>
                </a:solidFill>
                <a:latin typeface="Calibri"/>
              </a:rPr>
              <a:t>✅ </a:t>
            </a:r>
            <a:r>
              <a:rPr sz="1300" b="1" i="0">
                <a:solidFill>
                  <a:srgbClr val="00446A"/>
                </a:solidFill>
                <a:latin typeface="Calibri"/>
              </a:rPr>
              <a:t>Always pair DELETE / UPDATE with WHERE. </a:t>
            </a:r>
          </a:p>
          <a:p>
            <a:pPr algn="l">
              <a:spcAft>
                <a:spcPts val="300"/>
              </a:spcAft>
            </a:pPr>
            <a:r>
              <a:rPr sz="1150" b="0" i="0">
                <a:solidFill>
                  <a:srgbClr val="1F2A33"/>
                </a:solidFill>
                <a:latin typeface="Calibri"/>
              </a:rPr>
              <a:t>Run it as a SELECT first to preview affected rows. No WHERE = every row changes!</a:t>
            </a:r>
          </a:p>
        </p:txBody>
      </p:sp>
      <p:sp>
        <p:nvSpPr>
          <p:cNvPr id="17" name="Rounded Rectangle 16"/>
          <p:cNvSpPr/>
          <p:nvPr/>
        </p:nvSpPr>
        <p:spPr>
          <a:xfrm>
            <a:off x="457200" y="2807208"/>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A3C657"/>
                </a:solidFill>
                <a:latin typeface="Calibri"/>
              </a:rPr>
              <a:t>✅ </a:t>
            </a:r>
            <a:r>
              <a:rPr sz="1300" b="1" i="0">
                <a:solidFill>
                  <a:srgbClr val="00446A"/>
                </a:solidFill>
                <a:latin typeface="Calibri"/>
              </a:rPr>
              <a:t>Use parameters, never string-concatenation. </a:t>
            </a:r>
          </a:p>
          <a:p>
            <a:pPr algn="l">
              <a:spcAft>
                <a:spcPts val="300"/>
              </a:spcAft>
            </a:pPr>
            <a:r>
              <a:rPr sz="1150" b="0" i="0">
                <a:solidFill>
                  <a:srgbClr val="1F2A33"/>
                </a:solidFill>
                <a:latin typeface="Calibri"/>
              </a:rPr>
              <a:t>WHERE Email = @email — prevents SQL Injection, the #1 web attack.</a:t>
            </a:r>
          </a:p>
        </p:txBody>
      </p:sp>
      <p:sp>
        <p:nvSpPr>
          <p:cNvPr id="18" name="Rounded Rectangle 17"/>
          <p:cNvSpPr/>
          <p:nvPr/>
        </p:nvSpPr>
        <p:spPr>
          <a:xfrm>
            <a:off x="5806440" y="2798064"/>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A3C657"/>
                </a:solidFill>
                <a:latin typeface="Calibri"/>
              </a:rPr>
              <a:t>✅ </a:t>
            </a:r>
            <a:r>
              <a:rPr sz="1300" b="1" i="0">
                <a:solidFill>
                  <a:srgbClr val="00446A"/>
                </a:solidFill>
                <a:latin typeface="Calibri"/>
              </a:rPr>
              <a:t>Filter early, filter smart. </a:t>
            </a:r>
          </a:p>
          <a:p>
            <a:pPr algn="l">
              <a:spcAft>
                <a:spcPts val="300"/>
              </a:spcAft>
            </a:pPr>
            <a:r>
              <a:rPr sz="1150" b="0" i="0">
                <a:solidFill>
                  <a:srgbClr val="1F2A33"/>
                </a:solidFill>
                <a:latin typeface="Calibri"/>
              </a:rPr>
              <a:t>Push conditions into WHERE (not after fetching); avoid wrapping indexed columns in functions like YEAR(OrderDate).</a:t>
            </a:r>
          </a:p>
        </p:txBody>
      </p:sp>
      <p:sp>
        <p:nvSpPr>
          <p:cNvPr id="19" name="Rounded Rectangle 18"/>
          <p:cNvSpPr/>
          <p:nvPr/>
        </p:nvSpPr>
        <p:spPr>
          <a:xfrm>
            <a:off x="457200" y="4379976"/>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A3C657"/>
                </a:solidFill>
                <a:latin typeface="Calibri"/>
              </a:rPr>
              <a:t>✅ </a:t>
            </a:r>
            <a:r>
              <a:rPr sz="1300" b="1" i="0">
                <a:solidFill>
                  <a:srgbClr val="00446A"/>
                </a:solidFill>
                <a:latin typeface="Calibri"/>
              </a:rPr>
              <a:t>Use readable formatting &amp; aliases. </a:t>
            </a:r>
          </a:p>
          <a:p>
            <a:pPr algn="l">
              <a:spcAft>
                <a:spcPts val="300"/>
              </a:spcAft>
            </a:pPr>
            <a:r>
              <a:rPr sz="1150" b="0" i="0">
                <a:solidFill>
                  <a:srgbClr val="1F2A33"/>
                </a:solidFill>
                <a:latin typeface="Calibri"/>
              </a:rPr>
              <a:t>Keywords on new lines, meaningful aliases (e, d), comments for tricky logic — your teammates will thank you.</a:t>
            </a:r>
          </a:p>
        </p:txBody>
      </p:sp>
      <p:sp>
        <p:nvSpPr>
          <p:cNvPr id="20" name="Rounded Rectangle 19"/>
          <p:cNvSpPr/>
          <p:nvPr/>
        </p:nvSpPr>
        <p:spPr>
          <a:xfrm>
            <a:off x="5806440" y="4370134"/>
            <a:ext cx="5349240" cy="1417320"/>
          </a:xfrm>
          <a:prstGeom prst="roundRect">
            <a:avLst>
              <a:gd name="adj" fmla="val 10000"/>
            </a:avLst>
          </a:prstGeom>
          <a:solidFill>
            <a:srgbClr val="FFFFFF"/>
          </a:solidFill>
          <a:ln w="19050">
            <a:solidFill>
              <a:srgbClr val="A3C65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A3C657"/>
                </a:solidFill>
                <a:latin typeface="Calibri"/>
              </a:rPr>
              <a:t>✅ </a:t>
            </a:r>
            <a:r>
              <a:rPr sz="1300" b="1" i="0">
                <a:solidFill>
                  <a:srgbClr val="00446A"/>
                </a:solidFill>
                <a:latin typeface="Calibri"/>
              </a:rPr>
              <a:t>Test on small data, mind the indexes. </a:t>
            </a:r>
          </a:p>
          <a:p>
            <a:pPr algn="l">
              <a:spcAft>
                <a:spcPts val="300"/>
              </a:spcAft>
            </a:pPr>
            <a:r>
              <a:rPr sz="1150" b="0" i="0">
                <a:solidFill>
                  <a:srgbClr val="1F2A33"/>
                </a:solidFill>
                <a:latin typeface="Calibri"/>
              </a:rPr>
              <a:t>Add TOP/LIMIT while developing; know which columns are indexed — that's what makes queries fast.</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Common Mistakes – Learn From Others' Pain</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24</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a:p>
        </p:txBody>
      </p:sp>
      <p:sp>
        <p:nvSpPr>
          <p:cNvPr id="15" name="Rounded Rectangle 14"/>
          <p:cNvSpPr/>
          <p:nvPr/>
        </p:nvSpPr>
        <p:spPr>
          <a:xfrm>
            <a:off x="457200" y="138988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C0392B"/>
                </a:solidFill>
                <a:latin typeface="Calibri"/>
              </a:rPr>
              <a:t>❌ </a:t>
            </a:r>
            <a:r>
              <a:rPr sz="1300" b="1" i="0" dirty="0">
                <a:solidFill>
                  <a:srgbClr val="00446A"/>
                </a:solidFill>
                <a:latin typeface="Calibri"/>
              </a:rPr>
              <a:t>= NULL instead of IS NULL. </a:t>
            </a:r>
          </a:p>
          <a:p>
            <a:pPr algn="l">
              <a:spcAft>
                <a:spcPts val="300"/>
              </a:spcAft>
            </a:pPr>
            <a:r>
              <a:rPr sz="1150" b="0" i="0" dirty="0">
                <a:solidFill>
                  <a:srgbClr val="1F2A33"/>
                </a:solidFill>
                <a:latin typeface="Calibri"/>
              </a:rPr>
              <a:t>WHERE Phone = NULL returns NOTHING — NULL never equals anything. Use IS NULL / IS NOT NULL.</a:t>
            </a:r>
          </a:p>
        </p:txBody>
      </p:sp>
      <p:sp>
        <p:nvSpPr>
          <p:cNvPr id="16" name="Rounded Rectangle 15"/>
          <p:cNvSpPr/>
          <p:nvPr/>
        </p:nvSpPr>
        <p:spPr>
          <a:xfrm>
            <a:off x="5806440" y="136175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C0392B"/>
                </a:solidFill>
                <a:latin typeface="Calibri"/>
              </a:rPr>
              <a:t>❌ </a:t>
            </a:r>
            <a:r>
              <a:rPr sz="1300" b="1" i="0" dirty="0">
                <a:solidFill>
                  <a:srgbClr val="00446A"/>
                </a:solidFill>
                <a:latin typeface="Calibri"/>
              </a:rPr>
              <a:t>Forgetting the ON in a join. </a:t>
            </a:r>
          </a:p>
          <a:p>
            <a:pPr algn="l">
              <a:spcAft>
                <a:spcPts val="300"/>
              </a:spcAft>
            </a:pPr>
            <a:r>
              <a:rPr sz="1150" b="0" i="0" dirty="0">
                <a:solidFill>
                  <a:srgbClr val="1F2A33"/>
                </a:solidFill>
                <a:latin typeface="Calibri"/>
              </a:rPr>
              <a:t>Accidental CROSS JOIN — 10K × 10K = 100M rows, server crawls. Always write ON right after JOIN.</a:t>
            </a:r>
          </a:p>
        </p:txBody>
      </p:sp>
      <p:sp>
        <p:nvSpPr>
          <p:cNvPr id="17" name="Rounded Rectangle 16"/>
          <p:cNvSpPr/>
          <p:nvPr/>
        </p:nvSpPr>
        <p:spPr>
          <a:xfrm>
            <a:off x="457200" y="280720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C0392B"/>
                </a:solidFill>
                <a:latin typeface="Calibri"/>
              </a:rPr>
              <a:t>❌ </a:t>
            </a:r>
            <a:r>
              <a:rPr sz="1300" b="1" i="0">
                <a:solidFill>
                  <a:srgbClr val="00446A"/>
                </a:solidFill>
                <a:latin typeface="Calibri"/>
              </a:rPr>
              <a:t>Aggregates inside WHERE. </a:t>
            </a:r>
          </a:p>
          <a:p>
            <a:pPr algn="l">
              <a:spcAft>
                <a:spcPts val="300"/>
              </a:spcAft>
            </a:pPr>
            <a:r>
              <a:rPr sz="1150" b="0" i="0">
                <a:solidFill>
                  <a:srgbClr val="1F2A33"/>
                </a:solidFill>
                <a:latin typeface="Calibri"/>
              </a:rPr>
              <a:t>WHERE COUNT(*) &gt; 5 → error! Groups don't exist yet. Move it to HAVING.</a:t>
            </a:r>
          </a:p>
        </p:txBody>
      </p:sp>
      <p:sp>
        <p:nvSpPr>
          <p:cNvPr id="18" name="Rounded Rectangle 17"/>
          <p:cNvSpPr/>
          <p:nvPr/>
        </p:nvSpPr>
        <p:spPr>
          <a:xfrm>
            <a:off x="5806440" y="280720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C0392B"/>
                </a:solidFill>
                <a:latin typeface="Calibri"/>
              </a:rPr>
              <a:t>❌ </a:t>
            </a:r>
            <a:r>
              <a:rPr sz="1300" b="1" i="0" dirty="0">
                <a:solidFill>
                  <a:srgbClr val="00446A"/>
                </a:solidFill>
                <a:latin typeface="Calibri"/>
              </a:rPr>
              <a:t>Non-grouped column in SELECT. </a:t>
            </a:r>
          </a:p>
          <a:p>
            <a:pPr algn="l">
              <a:spcAft>
                <a:spcPts val="300"/>
              </a:spcAft>
            </a:pPr>
            <a:r>
              <a:rPr sz="1150" b="0" i="0" dirty="0">
                <a:solidFill>
                  <a:srgbClr val="1F2A33"/>
                </a:solidFill>
                <a:latin typeface="Calibri"/>
              </a:rPr>
              <a:t>SELECT Name, </a:t>
            </a:r>
            <a:r>
              <a:rPr sz="1150" b="0" i="0" dirty="0" err="1">
                <a:solidFill>
                  <a:srgbClr val="1F2A33"/>
                </a:solidFill>
                <a:latin typeface="Calibri"/>
              </a:rPr>
              <a:t>DeptID</a:t>
            </a:r>
            <a:r>
              <a:rPr sz="1150" b="0" i="0" dirty="0">
                <a:solidFill>
                  <a:srgbClr val="1F2A33"/>
                </a:solidFill>
                <a:latin typeface="Calibri"/>
              </a:rPr>
              <a:t> ... GROUP BY </a:t>
            </a:r>
            <a:r>
              <a:rPr sz="1150" b="0" i="0" dirty="0" err="1">
                <a:solidFill>
                  <a:srgbClr val="1F2A33"/>
                </a:solidFill>
                <a:latin typeface="Calibri"/>
              </a:rPr>
              <a:t>DeptID</a:t>
            </a:r>
            <a:r>
              <a:rPr sz="1150" b="0" i="0" dirty="0">
                <a:solidFill>
                  <a:srgbClr val="1F2A33"/>
                </a:solidFill>
                <a:latin typeface="Calibri"/>
              </a:rPr>
              <a:t> → error. Every non-aggregated column must be in GROUP BY.</a:t>
            </a:r>
          </a:p>
        </p:txBody>
      </p:sp>
      <p:sp>
        <p:nvSpPr>
          <p:cNvPr id="19" name="Rounded Rectangle 18"/>
          <p:cNvSpPr/>
          <p:nvPr/>
        </p:nvSpPr>
        <p:spPr>
          <a:xfrm>
            <a:off x="457200" y="425265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C0392B"/>
                </a:solidFill>
                <a:latin typeface="Calibri"/>
              </a:rPr>
              <a:t>❌ </a:t>
            </a:r>
            <a:r>
              <a:rPr sz="1300" b="1" i="0" dirty="0">
                <a:solidFill>
                  <a:srgbClr val="00446A"/>
                </a:solidFill>
                <a:latin typeface="Calibri"/>
              </a:rPr>
              <a:t>UPDATE / DELETE without WHERE. </a:t>
            </a:r>
          </a:p>
          <a:p>
            <a:pPr algn="l">
              <a:spcAft>
                <a:spcPts val="300"/>
              </a:spcAft>
            </a:pPr>
            <a:r>
              <a:rPr sz="1150" b="0" i="0" dirty="0">
                <a:solidFill>
                  <a:srgbClr val="1F2A33"/>
                </a:solidFill>
                <a:latin typeface="Calibri"/>
              </a:rPr>
              <a:t>The classic career-limiting move — every row updated. Preview with SELECT first!</a:t>
            </a:r>
          </a:p>
        </p:txBody>
      </p:sp>
      <p:sp>
        <p:nvSpPr>
          <p:cNvPr id="20" name="Rounded Rectangle 19"/>
          <p:cNvSpPr/>
          <p:nvPr/>
        </p:nvSpPr>
        <p:spPr>
          <a:xfrm>
            <a:off x="5806440" y="4252658"/>
            <a:ext cx="5349240" cy="1417320"/>
          </a:xfrm>
          <a:prstGeom prst="roundRect">
            <a:avLst>
              <a:gd name="adj" fmla="val 10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C0392B"/>
                </a:solidFill>
                <a:latin typeface="Calibri"/>
              </a:rPr>
              <a:t>❌ </a:t>
            </a:r>
            <a:r>
              <a:rPr sz="1300" b="1" i="0" dirty="0">
                <a:solidFill>
                  <a:srgbClr val="00446A"/>
                </a:solidFill>
                <a:latin typeface="Calibri"/>
              </a:rPr>
              <a:t>Trusting UNION blindly. </a:t>
            </a:r>
          </a:p>
          <a:p>
            <a:pPr algn="l">
              <a:spcAft>
                <a:spcPts val="300"/>
              </a:spcAft>
            </a:pPr>
            <a:r>
              <a:rPr sz="1150" b="0" i="0" dirty="0">
                <a:solidFill>
                  <a:srgbClr val="1F2A33"/>
                </a:solidFill>
                <a:latin typeface="Calibri"/>
              </a:rPr>
              <a:t>UNION silently drops duplicate rows — totals go wrong. For merging full data use UNION ALL.</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dirty="0">
                <a:ea typeface="+mj-lt"/>
                <a:cs typeface="+mj-lt"/>
              </a:rPr>
              <a:t>Quick Quiz – Let's Play! 🎯</a:t>
            </a:r>
            <a:endParaRPr lang="en-US" dirty="0"/>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25</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Shout your answers! First correct answer gets bragging rights (and maybe chocolate 🍫)</a:t>
            </a:r>
          </a:p>
        </p:txBody>
      </p:sp>
      <p:sp>
        <p:nvSpPr>
          <p:cNvPr id="16" name="Rounded Rectangle 15"/>
          <p:cNvSpPr/>
          <p:nvPr/>
        </p:nvSpPr>
        <p:spPr>
          <a:xfrm>
            <a:off x="457200" y="1371600"/>
            <a:ext cx="3730752"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a:solidFill>
                  <a:srgbClr val="00A0DD"/>
                </a:solidFill>
                <a:latin typeface="Calibri"/>
              </a:rPr>
              <a:t>Q1</a:t>
            </a:r>
          </a:p>
          <a:p>
            <a:pPr algn="l">
              <a:spcAft>
                <a:spcPts val="300"/>
              </a:spcAft>
            </a:pPr>
            <a:r>
              <a:rPr sz="1250" b="0" i="0">
                <a:solidFill>
                  <a:srgbClr val="1F2A33"/>
                </a:solidFill>
                <a:latin typeface="Calibri"/>
              </a:rPr>
              <a:t>Employees has 1,000 rows in 8 departments.</a:t>
            </a:r>
          </a:p>
          <a:p>
            <a:pPr algn="l">
              <a:spcAft>
                <a:spcPts val="300"/>
              </a:spcAft>
            </a:pPr>
            <a:r>
              <a:rPr sz="1250" b="0" i="0">
                <a:solidFill>
                  <a:srgbClr val="1F2A33"/>
                </a:solidFill>
                <a:latin typeface="Calibri"/>
              </a:rPr>
              <a:t>How many rows does GROUP BY DeptID return?</a:t>
            </a:r>
          </a:p>
        </p:txBody>
      </p:sp>
      <p:sp>
        <p:nvSpPr>
          <p:cNvPr id="17" name="Rounded Rectangle 16"/>
          <p:cNvSpPr/>
          <p:nvPr/>
        </p:nvSpPr>
        <p:spPr>
          <a:xfrm>
            <a:off x="4169664" y="1371600"/>
            <a:ext cx="3547872"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dirty="0">
                <a:solidFill>
                  <a:srgbClr val="00A0DD"/>
                </a:solidFill>
                <a:latin typeface="Calibri"/>
              </a:rPr>
              <a:t>Q2</a:t>
            </a:r>
          </a:p>
          <a:p>
            <a:pPr algn="l">
              <a:spcAft>
                <a:spcPts val="300"/>
              </a:spcAft>
            </a:pPr>
            <a:r>
              <a:rPr sz="1250" b="0" i="0" dirty="0">
                <a:solidFill>
                  <a:srgbClr val="1F2A33"/>
                </a:solidFill>
                <a:latin typeface="Calibri"/>
              </a:rPr>
              <a:t>Which query finds employees WITHOUT a department —</a:t>
            </a:r>
          </a:p>
          <a:p>
            <a:pPr algn="l">
              <a:spcAft>
                <a:spcPts val="300"/>
              </a:spcAft>
            </a:pPr>
            <a:r>
              <a:rPr sz="1250" b="0" i="0" dirty="0">
                <a:solidFill>
                  <a:srgbClr val="1F2A33"/>
                </a:solidFill>
                <a:latin typeface="Calibri"/>
              </a:rPr>
              <a:t>INNER JOIN or LEFT JOIN ... WHERE </a:t>
            </a:r>
            <a:r>
              <a:rPr sz="1250" b="0" i="0" dirty="0" err="1">
                <a:solidFill>
                  <a:srgbClr val="1F2A33"/>
                </a:solidFill>
                <a:latin typeface="Calibri"/>
              </a:rPr>
              <a:t>d.DeptID</a:t>
            </a:r>
            <a:r>
              <a:rPr sz="1250" b="0" i="0" dirty="0">
                <a:solidFill>
                  <a:srgbClr val="1F2A33"/>
                </a:solidFill>
                <a:latin typeface="Calibri"/>
              </a:rPr>
              <a:t> IS NULL?</a:t>
            </a:r>
          </a:p>
        </p:txBody>
      </p:sp>
      <p:sp>
        <p:nvSpPr>
          <p:cNvPr id="18" name="Rounded Rectangle 17"/>
          <p:cNvSpPr/>
          <p:nvPr/>
        </p:nvSpPr>
        <p:spPr>
          <a:xfrm>
            <a:off x="7717536" y="1325880"/>
            <a:ext cx="3547872"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dirty="0">
                <a:solidFill>
                  <a:srgbClr val="00A0DD"/>
                </a:solidFill>
                <a:latin typeface="Calibri"/>
              </a:rPr>
              <a:t>Q3</a:t>
            </a:r>
          </a:p>
          <a:p>
            <a:pPr algn="l">
              <a:spcAft>
                <a:spcPts val="300"/>
              </a:spcAft>
            </a:pPr>
            <a:r>
              <a:rPr sz="1250" b="0" i="0" dirty="0">
                <a:solidFill>
                  <a:srgbClr val="1F2A33"/>
                </a:solidFill>
                <a:latin typeface="Calibri"/>
              </a:rPr>
              <a:t>Scores: 95, 88, 88, 76.</a:t>
            </a:r>
          </a:p>
          <a:p>
            <a:pPr algn="l">
              <a:spcAft>
                <a:spcPts val="300"/>
              </a:spcAft>
            </a:pPr>
            <a:r>
              <a:rPr sz="1250" b="0" i="0" dirty="0">
                <a:solidFill>
                  <a:srgbClr val="1F2A33"/>
                </a:solidFill>
                <a:latin typeface="Calibri"/>
              </a:rPr>
              <a:t>What does DENSE_RANK give the last student?</a:t>
            </a:r>
          </a:p>
        </p:txBody>
      </p:sp>
      <p:sp>
        <p:nvSpPr>
          <p:cNvPr id="19" name="Rounded Rectangle 18"/>
          <p:cNvSpPr/>
          <p:nvPr/>
        </p:nvSpPr>
        <p:spPr>
          <a:xfrm>
            <a:off x="464935" y="3322296"/>
            <a:ext cx="3775065"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a:solidFill>
                  <a:srgbClr val="00A0DD"/>
                </a:solidFill>
                <a:latin typeface="Calibri"/>
              </a:rPr>
              <a:t>Q4</a:t>
            </a:r>
          </a:p>
          <a:p>
            <a:pPr algn="l">
              <a:spcAft>
                <a:spcPts val="300"/>
              </a:spcAft>
            </a:pPr>
            <a:r>
              <a:rPr sz="1250" b="0" i="0">
                <a:solidFill>
                  <a:srgbClr val="1F2A33"/>
                </a:solidFill>
                <a:latin typeface="Calibri"/>
              </a:rPr>
              <a:t>TRUNCATE or DELETE —</a:t>
            </a:r>
          </a:p>
          <a:p>
            <a:pPr algn="l">
              <a:spcAft>
                <a:spcPts val="300"/>
              </a:spcAft>
            </a:pPr>
            <a:r>
              <a:rPr sz="1250" b="0" i="0">
                <a:solidFill>
                  <a:srgbClr val="1F2A33"/>
                </a:solidFill>
                <a:latin typeface="Calibri"/>
              </a:rPr>
              <a:t>which one can use a WHERE clause?</a:t>
            </a:r>
          </a:p>
        </p:txBody>
      </p:sp>
      <p:sp>
        <p:nvSpPr>
          <p:cNvPr id="20" name="Rounded Rectangle 19"/>
          <p:cNvSpPr/>
          <p:nvPr/>
        </p:nvSpPr>
        <p:spPr>
          <a:xfrm>
            <a:off x="4240001" y="3331440"/>
            <a:ext cx="3547872"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a:solidFill>
                  <a:srgbClr val="00A0DD"/>
                </a:solidFill>
                <a:latin typeface="Calibri"/>
              </a:rPr>
              <a:t>Q5</a:t>
            </a:r>
          </a:p>
          <a:p>
            <a:pPr algn="l">
              <a:spcAft>
                <a:spcPts val="300"/>
              </a:spcAft>
            </a:pPr>
            <a:r>
              <a:rPr sz="1250" b="0" i="0">
                <a:solidFill>
                  <a:srgbClr val="1F2A33"/>
                </a:solidFill>
                <a:latin typeface="Calibri"/>
              </a:rPr>
              <a:t>COALESCE(NULL, 'A', NULL, 'B') returns…?</a:t>
            </a:r>
          </a:p>
        </p:txBody>
      </p:sp>
      <p:sp>
        <p:nvSpPr>
          <p:cNvPr id="21" name="Rounded Rectangle 20"/>
          <p:cNvSpPr/>
          <p:nvPr/>
        </p:nvSpPr>
        <p:spPr>
          <a:xfrm>
            <a:off x="7769584" y="3254915"/>
            <a:ext cx="3547872" cy="196596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600" b="1" i="0">
                <a:solidFill>
                  <a:srgbClr val="00A0DD"/>
                </a:solidFill>
                <a:latin typeface="Calibri"/>
              </a:rPr>
              <a:t>Q6</a:t>
            </a:r>
          </a:p>
          <a:p>
            <a:pPr algn="l">
              <a:spcAft>
                <a:spcPts val="300"/>
              </a:spcAft>
            </a:pPr>
            <a:r>
              <a:rPr sz="1250" b="0" i="0">
                <a:solidFill>
                  <a:srgbClr val="1F2A33"/>
                </a:solidFill>
                <a:latin typeface="Calibri"/>
              </a:rPr>
              <a:t>True or False: UNION ALL is faster than UNION.</a:t>
            </a:r>
          </a:p>
        </p:txBody>
      </p:sp>
      <p:sp>
        <p:nvSpPr>
          <p:cNvPr id="22" name="TextBox 21"/>
          <p:cNvSpPr txBox="1"/>
          <p:nvPr/>
        </p:nvSpPr>
        <p:spPr>
          <a:xfrm>
            <a:off x="457200" y="5715000"/>
            <a:ext cx="10881360" cy="411480"/>
          </a:xfrm>
          <a:prstGeom prst="rect">
            <a:avLst/>
          </a:prstGeom>
          <a:noFill/>
        </p:spPr>
        <p:txBody>
          <a:bodyPr wrap="square" lIns="0" tIns="0" rIns="0" bIns="0" anchor="t">
            <a:spAutoFit/>
          </a:bodyPr>
          <a:lstStyle/>
          <a:p>
            <a:pPr algn="l">
              <a:spcAft>
                <a:spcPts val="400"/>
              </a:spcAft>
            </a:pPr>
            <a:r>
              <a:rPr sz="1200" b="0" i="1">
                <a:solidFill>
                  <a:srgbClr val="77787B"/>
                </a:solidFill>
                <a:latin typeface="Calibri"/>
              </a:rPr>
              <a:t>Answers are in the speaker notes — don't peek! 😄</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The Journey So Far – Your SQL Toolbox</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26</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365760"/>
          </a:xfrm>
          <a:prstGeom prst="rect">
            <a:avLst/>
          </a:prstGeom>
          <a:noFill/>
        </p:spPr>
        <p:txBody>
          <a:bodyPr wrap="square" lIns="0" tIns="0" rIns="0" bIns="0" anchor="t">
            <a:spAutoFit/>
          </a:bodyPr>
          <a:lstStyle/>
          <a:p>
            <a:pPr algn="l">
              <a:spcAft>
                <a:spcPts val="400"/>
              </a:spcAft>
            </a:pPr>
            <a:r>
              <a:rPr sz="1400" b="0" i="1">
                <a:solidFill>
                  <a:srgbClr val="77787B"/>
                </a:solidFill>
                <a:latin typeface="Calibri"/>
              </a:rPr>
              <a:t>In 100 minutes you went from 'what is a database?' to reading production-grade queries:</a:t>
            </a:r>
          </a:p>
        </p:txBody>
      </p:sp>
      <p:sp>
        <p:nvSpPr>
          <p:cNvPr id="16" name="Rounded Rectangle 15"/>
          <p:cNvSpPr/>
          <p:nvPr/>
        </p:nvSpPr>
        <p:spPr>
          <a:xfrm>
            <a:off x="457200" y="1417320"/>
            <a:ext cx="3628910"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a:solidFill>
                  <a:srgbClr val="00446A"/>
                </a:solidFill>
                <a:latin typeface="Calibri"/>
              </a:rPr>
              <a:t>🗄️  Foundations</a:t>
            </a:r>
          </a:p>
          <a:p>
            <a:pPr algn="l">
              <a:spcAft>
                <a:spcPts val="300"/>
              </a:spcAft>
            </a:pPr>
            <a:r>
              <a:rPr sz="1150" b="0" i="0">
                <a:solidFill>
                  <a:srgbClr val="1F2A33"/>
                </a:solidFill>
                <a:latin typeface="Calibri"/>
              </a:rPr>
              <a:t>Tables · PK/FK · NULL · RDBMS</a:t>
            </a:r>
          </a:p>
        </p:txBody>
      </p:sp>
      <p:sp>
        <p:nvSpPr>
          <p:cNvPr id="17" name="Rounded Rectangle 16"/>
          <p:cNvSpPr/>
          <p:nvPr/>
        </p:nvSpPr>
        <p:spPr>
          <a:xfrm>
            <a:off x="4106914" y="1392912"/>
            <a:ext cx="3628910"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dirty="0">
                <a:solidFill>
                  <a:srgbClr val="00446A"/>
                </a:solidFill>
                <a:latin typeface="Calibri"/>
              </a:rPr>
              <a:t>🔍  Reading data</a:t>
            </a:r>
          </a:p>
          <a:p>
            <a:pPr algn="l">
              <a:spcAft>
                <a:spcPts val="300"/>
              </a:spcAft>
            </a:pPr>
            <a:r>
              <a:rPr sz="1150" b="0" i="0" dirty="0">
                <a:solidFill>
                  <a:srgbClr val="1F2A33"/>
                </a:solidFill>
                <a:latin typeface="Calibri"/>
              </a:rPr>
              <a:t>SELECT · WHERE · LIKE · IN · BETWEEN</a:t>
            </a:r>
          </a:p>
        </p:txBody>
      </p:sp>
      <p:sp>
        <p:nvSpPr>
          <p:cNvPr id="18" name="Rounded Rectangle 17"/>
          <p:cNvSpPr/>
          <p:nvPr/>
        </p:nvSpPr>
        <p:spPr>
          <a:xfrm>
            <a:off x="7735824" y="1392912"/>
            <a:ext cx="3547872"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dirty="0">
                <a:solidFill>
                  <a:srgbClr val="00446A"/>
                </a:solidFill>
                <a:latin typeface="Calibri"/>
              </a:rPr>
              <a:t>📊  </a:t>
            </a:r>
            <a:r>
              <a:rPr sz="1400" b="1" i="0" dirty="0" err="1">
                <a:solidFill>
                  <a:srgbClr val="00446A"/>
                </a:solidFill>
                <a:latin typeface="Calibri"/>
              </a:rPr>
              <a:t>Summarising</a:t>
            </a:r>
            <a:endParaRPr sz="1400" b="1" i="0" dirty="0">
              <a:solidFill>
                <a:srgbClr val="00446A"/>
              </a:solidFill>
              <a:latin typeface="Calibri"/>
            </a:endParaRPr>
          </a:p>
          <a:p>
            <a:pPr algn="l">
              <a:spcAft>
                <a:spcPts val="300"/>
              </a:spcAft>
            </a:pPr>
            <a:r>
              <a:rPr sz="1150" b="0" i="0" dirty="0">
                <a:solidFill>
                  <a:srgbClr val="1F2A33"/>
                </a:solidFill>
                <a:latin typeface="Calibri"/>
              </a:rPr>
              <a:t>GROUP BY · HAVING · COUNT/SUM/AVG</a:t>
            </a:r>
          </a:p>
        </p:txBody>
      </p:sp>
      <p:sp>
        <p:nvSpPr>
          <p:cNvPr id="19" name="Rounded Rectangle 18"/>
          <p:cNvSpPr/>
          <p:nvPr/>
        </p:nvSpPr>
        <p:spPr>
          <a:xfrm>
            <a:off x="457200" y="2880360"/>
            <a:ext cx="3628910"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a:solidFill>
                  <a:srgbClr val="00446A"/>
                </a:solidFill>
                <a:latin typeface="Calibri"/>
              </a:rPr>
              <a:t>🔗  Combining</a:t>
            </a:r>
          </a:p>
          <a:p>
            <a:pPr algn="l">
              <a:spcAft>
                <a:spcPts val="300"/>
              </a:spcAft>
            </a:pPr>
            <a:r>
              <a:rPr sz="1150" b="0" i="0">
                <a:solidFill>
                  <a:srgbClr val="1F2A33"/>
                </a:solidFill>
                <a:latin typeface="Calibri"/>
              </a:rPr>
              <a:t>INNER/LEFT/RIGHT/FULL/SELF joins · UNION</a:t>
            </a:r>
          </a:p>
        </p:txBody>
      </p:sp>
      <p:sp>
        <p:nvSpPr>
          <p:cNvPr id="20" name="Rounded Rectangle 19"/>
          <p:cNvSpPr/>
          <p:nvPr/>
        </p:nvSpPr>
        <p:spPr>
          <a:xfrm>
            <a:off x="4086110" y="2871216"/>
            <a:ext cx="3649714"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a:solidFill>
                  <a:srgbClr val="00446A"/>
                </a:solidFill>
                <a:latin typeface="Calibri"/>
              </a:rPr>
              <a:t>🛠️  Power tools</a:t>
            </a:r>
          </a:p>
          <a:p>
            <a:pPr algn="l">
              <a:spcAft>
                <a:spcPts val="300"/>
              </a:spcAft>
            </a:pPr>
            <a:r>
              <a:rPr sz="1150" b="0" i="0">
                <a:solidFill>
                  <a:srgbClr val="1F2A33"/>
                </a:solidFill>
                <a:latin typeface="Calibri"/>
              </a:rPr>
              <a:t>Subqueries · COALESCE · ROW_NUMBER/RANK</a:t>
            </a:r>
          </a:p>
        </p:txBody>
      </p:sp>
      <p:sp>
        <p:nvSpPr>
          <p:cNvPr id="21" name="Rounded Rectangle 20"/>
          <p:cNvSpPr/>
          <p:nvPr/>
        </p:nvSpPr>
        <p:spPr>
          <a:xfrm>
            <a:off x="7780286" y="2852928"/>
            <a:ext cx="3649714" cy="1234440"/>
          </a:xfrm>
          <a:prstGeom prst="roundRect">
            <a:avLst>
              <a:gd name="adj" fmla="val 12000"/>
            </a:avLst>
          </a:prstGeom>
          <a:solidFill>
            <a:srgbClr val="FFFFFF"/>
          </a:solidFill>
          <a:ln w="19050">
            <a:solidFill>
              <a:srgbClr val="00A0DD"/>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73152" rtlCol="0" anchor="t"/>
          <a:lstStyle/>
          <a:p>
            <a:pPr algn="l">
              <a:spcAft>
                <a:spcPts val="300"/>
              </a:spcAft>
            </a:pPr>
            <a:r>
              <a:rPr sz="1400" b="1" i="0">
                <a:solidFill>
                  <a:srgbClr val="00446A"/>
                </a:solidFill>
                <a:latin typeface="Calibri"/>
              </a:rPr>
              <a:t>🛡️  Discipline</a:t>
            </a:r>
          </a:p>
          <a:p>
            <a:pPr algn="l">
              <a:spcAft>
                <a:spcPts val="300"/>
              </a:spcAft>
            </a:pPr>
            <a:r>
              <a:rPr sz="1150" b="0" i="0">
                <a:solidFill>
                  <a:srgbClr val="1F2A33"/>
                </a:solidFill>
                <a:latin typeface="Calibri"/>
              </a:rPr>
              <a:t>Safe deletes · parameters · best practices</a:t>
            </a:r>
          </a:p>
        </p:txBody>
      </p:sp>
      <p:sp>
        <p:nvSpPr>
          <p:cNvPr id="22" name="Rounded Rectangle 21"/>
          <p:cNvSpPr/>
          <p:nvPr/>
        </p:nvSpPr>
        <p:spPr>
          <a:xfrm>
            <a:off x="457200" y="4572000"/>
            <a:ext cx="10881360" cy="1188720"/>
          </a:xfrm>
          <a:prstGeom prst="roundRect">
            <a:avLst>
              <a:gd name="adj" fmla="val 12000"/>
            </a:avLst>
          </a:prstGeom>
          <a:solidFill>
            <a:srgbClr val="00446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46304" rIns="128016" bIns="73152" rtlCol="0" anchor="t"/>
          <a:lstStyle/>
          <a:p>
            <a:pPr algn="l">
              <a:spcAft>
                <a:spcPts val="300"/>
              </a:spcAft>
            </a:pPr>
            <a:r>
              <a:rPr sz="1400" b="1" i="0">
                <a:solidFill>
                  <a:srgbClr val="FCAF17"/>
                </a:solidFill>
                <a:latin typeface="Calibri"/>
              </a:rPr>
              <a:t>🚀 What's next after today?</a:t>
            </a:r>
          </a:p>
          <a:p>
            <a:pPr algn="l">
              <a:spcAft>
                <a:spcPts val="300"/>
              </a:spcAft>
            </a:pPr>
            <a:r>
              <a:rPr sz="1250" b="0" i="0">
                <a:solidFill>
                  <a:srgbClr val="FFFFFF"/>
                </a:solidFill>
                <a:latin typeface="Calibri"/>
              </a:rPr>
              <a:t>Practice 15 minutes daily on the exercise DB · try HackerRank / LeetCode SQL easy problems · read one query in our codebase every day and explain it to yourself.</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8C968-197F-04DA-59B3-28F09C5770D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7DD83CE-923C-CBCA-95EB-4922DCDFBDC0}"/>
              </a:ext>
            </a:extLst>
          </p:cNvPr>
          <p:cNvSpPr>
            <a:spLocks noGrp="1"/>
          </p:cNvSpPr>
          <p:nvPr>
            <p:ph type="dt" sz="half" idx="15"/>
          </p:nvPr>
        </p:nvSpPr>
        <p:spPr/>
        <p:txBody>
          <a:bodyPr/>
          <a:lstStyle/>
          <a:p>
            <a:fld id="{86E08D24-9AFA-434C-9914-D4EE76D7A6F1}" type="datetime1">
              <a:rPr lang="en-US" smtClean="0"/>
              <a:t>9/1/2026</a:t>
            </a:fld>
            <a:endParaRPr lang="en-US"/>
          </a:p>
        </p:txBody>
      </p:sp>
      <p:sp>
        <p:nvSpPr>
          <p:cNvPr id="3" name="Footer Placeholder 2">
            <a:extLst>
              <a:ext uri="{FF2B5EF4-FFF2-40B4-BE49-F238E27FC236}">
                <a16:creationId xmlns:a16="http://schemas.microsoft.com/office/drawing/2014/main" id="{5383F127-560B-EFFA-6733-AB91BCEE61CD}"/>
              </a:ext>
            </a:extLst>
          </p:cNvPr>
          <p:cNvSpPr>
            <a:spLocks noGrp="1"/>
          </p:cNvSpPr>
          <p:nvPr>
            <p:ph type="ftr" sz="quarter" idx="16"/>
          </p:nvPr>
        </p:nvSpPr>
        <p:spPr/>
        <p:txBody>
          <a:bodyPr/>
          <a:lstStyle/>
          <a:p>
            <a:endParaRPr lang="en-US"/>
          </a:p>
        </p:txBody>
      </p:sp>
      <p:sp>
        <p:nvSpPr>
          <p:cNvPr id="4" name="Slide Number Placeholder 3">
            <a:extLst>
              <a:ext uri="{FF2B5EF4-FFF2-40B4-BE49-F238E27FC236}">
                <a16:creationId xmlns:a16="http://schemas.microsoft.com/office/drawing/2014/main" id="{C5395995-FA95-5CE1-3ECE-A0BEB05360AB}"/>
              </a:ext>
            </a:extLst>
          </p:cNvPr>
          <p:cNvSpPr>
            <a:spLocks noGrp="1"/>
          </p:cNvSpPr>
          <p:nvPr>
            <p:ph type="sldNum" sz="quarter" idx="17"/>
          </p:nvPr>
        </p:nvSpPr>
        <p:spPr/>
        <p:txBody>
          <a:bodyPr/>
          <a:lstStyle/>
          <a:p>
            <a:fld id="{23AA811B-2EBD-4900-905E-5BE206449611}" type="slidenum">
              <a:rPr lang="en-US" smtClean="0"/>
              <a:pPr/>
              <a:t>27</a:t>
            </a:fld>
            <a:endParaRPr lang="en-US"/>
          </a:p>
        </p:txBody>
      </p:sp>
      <p:sp>
        <p:nvSpPr>
          <p:cNvPr id="5" name="Title 4">
            <a:extLst>
              <a:ext uri="{FF2B5EF4-FFF2-40B4-BE49-F238E27FC236}">
                <a16:creationId xmlns:a16="http://schemas.microsoft.com/office/drawing/2014/main" id="{49A6C5D7-AFBB-47EA-CBBA-A5B1DC1628D3}"/>
              </a:ext>
            </a:extLst>
          </p:cNvPr>
          <p:cNvSpPr>
            <a:spLocks noGrp="1"/>
          </p:cNvSpPr>
          <p:nvPr>
            <p:ph type="ctrTitle"/>
          </p:nvPr>
        </p:nvSpPr>
        <p:spPr>
          <a:xfrm>
            <a:off x="914400" y="1717200"/>
            <a:ext cx="7956000" cy="1286506"/>
          </a:xfrm>
        </p:spPr>
        <p:txBody>
          <a:bodyPr/>
          <a:lstStyle/>
          <a:p>
            <a:r>
              <a:rPr lang="en-US"/>
              <a:t>Hands-on Exercises – Your Turn! 💪</a:t>
            </a:r>
          </a:p>
        </p:txBody>
      </p:sp>
    </p:spTree>
    <p:extLst>
      <p:ext uri="{BB962C8B-B14F-4D97-AF65-F5344CB8AC3E}">
        <p14:creationId xmlns:p14="http://schemas.microsoft.com/office/powerpoint/2010/main" val="1217353825"/>
      </p:ext>
    </p:extLst>
  </p:cSld>
  <p:clrMapOvr>
    <a:masterClrMapping/>
  </p:clrMapOvr>
  <mc:AlternateContent xmlns:mc="http://schemas.openxmlformats.org/markup-compatibility/2006" xmlns:p14="http://schemas.microsoft.com/office/powerpoint/2010/main">
    <mc:Choice Requires="p14">
      <p:transition spd="slow" p14:dur="2000" advTm="50871"/>
    </mc:Choice>
    <mc:Fallback xmlns="">
      <p:transition spd="slow" advTm="5087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dirty="0">
                <a:ea typeface="+mj-lt"/>
                <a:cs typeface="+mj-lt"/>
              </a:rPr>
              <a:t>Exercises – Level 1: Warm-up 🔥</a:t>
            </a:r>
            <a:endParaRPr lang="en-US" dirty="0"/>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28</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411480"/>
          </a:xfrm>
          <a:prstGeom prst="rect">
            <a:avLst/>
          </a:prstGeom>
          <a:noFill/>
        </p:spPr>
        <p:txBody>
          <a:bodyPr wrap="square" lIns="0" tIns="0" rIns="0" bIns="0" anchor="t">
            <a:spAutoFit/>
          </a:bodyPr>
          <a:lstStyle/>
          <a:p>
            <a:pPr algn="l">
              <a:spcAft>
                <a:spcPts val="400"/>
              </a:spcAft>
            </a:pPr>
            <a:r>
              <a:rPr sz="1350" b="0" i="1">
                <a:solidFill>
                  <a:srgbClr val="77787B"/>
                </a:solidFill>
                <a:latin typeface="Calibri"/>
              </a:rPr>
              <a:t>Use the Employees &amp; Departments tables from today. Write, run, and verify each query. (~8 min)</a:t>
            </a:r>
          </a:p>
        </p:txBody>
      </p:sp>
      <p:sp>
        <p:nvSpPr>
          <p:cNvPr id="16" name="Rounded Rectangle 15"/>
          <p:cNvSpPr/>
          <p:nvPr/>
        </p:nvSpPr>
        <p:spPr>
          <a:xfrm>
            <a:off x="457199" y="1377720"/>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00A0DD"/>
                </a:solidFill>
                <a:latin typeface="Calibri"/>
              </a:rPr>
              <a:t>Ex 1  </a:t>
            </a:r>
            <a:r>
              <a:rPr sz="1150" b="1" i="0">
                <a:solidFill>
                  <a:srgbClr val="77787B"/>
                </a:solidFill>
                <a:latin typeface="Courier New"/>
              </a:rPr>
              <a:t>SELECT + WHERE</a:t>
            </a:r>
          </a:p>
          <a:p>
            <a:pPr algn="l">
              <a:spcAft>
                <a:spcPts val="300"/>
              </a:spcAft>
            </a:pPr>
            <a:r>
              <a:rPr sz="1250" b="0" i="0">
                <a:solidFill>
                  <a:srgbClr val="1F2A33"/>
                </a:solidFill>
                <a:latin typeface="Calibri"/>
              </a:rPr>
              <a:t>List Name and Salary of all employees earning more than 52,000.</a:t>
            </a:r>
          </a:p>
        </p:txBody>
      </p:sp>
      <p:sp>
        <p:nvSpPr>
          <p:cNvPr id="17" name="Rounded Rectangle 16"/>
          <p:cNvSpPr/>
          <p:nvPr/>
        </p:nvSpPr>
        <p:spPr>
          <a:xfrm>
            <a:off x="5806439" y="1377720"/>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00A0DD"/>
                </a:solidFill>
                <a:latin typeface="Calibri"/>
              </a:rPr>
              <a:t>Ex 2  </a:t>
            </a:r>
            <a:r>
              <a:rPr sz="1150" b="1" i="0">
                <a:solidFill>
                  <a:srgbClr val="77787B"/>
                </a:solidFill>
                <a:latin typeface="Courier New"/>
              </a:rPr>
              <a:t>LIKE</a:t>
            </a:r>
          </a:p>
          <a:p>
            <a:pPr algn="l">
              <a:spcAft>
                <a:spcPts val="300"/>
              </a:spcAft>
            </a:pPr>
            <a:r>
              <a:rPr sz="1250" b="0" i="0">
                <a:solidFill>
                  <a:srgbClr val="1F2A33"/>
                </a:solidFill>
                <a:latin typeface="Calibri"/>
              </a:rPr>
              <a:t>Find all employees whose name starts with the letter 'P'.</a:t>
            </a:r>
          </a:p>
        </p:txBody>
      </p:sp>
      <p:sp>
        <p:nvSpPr>
          <p:cNvPr id="18" name="Rounded Rectangle 17"/>
          <p:cNvSpPr/>
          <p:nvPr/>
        </p:nvSpPr>
        <p:spPr>
          <a:xfrm>
            <a:off x="457199" y="2971800"/>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00A0DD"/>
                </a:solidFill>
                <a:latin typeface="Calibri"/>
              </a:rPr>
              <a:t>Ex 3  </a:t>
            </a:r>
            <a:r>
              <a:rPr sz="1150" b="1" i="0">
                <a:solidFill>
                  <a:srgbClr val="77787B"/>
                </a:solidFill>
                <a:latin typeface="Courier New"/>
              </a:rPr>
              <a:t>ORDER BY</a:t>
            </a:r>
          </a:p>
          <a:p>
            <a:pPr algn="l">
              <a:spcAft>
                <a:spcPts val="300"/>
              </a:spcAft>
            </a:pPr>
            <a:r>
              <a:rPr sz="1250" b="0" i="0">
                <a:solidFill>
                  <a:srgbClr val="1F2A33"/>
                </a:solidFill>
                <a:latin typeface="Calibri"/>
              </a:rPr>
              <a:t>Show all employees sorted by Salary — highest first.</a:t>
            </a:r>
          </a:p>
        </p:txBody>
      </p:sp>
      <p:sp>
        <p:nvSpPr>
          <p:cNvPr id="19" name="Rounded Rectangle 18"/>
          <p:cNvSpPr/>
          <p:nvPr/>
        </p:nvSpPr>
        <p:spPr>
          <a:xfrm>
            <a:off x="5806439" y="2971800"/>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00A0DD"/>
                </a:solidFill>
                <a:latin typeface="Calibri"/>
              </a:rPr>
              <a:t>Ex 4  </a:t>
            </a:r>
            <a:r>
              <a:rPr sz="1150" b="1" i="0">
                <a:solidFill>
                  <a:srgbClr val="77787B"/>
                </a:solidFill>
                <a:latin typeface="Courier New"/>
              </a:rPr>
              <a:t>Aggregates</a:t>
            </a:r>
          </a:p>
          <a:p>
            <a:pPr algn="l">
              <a:spcAft>
                <a:spcPts val="300"/>
              </a:spcAft>
            </a:pPr>
            <a:r>
              <a:rPr sz="1250" b="0" i="0">
                <a:solidFill>
                  <a:srgbClr val="1F2A33"/>
                </a:solidFill>
                <a:latin typeface="Calibri"/>
              </a:rPr>
              <a:t>Show the total, average, minimum and maximum salary of the company in one query.</a:t>
            </a:r>
          </a:p>
        </p:txBody>
      </p:sp>
      <p:sp>
        <p:nvSpPr>
          <p:cNvPr id="20" name="Rounded Rectangle 19"/>
          <p:cNvSpPr/>
          <p:nvPr/>
        </p:nvSpPr>
        <p:spPr>
          <a:xfrm>
            <a:off x="457200" y="4434840"/>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00A0DD"/>
                </a:solidFill>
                <a:latin typeface="Calibri"/>
              </a:rPr>
              <a:t>Ex 5  </a:t>
            </a:r>
            <a:r>
              <a:rPr sz="1150" b="1" i="0">
                <a:solidFill>
                  <a:srgbClr val="77787B"/>
                </a:solidFill>
                <a:latin typeface="Courier New"/>
              </a:rPr>
              <a:t>GROUP BY</a:t>
            </a:r>
          </a:p>
          <a:p>
            <a:pPr algn="l">
              <a:spcAft>
                <a:spcPts val="300"/>
              </a:spcAft>
            </a:pPr>
            <a:r>
              <a:rPr sz="1250" b="0" i="0">
                <a:solidFill>
                  <a:srgbClr val="1F2A33"/>
                </a:solidFill>
                <a:latin typeface="Calibri"/>
              </a:rPr>
              <a:t>Show each DeptID with its number of employees.</a:t>
            </a:r>
          </a:p>
        </p:txBody>
      </p:sp>
      <p:sp>
        <p:nvSpPr>
          <p:cNvPr id="21" name="Rounded Rectangle 20"/>
          <p:cNvSpPr/>
          <p:nvPr/>
        </p:nvSpPr>
        <p:spPr>
          <a:xfrm>
            <a:off x="5806439" y="4465152"/>
            <a:ext cx="5349240" cy="1298448"/>
          </a:xfrm>
          <a:prstGeom prst="roundRect">
            <a:avLst>
              <a:gd name="adj" fmla="val 10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00A0DD"/>
                </a:solidFill>
                <a:latin typeface="Calibri"/>
              </a:rPr>
              <a:t>Ex 6  </a:t>
            </a:r>
            <a:r>
              <a:rPr sz="1150" b="1" i="0" dirty="0">
                <a:solidFill>
                  <a:srgbClr val="77787B"/>
                </a:solidFill>
                <a:latin typeface="Courier New"/>
              </a:rPr>
              <a:t>HAVING</a:t>
            </a:r>
          </a:p>
          <a:p>
            <a:pPr algn="l">
              <a:spcAft>
                <a:spcPts val="300"/>
              </a:spcAft>
            </a:pPr>
            <a:r>
              <a:rPr sz="1250" b="0" i="0" dirty="0">
                <a:solidFill>
                  <a:srgbClr val="1F2A33"/>
                </a:solidFill>
                <a:latin typeface="Calibri"/>
              </a:rPr>
              <a:t>Show only those departments having more than 1 employee.</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dirty="0">
                <a:ea typeface="+mj-lt"/>
                <a:cs typeface="+mj-lt"/>
              </a:rPr>
              <a:t>Exercises – Level 2: Challenge 🚀</a:t>
            </a:r>
            <a:endParaRPr lang="en-US" dirty="0"/>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29</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TextBox 14"/>
          <p:cNvSpPr txBox="1"/>
          <p:nvPr/>
        </p:nvSpPr>
        <p:spPr>
          <a:xfrm>
            <a:off x="457200" y="960120"/>
            <a:ext cx="10972800" cy="411480"/>
          </a:xfrm>
          <a:prstGeom prst="rect">
            <a:avLst/>
          </a:prstGeom>
          <a:noFill/>
        </p:spPr>
        <p:txBody>
          <a:bodyPr wrap="square" lIns="0" tIns="0" rIns="0" bIns="0" anchor="t">
            <a:spAutoFit/>
          </a:bodyPr>
          <a:lstStyle/>
          <a:p>
            <a:pPr algn="l">
              <a:spcAft>
                <a:spcPts val="400"/>
              </a:spcAft>
            </a:pPr>
            <a:r>
              <a:rPr sz="1350" b="0" i="1">
                <a:solidFill>
                  <a:srgbClr val="77787B"/>
                </a:solidFill>
                <a:latin typeface="Calibri"/>
              </a:rPr>
              <a:t>Now combine concepts — exactly like real project work. Pair up if stuck! (~10 min)</a:t>
            </a:r>
          </a:p>
        </p:txBody>
      </p:sp>
      <p:sp>
        <p:nvSpPr>
          <p:cNvPr id="16" name="Rounded Rectangle 15"/>
          <p:cNvSpPr/>
          <p:nvPr/>
        </p:nvSpPr>
        <p:spPr>
          <a:xfrm>
            <a:off x="457200" y="1378191"/>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FCAF17"/>
                </a:solidFill>
                <a:latin typeface="Calibri"/>
              </a:rPr>
              <a:t>Ex 7  </a:t>
            </a:r>
            <a:r>
              <a:rPr sz="1150" b="1" i="0">
                <a:solidFill>
                  <a:srgbClr val="77787B"/>
                </a:solidFill>
                <a:latin typeface="Courier New"/>
              </a:rPr>
              <a:t>INNER JOIN</a:t>
            </a:r>
          </a:p>
          <a:p>
            <a:pPr algn="l">
              <a:spcAft>
                <a:spcPts val="300"/>
              </a:spcAft>
            </a:pPr>
            <a:r>
              <a:rPr sz="1250" b="0" i="0">
                <a:solidFill>
                  <a:srgbClr val="1F2A33"/>
                </a:solidFill>
                <a:latin typeface="Calibri"/>
              </a:rPr>
              <a:t>Show each employee's Name with their DeptName. Who is missing from the result, and why?</a:t>
            </a:r>
          </a:p>
        </p:txBody>
      </p:sp>
      <p:sp>
        <p:nvSpPr>
          <p:cNvPr id="17" name="Rounded Rectangle 16"/>
          <p:cNvSpPr/>
          <p:nvPr/>
        </p:nvSpPr>
        <p:spPr>
          <a:xfrm>
            <a:off x="5913434" y="1398888"/>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FCAF17"/>
                </a:solidFill>
                <a:latin typeface="Calibri"/>
              </a:rPr>
              <a:t>Ex 8  </a:t>
            </a:r>
            <a:r>
              <a:rPr sz="1150" b="1" i="0">
                <a:solidFill>
                  <a:srgbClr val="77787B"/>
                </a:solidFill>
                <a:latin typeface="Courier New"/>
              </a:rPr>
              <a:t>LEFT JOIN + IS NULL</a:t>
            </a:r>
          </a:p>
          <a:p>
            <a:pPr algn="l">
              <a:spcAft>
                <a:spcPts val="300"/>
              </a:spcAft>
            </a:pPr>
            <a:r>
              <a:rPr sz="1250" b="0" i="0">
                <a:solidFill>
                  <a:srgbClr val="1F2A33"/>
                </a:solidFill>
                <a:latin typeface="Calibri"/>
              </a:rPr>
              <a:t>List employees who have NO department assigned.</a:t>
            </a:r>
          </a:p>
        </p:txBody>
      </p:sp>
      <p:sp>
        <p:nvSpPr>
          <p:cNvPr id="18" name="Rounded Rectangle 17"/>
          <p:cNvSpPr/>
          <p:nvPr/>
        </p:nvSpPr>
        <p:spPr>
          <a:xfrm>
            <a:off x="457200" y="2971800"/>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FCAF17"/>
                </a:solidFill>
                <a:latin typeface="Calibri"/>
              </a:rPr>
              <a:t>Ex 9  </a:t>
            </a:r>
            <a:r>
              <a:rPr sz="1150" b="1" i="0">
                <a:solidFill>
                  <a:srgbClr val="77787B"/>
                </a:solidFill>
                <a:latin typeface="Courier New"/>
              </a:rPr>
              <a:t>JOIN + GROUP BY</a:t>
            </a:r>
          </a:p>
          <a:p>
            <a:pPr algn="l">
              <a:spcAft>
                <a:spcPts val="300"/>
              </a:spcAft>
            </a:pPr>
            <a:r>
              <a:rPr sz="1250" b="0" i="0">
                <a:solidFill>
                  <a:srgbClr val="1F2A33"/>
                </a:solidFill>
                <a:latin typeface="Calibri"/>
              </a:rPr>
              <a:t>Show each DeptName with its average salary, highest average first.</a:t>
            </a:r>
          </a:p>
        </p:txBody>
      </p:sp>
      <p:sp>
        <p:nvSpPr>
          <p:cNvPr id="19" name="Rounded Rectangle 18"/>
          <p:cNvSpPr/>
          <p:nvPr/>
        </p:nvSpPr>
        <p:spPr>
          <a:xfrm>
            <a:off x="5913434" y="2971800"/>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FCAF17"/>
                </a:solidFill>
                <a:latin typeface="Calibri"/>
              </a:rPr>
              <a:t>Ex 10  </a:t>
            </a:r>
            <a:r>
              <a:rPr sz="1150" b="1" i="0">
                <a:solidFill>
                  <a:srgbClr val="77787B"/>
                </a:solidFill>
                <a:latin typeface="Courier New"/>
              </a:rPr>
              <a:t>Subquery</a:t>
            </a:r>
          </a:p>
          <a:p>
            <a:pPr algn="l">
              <a:spcAft>
                <a:spcPts val="300"/>
              </a:spcAft>
            </a:pPr>
            <a:r>
              <a:rPr sz="1250" b="0" i="0">
                <a:solidFill>
                  <a:srgbClr val="1F2A33"/>
                </a:solidFill>
                <a:latin typeface="Calibri"/>
              </a:rPr>
              <a:t>List employees earning more than the company's average salary.</a:t>
            </a:r>
          </a:p>
        </p:txBody>
      </p:sp>
      <p:sp>
        <p:nvSpPr>
          <p:cNvPr id="20" name="Rounded Rectangle 19"/>
          <p:cNvSpPr/>
          <p:nvPr/>
        </p:nvSpPr>
        <p:spPr>
          <a:xfrm>
            <a:off x="457200" y="4434840"/>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dirty="0">
                <a:solidFill>
                  <a:srgbClr val="FCAF17"/>
                </a:solidFill>
                <a:latin typeface="Calibri"/>
              </a:rPr>
              <a:t>Ex 11  </a:t>
            </a:r>
            <a:r>
              <a:rPr sz="1150" b="1" i="0" dirty="0">
                <a:solidFill>
                  <a:srgbClr val="77787B"/>
                </a:solidFill>
                <a:latin typeface="Courier New"/>
              </a:rPr>
              <a:t>COALESCE</a:t>
            </a:r>
          </a:p>
          <a:p>
            <a:pPr algn="l">
              <a:spcAft>
                <a:spcPts val="300"/>
              </a:spcAft>
            </a:pPr>
            <a:r>
              <a:rPr sz="1250" b="0" i="0" dirty="0">
                <a:solidFill>
                  <a:srgbClr val="1F2A33"/>
                </a:solidFill>
                <a:latin typeface="Calibri"/>
              </a:rPr>
              <a:t>Show Name and </a:t>
            </a:r>
            <a:r>
              <a:rPr sz="1250" b="0" i="0" dirty="0" err="1">
                <a:solidFill>
                  <a:srgbClr val="1F2A33"/>
                </a:solidFill>
                <a:latin typeface="Calibri"/>
              </a:rPr>
              <a:t>DeptID</a:t>
            </a:r>
            <a:r>
              <a:rPr sz="1250" b="0" i="0" dirty="0">
                <a:solidFill>
                  <a:srgbClr val="1F2A33"/>
                </a:solidFill>
                <a:latin typeface="Calibri"/>
              </a:rPr>
              <a:t>, but display 'Not Assigned' where </a:t>
            </a:r>
            <a:r>
              <a:rPr sz="1250" b="0" i="0" dirty="0" err="1">
                <a:solidFill>
                  <a:srgbClr val="1F2A33"/>
                </a:solidFill>
                <a:latin typeface="Calibri"/>
              </a:rPr>
              <a:t>DeptID</a:t>
            </a:r>
            <a:r>
              <a:rPr sz="1250" b="0" i="0" dirty="0">
                <a:solidFill>
                  <a:srgbClr val="1F2A33"/>
                </a:solidFill>
                <a:latin typeface="Calibri"/>
              </a:rPr>
              <a:t> is NULL. (Hint: convert / cast if needed.)</a:t>
            </a:r>
          </a:p>
        </p:txBody>
      </p:sp>
      <p:sp>
        <p:nvSpPr>
          <p:cNvPr id="21" name="Rounded Rectangle 20"/>
          <p:cNvSpPr/>
          <p:nvPr/>
        </p:nvSpPr>
        <p:spPr>
          <a:xfrm>
            <a:off x="5913434" y="4434840"/>
            <a:ext cx="5425126" cy="1298448"/>
          </a:xfrm>
          <a:prstGeom prst="roundRect">
            <a:avLst>
              <a:gd name="adj" fmla="val 10000"/>
            </a:avLst>
          </a:prstGeom>
          <a:solidFill>
            <a:srgbClr val="FFFFFF"/>
          </a:solidFill>
          <a:ln w="19050">
            <a:solidFill>
              <a:srgbClr val="FCAF17"/>
            </a:solidFill>
          </a:ln>
          <a:effectLst/>
        </p:spPr>
        <p:style>
          <a:lnRef idx="1">
            <a:schemeClr val="accent1"/>
          </a:lnRef>
          <a:fillRef idx="3">
            <a:schemeClr val="accent1"/>
          </a:fillRef>
          <a:effectRef idx="2">
            <a:schemeClr val="accent1"/>
          </a:effectRef>
          <a:fontRef idx="minor">
            <a:schemeClr val="lt1"/>
          </a:fontRef>
        </p:style>
        <p:txBody>
          <a:bodyPr wrap="square" lIns="128016" tIns="118872" rIns="128016" bIns="73152" rtlCol="0" anchor="t"/>
          <a:lstStyle/>
          <a:p>
            <a:pPr algn="l">
              <a:spcAft>
                <a:spcPts val="300"/>
              </a:spcAft>
            </a:pPr>
            <a:r>
              <a:rPr sz="1400" b="1" i="0">
                <a:solidFill>
                  <a:srgbClr val="FCAF17"/>
                </a:solidFill>
                <a:latin typeface="Calibri"/>
              </a:rPr>
              <a:t>Ex 12  </a:t>
            </a:r>
            <a:r>
              <a:rPr sz="1150" b="1" i="0">
                <a:solidFill>
                  <a:srgbClr val="77787B"/>
                </a:solidFill>
                <a:latin typeface="Courier New"/>
              </a:rPr>
              <a:t>ROW_NUMBER ⭐</a:t>
            </a:r>
          </a:p>
          <a:p>
            <a:pPr algn="l">
              <a:spcAft>
                <a:spcPts val="300"/>
              </a:spcAft>
            </a:pPr>
            <a:r>
              <a:rPr sz="1250" b="0" i="0">
                <a:solidFill>
                  <a:srgbClr val="1F2A33"/>
                </a:solidFill>
                <a:latin typeface="Calibri"/>
              </a:rPr>
              <a:t>Rank employees by salary (highest = 1) with no gaps for ties — which function do you pick and why?</a:t>
            </a:r>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7BEF-3205-FBF7-2205-6E41F7F3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549EF-7EF1-0ED6-376A-02DB8B973FAE}"/>
              </a:ext>
            </a:extLst>
          </p:cNvPr>
          <p:cNvSpPr>
            <a:spLocks noGrp="1"/>
          </p:cNvSpPr>
          <p:nvPr>
            <p:ph type="title"/>
          </p:nvPr>
        </p:nvSpPr>
        <p:spPr/>
        <p:txBody>
          <a:bodyPr/>
          <a:lstStyle/>
          <a:p>
            <a:r>
              <a:rPr lang="en-US">
                <a:ea typeface="+mj-lt"/>
                <a:cs typeface="+mj-lt"/>
              </a:rPr>
              <a:t>Recap – 8 Lines to Remember Forever</a:t>
            </a:r>
            <a:endParaRPr lang="en-US"/>
          </a:p>
        </p:txBody>
      </p:sp>
      <p:sp>
        <p:nvSpPr>
          <p:cNvPr id="8" name="Slide Number Placeholder 7">
            <a:extLst>
              <a:ext uri="{FF2B5EF4-FFF2-40B4-BE49-F238E27FC236}">
                <a16:creationId xmlns:a16="http://schemas.microsoft.com/office/drawing/2014/main" id="{D52AA3BF-D018-A2D2-FDCB-589B3E9B45B2}"/>
              </a:ext>
            </a:extLst>
          </p:cNvPr>
          <p:cNvSpPr>
            <a:spLocks noGrp="1"/>
          </p:cNvSpPr>
          <p:nvPr>
            <p:ph type="sldNum" sz="quarter" idx="12"/>
          </p:nvPr>
        </p:nvSpPr>
        <p:spPr/>
        <p:txBody>
          <a:bodyPr/>
          <a:lstStyle/>
          <a:p>
            <a:fld id="{23AA811B-2EBD-4900-905E-5BE206449611}" type="slidenum">
              <a:rPr lang="en-US" smtClean="0"/>
              <a:pPr/>
              <a:t>30</a:t>
            </a:fld>
            <a:endParaRPr lang="en-US"/>
          </a:p>
        </p:txBody>
      </p:sp>
      <p:sp>
        <p:nvSpPr>
          <p:cNvPr id="9" name="Date Placeholder 8">
            <a:extLst>
              <a:ext uri="{FF2B5EF4-FFF2-40B4-BE49-F238E27FC236}">
                <a16:creationId xmlns:a16="http://schemas.microsoft.com/office/drawing/2014/main" id="{F235AC28-963C-EA0F-FA20-DBDDAC472301}"/>
              </a:ext>
            </a:extLst>
          </p:cNvPr>
          <p:cNvSpPr>
            <a:spLocks noGrp="1"/>
          </p:cNvSpPr>
          <p:nvPr>
            <p:ph type="dt" sz="half" idx="10"/>
          </p:nvPr>
        </p:nvSpPr>
        <p:spPr/>
        <p:txBody>
          <a:bodyPr/>
          <a:lstStyle/>
          <a:p>
            <a:fld id="{12BF0955-E111-49E5-806D-9FAAAF2C0916}" type="datetime1">
              <a:rPr lang="en-US" smtClean="0"/>
              <a:pPr/>
              <a:t>9/1/2026</a:t>
            </a:fld>
            <a:endParaRPr lang="en-US"/>
          </a:p>
        </p:txBody>
      </p:sp>
      <p:sp>
        <p:nvSpPr>
          <p:cNvPr id="10" name="Title 1">
            <a:extLst>
              <a:ext uri="{FF2B5EF4-FFF2-40B4-BE49-F238E27FC236}">
                <a16:creationId xmlns:a16="http://schemas.microsoft.com/office/drawing/2014/main" id="{CCADE9A5-A7E0-EECE-45B1-9C3AE69A13A0}"/>
              </a:ext>
            </a:extLst>
          </p:cNvPr>
          <p:cNvSpPr txBox="1">
            <a:spLocks/>
          </p:cNvSpPr>
          <p:nvPr/>
        </p:nvSpPr>
        <p:spPr>
          <a:xfrm>
            <a:off x="457200" y="103408"/>
            <a:ext cx="6013937" cy="289985"/>
          </a:xfrm>
          <a:prstGeom prst="rect">
            <a:avLst/>
          </a:prstGeom>
        </p:spPr>
        <p:txBody>
          <a:bodyPr vert="horz" lIns="0" tIns="0" rIns="0" bIns="0" rtlCol="0" anchor="t" anchorCtr="0">
            <a:noAutofit/>
          </a:bodyPr>
          <a:lstStyle>
            <a:defPPr>
              <a:defRPr lang="en-US"/>
            </a:defPPr>
            <a:lvl1pPr marL="0" algn="l" defTabSz="914400" rtl="0" eaLnBrk="1" latinLnBrk="0" hangingPunct="1">
              <a:lnSpc>
                <a:spcPct val="90000"/>
              </a:lnSpc>
              <a:spcBef>
                <a:spcPct val="0"/>
              </a:spcBef>
              <a:buNone/>
              <a:defRPr sz="3600" kern="120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1">
              <a:cs typeface="Arial"/>
            </a:endParaRPr>
          </a:p>
        </p:txBody>
      </p:sp>
      <p:sp>
        <p:nvSpPr>
          <p:cNvPr id="14" name="Rectangle 13">
            <a:extLst>
              <a:ext uri="{FF2B5EF4-FFF2-40B4-BE49-F238E27FC236}">
                <a16:creationId xmlns:a16="http://schemas.microsoft.com/office/drawing/2014/main" id="{3DD5D045-3480-F11E-48FE-863CE253ED51}"/>
              </a:ext>
            </a:extLst>
          </p:cNvPr>
          <p:cNvSpPr/>
          <p:nvPr/>
        </p:nvSpPr>
        <p:spPr>
          <a:xfrm>
            <a:off x="9077325" y="6575279"/>
            <a:ext cx="3114676" cy="28272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US" sz="1200" i="1">
              <a:solidFill>
                <a:schemeClr val="bg1"/>
              </a:solidFill>
            </a:endParaRPr>
          </a:p>
        </p:txBody>
      </p:sp>
      <p:sp>
        <p:nvSpPr>
          <p:cNvPr id="5" name="Content Placeholder 4">
            <a:extLst>
              <a:ext uri="{FF2B5EF4-FFF2-40B4-BE49-F238E27FC236}">
                <a16:creationId xmlns:a16="http://schemas.microsoft.com/office/drawing/2014/main" id="{A28486C4-B818-7D88-66B8-84FD87217E5A}"/>
              </a:ext>
            </a:extLst>
          </p:cNvPr>
          <p:cNvSpPr>
            <a:spLocks noGrp="1"/>
          </p:cNvSpPr>
          <p:nvPr>
            <p:ph idx="1"/>
          </p:nvPr>
        </p:nvSpPr>
        <p:spPr>
          <a:xfrm>
            <a:off x="457200" y="1371600"/>
            <a:ext cx="11111218" cy="4392000"/>
          </a:xfrm>
        </p:spPr>
        <p:txBody>
          <a:bodyPr/>
          <a:lstStyle/>
          <a:p>
            <a:endParaRPr lang="en-IN" dirty="0"/>
          </a:p>
        </p:txBody>
      </p:sp>
      <p:sp>
        <p:nvSpPr>
          <p:cNvPr id="15" name="Rounded Rectangle 14"/>
          <p:cNvSpPr/>
          <p:nvPr/>
        </p:nvSpPr>
        <p:spPr>
          <a:xfrm>
            <a:off x="457200" y="1371600"/>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a:solidFill>
                  <a:srgbClr val="00A0DD"/>
                </a:solidFill>
                <a:latin typeface="Calibri"/>
              </a:rPr>
              <a:t>1. </a:t>
            </a:r>
            <a:r>
              <a:rPr sz="1350" b="1" i="0">
                <a:solidFill>
                  <a:srgbClr val="00446A"/>
                </a:solidFill>
                <a:latin typeface="Calibri"/>
              </a:rPr>
              <a:t>SQL </a:t>
            </a:r>
            <a:r>
              <a:rPr sz="1200" b="0" i="0">
                <a:solidFill>
                  <a:srgbClr val="1F2A33"/>
                </a:solidFill>
                <a:latin typeface="Calibri"/>
              </a:rPr>
              <a:t>= the language between your app and its data</a:t>
            </a:r>
          </a:p>
        </p:txBody>
      </p:sp>
      <p:sp>
        <p:nvSpPr>
          <p:cNvPr id="16" name="Rounded Rectangle 15"/>
          <p:cNvSpPr/>
          <p:nvPr/>
        </p:nvSpPr>
        <p:spPr>
          <a:xfrm>
            <a:off x="5806440" y="1371600"/>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a:solidFill>
                  <a:srgbClr val="00A0DD"/>
                </a:solidFill>
                <a:latin typeface="Calibri"/>
              </a:rPr>
              <a:t>2. </a:t>
            </a:r>
            <a:r>
              <a:rPr sz="1350" b="1" i="0">
                <a:solidFill>
                  <a:srgbClr val="00446A"/>
                </a:solidFill>
                <a:latin typeface="Calibri"/>
              </a:rPr>
              <a:t>PK / FK </a:t>
            </a:r>
            <a:r>
              <a:rPr sz="1200" b="0" i="0">
                <a:solidFill>
                  <a:srgbClr val="1F2A33"/>
                </a:solidFill>
                <a:latin typeface="Calibri"/>
              </a:rPr>
              <a:t>= identity of a row / the link between tables</a:t>
            </a:r>
          </a:p>
        </p:txBody>
      </p:sp>
      <p:sp>
        <p:nvSpPr>
          <p:cNvPr id="17" name="Rounded Rectangle 16"/>
          <p:cNvSpPr/>
          <p:nvPr/>
        </p:nvSpPr>
        <p:spPr>
          <a:xfrm>
            <a:off x="401078" y="2550799"/>
            <a:ext cx="5487658"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dirty="0">
                <a:solidFill>
                  <a:srgbClr val="00A0DD"/>
                </a:solidFill>
                <a:latin typeface="Calibri"/>
              </a:rPr>
              <a:t>3. </a:t>
            </a:r>
            <a:r>
              <a:rPr sz="1350" b="1" i="0" dirty="0">
                <a:solidFill>
                  <a:srgbClr val="00446A"/>
                </a:solidFill>
                <a:latin typeface="Calibri"/>
              </a:rPr>
              <a:t>WHERE vs HAVING </a:t>
            </a:r>
            <a:r>
              <a:rPr sz="1200" b="0" i="0" dirty="0">
                <a:solidFill>
                  <a:srgbClr val="1F2A33"/>
                </a:solidFill>
                <a:latin typeface="Calibri"/>
              </a:rPr>
              <a:t>= filter rows vs filter groups</a:t>
            </a:r>
          </a:p>
        </p:txBody>
      </p:sp>
      <p:sp>
        <p:nvSpPr>
          <p:cNvPr id="18" name="Rounded Rectangle 17"/>
          <p:cNvSpPr/>
          <p:nvPr/>
        </p:nvSpPr>
        <p:spPr>
          <a:xfrm>
            <a:off x="5921702" y="2597639"/>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dirty="0">
                <a:solidFill>
                  <a:srgbClr val="00A0DD"/>
                </a:solidFill>
                <a:latin typeface="Calibri"/>
              </a:rPr>
              <a:t>4. </a:t>
            </a:r>
            <a:r>
              <a:rPr sz="1350" b="1" i="0" dirty="0">
                <a:solidFill>
                  <a:srgbClr val="00446A"/>
                </a:solidFill>
                <a:latin typeface="Calibri"/>
              </a:rPr>
              <a:t>ORDER BY vs GROUP BY </a:t>
            </a:r>
            <a:r>
              <a:rPr sz="1200" b="0" i="0" dirty="0">
                <a:solidFill>
                  <a:srgbClr val="1F2A33"/>
                </a:solidFill>
                <a:latin typeface="Calibri"/>
              </a:rPr>
              <a:t>= sort rows vs collapse rows</a:t>
            </a:r>
          </a:p>
        </p:txBody>
      </p:sp>
      <p:sp>
        <p:nvSpPr>
          <p:cNvPr id="19" name="Rounded Rectangle 18"/>
          <p:cNvSpPr/>
          <p:nvPr/>
        </p:nvSpPr>
        <p:spPr>
          <a:xfrm>
            <a:off x="548640" y="3541319"/>
            <a:ext cx="5340096"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a:solidFill>
                  <a:srgbClr val="00A0DD"/>
                </a:solidFill>
                <a:latin typeface="Calibri"/>
              </a:rPr>
              <a:t>5. </a:t>
            </a:r>
            <a:r>
              <a:rPr sz="1350" b="1" i="0">
                <a:solidFill>
                  <a:srgbClr val="00446A"/>
                </a:solidFill>
                <a:latin typeface="Calibri"/>
              </a:rPr>
              <a:t>Joins </a:t>
            </a:r>
            <a:r>
              <a:rPr sz="1200" b="0" i="0">
                <a:solidFill>
                  <a:srgbClr val="1F2A33"/>
                </a:solidFill>
                <a:latin typeface="Calibri"/>
              </a:rPr>
              <a:t>= INNER keeps matches; LEFT keeps all of the left</a:t>
            </a:r>
          </a:p>
        </p:txBody>
      </p:sp>
      <p:sp>
        <p:nvSpPr>
          <p:cNvPr id="20" name="Rounded Rectangle 19"/>
          <p:cNvSpPr/>
          <p:nvPr/>
        </p:nvSpPr>
        <p:spPr>
          <a:xfrm>
            <a:off x="5921702" y="3590194"/>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dirty="0">
                <a:solidFill>
                  <a:srgbClr val="00A0DD"/>
                </a:solidFill>
                <a:latin typeface="Calibri"/>
              </a:rPr>
              <a:t>6. </a:t>
            </a:r>
            <a:r>
              <a:rPr sz="1350" b="1" i="0" dirty="0">
                <a:solidFill>
                  <a:srgbClr val="00446A"/>
                </a:solidFill>
                <a:latin typeface="Calibri"/>
              </a:rPr>
              <a:t>UNION ALL </a:t>
            </a:r>
            <a:r>
              <a:rPr sz="1200" b="0" i="0" dirty="0">
                <a:solidFill>
                  <a:srgbClr val="1F2A33"/>
                </a:solidFill>
                <a:latin typeface="Calibri"/>
              </a:rPr>
              <a:t>= stack rows (keep duplicates, faster)</a:t>
            </a:r>
          </a:p>
        </p:txBody>
      </p:sp>
      <p:sp>
        <p:nvSpPr>
          <p:cNvPr id="21" name="Rounded Rectangle 20"/>
          <p:cNvSpPr/>
          <p:nvPr/>
        </p:nvSpPr>
        <p:spPr>
          <a:xfrm>
            <a:off x="457200" y="4745736"/>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a:solidFill>
                  <a:srgbClr val="00A0DD"/>
                </a:solidFill>
                <a:latin typeface="Calibri"/>
              </a:rPr>
              <a:t>7. </a:t>
            </a:r>
            <a:r>
              <a:rPr sz="1350" b="1" i="0">
                <a:solidFill>
                  <a:srgbClr val="00446A"/>
                </a:solidFill>
                <a:latin typeface="Calibri"/>
              </a:rPr>
              <a:t>COALESCE </a:t>
            </a:r>
            <a:r>
              <a:rPr sz="1200" b="0" i="0">
                <a:solidFill>
                  <a:srgbClr val="1F2A33"/>
                </a:solidFill>
                <a:latin typeface="Calibri"/>
              </a:rPr>
              <a:t>= first non-NULL value (portable everywhere)</a:t>
            </a:r>
          </a:p>
        </p:txBody>
      </p:sp>
      <p:sp>
        <p:nvSpPr>
          <p:cNvPr id="22" name="Rounded Rectangle 21"/>
          <p:cNvSpPr/>
          <p:nvPr/>
        </p:nvSpPr>
        <p:spPr>
          <a:xfrm>
            <a:off x="5989320" y="4745736"/>
            <a:ext cx="5349240" cy="1005840"/>
          </a:xfrm>
          <a:prstGeom prst="roundRect">
            <a:avLst>
              <a:gd name="adj" fmla="val 12000"/>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73152" rtlCol="0" anchor="ctr"/>
          <a:lstStyle/>
          <a:p>
            <a:pPr algn="l">
              <a:spcAft>
                <a:spcPts val="300"/>
              </a:spcAft>
            </a:pPr>
            <a:r>
              <a:rPr sz="1400" b="1" i="0">
                <a:solidFill>
                  <a:srgbClr val="00A0DD"/>
                </a:solidFill>
                <a:latin typeface="Calibri"/>
              </a:rPr>
              <a:t>8. </a:t>
            </a:r>
            <a:r>
              <a:rPr sz="1350" b="1" i="0">
                <a:solidFill>
                  <a:srgbClr val="00446A"/>
                </a:solidFill>
                <a:latin typeface="Calibri"/>
              </a:rPr>
              <a:t>DELETE / TRUNCATE / DROP </a:t>
            </a:r>
            <a:r>
              <a:rPr sz="1200" b="0" i="0">
                <a:solidFill>
                  <a:srgbClr val="1F2A33"/>
                </a:solidFill>
                <a:latin typeface="Calibri"/>
              </a:rPr>
              <a:t>= rows / all rows / whole table</a:t>
            </a:r>
          </a:p>
        </p:txBody>
      </p:sp>
      <p:sp>
        <p:nvSpPr>
          <p:cNvPr id="23" name="TextBox 22"/>
          <p:cNvSpPr txBox="1"/>
          <p:nvPr/>
        </p:nvSpPr>
        <p:spPr>
          <a:xfrm>
            <a:off x="457200" y="5989320"/>
            <a:ext cx="10881360" cy="365760"/>
          </a:xfrm>
          <a:prstGeom prst="rect">
            <a:avLst/>
          </a:prstGeom>
          <a:noFill/>
        </p:spPr>
        <p:txBody>
          <a:bodyPr wrap="square" lIns="0" tIns="0" rIns="0" bIns="0" anchor="t">
            <a:spAutoFit/>
          </a:bodyPr>
          <a:lstStyle/>
          <a:p>
            <a:pPr algn="l">
              <a:spcAft>
                <a:spcPts val="400"/>
              </a:spcAft>
            </a:pPr>
            <a:r>
              <a:rPr sz="1300" b="0" i="1">
                <a:solidFill>
                  <a:srgbClr val="77787B"/>
                </a:solidFill>
                <a:latin typeface="Calibri"/>
              </a:rPr>
              <a:t>Questions? Doubts? Nothing is silly — ask now or ping me anytime on Teams. 💬</a:t>
            </a:r>
          </a:p>
        </p:txBody>
      </p:sp>
      <p:sp>
        <p:nvSpPr>
          <p:cNvPr id="3" name="Star: 5 Points 2">
            <a:extLst>
              <a:ext uri="{FF2B5EF4-FFF2-40B4-BE49-F238E27FC236}">
                <a16:creationId xmlns:a16="http://schemas.microsoft.com/office/drawing/2014/main" id="{B683DCED-DA88-5024-6D6A-08586434244C}"/>
              </a:ext>
            </a:extLst>
          </p:cNvPr>
          <p:cNvSpPr/>
          <p:nvPr/>
        </p:nvSpPr>
        <p:spPr>
          <a:xfrm>
            <a:off x="5624226" y="3395957"/>
            <a:ext cx="496826" cy="406099"/>
          </a:xfrm>
          <a:prstGeom prst="star5">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600"/>
              </a:spcBef>
              <a:spcAft>
                <a:spcPts val="300"/>
              </a:spcAft>
            </a:pPr>
            <a:endParaRPr lang="en-IN" sz="1800" noProof="0" dirty="0"/>
          </a:p>
        </p:txBody>
      </p:sp>
    </p:spTree>
    <p:extLst>
      <p:ext uri="{BB962C8B-B14F-4D97-AF65-F5344CB8AC3E}">
        <p14:creationId xmlns:p14="http://schemas.microsoft.com/office/powerpoint/2010/main" val="34750402"/>
      </p:ext>
    </p:extLst>
  </p:cSld>
  <p:clrMapOvr>
    <a:masterClrMapping/>
  </p:clrMapOvr>
  <mc:AlternateContent xmlns:mc="http://schemas.openxmlformats.org/markup-compatibility/2006" xmlns:p14="http://schemas.microsoft.com/office/powerpoint/2010/main">
    <mc:Choice Requires="p14">
      <p:transition spd="slow" p14:dur="2000" advTm="75448"/>
    </mc:Choice>
    <mc:Fallback xmlns="">
      <p:transition spd="slow" advTm="7544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11D316-45E1-8D39-A7AF-D3F472422B29}"/>
              </a:ext>
            </a:extLst>
          </p:cNvPr>
          <p:cNvSpPr>
            <a:spLocks noGrp="1"/>
          </p:cNvSpPr>
          <p:nvPr>
            <p:ph type="dt" sz="half" idx="15"/>
          </p:nvPr>
        </p:nvSpPr>
        <p:spPr/>
        <p:txBody>
          <a:bodyPr/>
          <a:lstStyle/>
          <a:p>
            <a:fld id="{86E08D24-9AFA-434C-9914-D4EE76D7A6F1}" type="datetime1">
              <a:rPr lang="en-US" smtClean="0"/>
              <a:t>9/1/2026</a:t>
            </a:fld>
            <a:endParaRPr lang="en-US"/>
          </a:p>
        </p:txBody>
      </p:sp>
      <p:sp>
        <p:nvSpPr>
          <p:cNvPr id="3" name="Footer Placeholder 2">
            <a:extLst>
              <a:ext uri="{FF2B5EF4-FFF2-40B4-BE49-F238E27FC236}">
                <a16:creationId xmlns:a16="http://schemas.microsoft.com/office/drawing/2014/main" id="{97DF0DD0-C916-A327-796C-80658FD0220E}"/>
              </a:ext>
            </a:extLst>
          </p:cNvPr>
          <p:cNvSpPr>
            <a:spLocks noGrp="1"/>
          </p:cNvSpPr>
          <p:nvPr>
            <p:ph type="ftr" sz="quarter" idx="16"/>
          </p:nvPr>
        </p:nvSpPr>
        <p:spPr/>
        <p:txBody>
          <a:bodyPr/>
          <a:lstStyle/>
          <a:p>
            <a:endParaRPr lang="en-US"/>
          </a:p>
        </p:txBody>
      </p:sp>
      <p:sp>
        <p:nvSpPr>
          <p:cNvPr id="4" name="Slide Number Placeholder 3">
            <a:extLst>
              <a:ext uri="{FF2B5EF4-FFF2-40B4-BE49-F238E27FC236}">
                <a16:creationId xmlns:a16="http://schemas.microsoft.com/office/drawing/2014/main" id="{1FA7F3C4-FE20-4B92-E3D2-B381BAB9580E}"/>
              </a:ext>
            </a:extLst>
          </p:cNvPr>
          <p:cNvSpPr>
            <a:spLocks noGrp="1"/>
          </p:cNvSpPr>
          <p:nvPr>
            <p:ph type="sldNum" sz="quarter" idx="17"/>
          </p:nvPr>
        </p:nvSpPr>
        <p:spPr/>
        <p:txBody>
          <a:bodyPr/>
          <a:lstStyle/>
          <a:p>
            <a:fld id="{23AA811B-2EBD-4900-905E-5BE206449611}" type="slidenum">
              <a:rPr lang="en-US" smtClean="0"/>
              <a:pPr/>
              <a:t>31</a:t>
            </a:fld>
            <a:endParaRPr lang="en-US"/>
          </a:p>
        </p:txBody>
      </p:sp>
      <p:sp>
        <p:nvSpPr>
          <p:cNvPr id="5" name="Title 4">
            <a:extLst>
              <a:ext uri="{FF2B5EF4-FFF2-40B4-BE49-F238E27FC236}">
                <a16:creationId xmlns:a16="http://schemas.microsoft.com/office/drawing/2014/main" id="{80CA8454-3046-D390-CFE8-8871DF64B07B}"/>
              </a:ext>
            </a:extLst>
          </p:cNvPr>
          <p:cNvSpPr>
            <a:spLocks noGrp="1"/>
          </p:cNvSpPr>
          <p:nvPr>
            <p:ph type="ctrTitle"/>
          </p:nvPr>
        </p:nvSpPr>
        <p:spPr>
          <a:xfrm>
            <a:off x="625151" y="3034276"/>
            <a:ext cx="10702212" cy="1052596"/>
          </a:xfrm>
        </p:spPr>
        <p:txBody>
          <a:bodyPr/>
          <a:lstStyle/>
          <a:p>
            <a:pPr algn="ctr"/>
            <a:r>
              <a:rPr lang="en-US" sz="7200" dirty="0">
                <a:solidFill>
                  <a:schemeClr val="accent5">
                    <a:lumMod val="20000"/>
                    <a:lumOff val="80000"/>
                  </a:schemeClr>
                </a:solidFill>
                <a:latin typeface="Algerian" panose="04020705040A02060702" pitchFamily="82" charset="0"/>
              </a:rPr>
              <a:t>Thank you!</a:t>
            </a:r>
          </a:p>
        </p:txBody>
      </p:sp>
    </p:spTree>
    <p:custDataLst>
      <p:custData r:id="rId1"/>
      <p:custData r:id="rId2"/>
    </p:custDataLst>
    <p:extLst>
      <p:ext uri="{BB962C8B-B14F-4D97-AF65-F5344CB8AC3E}">
        <p14:creationId xmlns:p14="http://schemas.microsoft.com/office/powerpoint/2010/main" val="1928716501"/>
      </p:ext>
    </p:extLst>
  </p:cSld>
  <p:clrMapOvr>
    <a:masterClrMapping/>
  </p:clrMapOvr>
  <mc:AlternateContent xmlns:mc="http://schemas.openxmlformats.org/markup-compatibility/2006" xmlns:p14="http://schemas.microsoft.com/office/powerpoint/2010/main">
    <mc:Choice Requires="p14">
      <p:transition spd="slow" p14:dur="2000" advTm="57141"/>
    </mc:Choice>
    <mc:Fallback xmlns="">
      <p:transition spd="slow" advTm="57141"/>
    </mc:Fallback>
  </mc:AlternateContent>
</p:sld>
</file>

<file path=ppt/theme/theme1.xml><?xml version="1.0" encoding="utf-8"?>
<a:theme xmlns:a="http://schemas.openxmlformats.org/drawingml/2006/main" name="Ferguson Enterprises">
  <a:themeElements>
    <a:clrScheme name="Ferguson Enterprises">
      <a:dk1>
        <a:srgbClr val="000000"/>
      </a:dk1>
      <a:lt1>
        <a:srgbClr val="FFFFFF"/>
      </a:lt1>
      <a:dk2>
        <a:srgbClr val="003051"/>
      </a:dk2>
      <a:lt2>
        <a:srgbClr val="EAEAEA"/>
      </a:lt2>
      <a:accent1>
        <a:srgbClr val="00446A"/>
      </a:accent1>
      <a:accent2>
        <a:srgbClr val="77787B"/>
      </a:accent2>
      <a:accent3>
        <a:srgbClr val="00A0DD"/>
      </a:accent3>
      <a:accent4>
        <a:srgbClr val="66DBBD"/>
      </a:accent4>
      <a:accent5>
        <a:srgbClr val="A3C657"/>
      </a:accent5>
      <a:accent6>
        <a:srgbClr val="FCAF17"/>
      </a:accent6>
      <a:hlink>
        <a:srgbClr val="00446A"/>
      </a:hlink>
      <a:folHlink>
        <a:srgbClr val="008FB2"/>
      </a:folHlink>
    </a:clrScheme>
    <a:fontScheme name="Ferguson Enterpris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spcBef>
            <a:spcPts val="600"/>
          </a:spcBef>
          <a:spcAft>
            <a:spcPts val="300"/>
          </a:spcAft>
          <a:defRPr sz="1800" noProof="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Bef>
            <a:spcPts val="600"/>
          </a:spcBef>
          <a:spcAft>
            <a:spcPts val="300"/>
          </a:spcAft>
          <a:defRPr sz="1800" dirty="0">
            <a:solidFill>
              <a:srgbClr val="595454"/>
            </a:solidFill>
          </a:defRPr>
        </a:defPPr>
      </a:lstStyle>
    </a:txDef>
  </a:objectDefaults>
  <a:extraClrSchemeLst/>
  <a:extLst>
    <a:ext uri="{05A4C25C-085E-4340-85A3-A5531E510DB2}">
      <thm15:themeFamily xmlns:thm15="http://schemas.microsoft.com/office/thememl/2012/main" name="BaseTemplate 16-9 UK.potx" id="{DA555A82-A902-4BA8-A4E4-A7823948678F}" vid="{0BF9AC09-53C4-40C5-AED0-BEF8E19CEC5F}"/>
    </a:ext>
  </a:extLst>
</a:theme>
</file>

<file path=ppt/theme/theme2.xml><?xml version="1.0" encoding="utf-8"?>
<a:theme xmlns:a="http://schemas.openxmlformats.org/drawingml/2006/main" name="Office-tema">
  <a:themeElements>
    <a:clrScheme name="Ferguson Enterprises">
      <a:dk1>
        <a:srgbClr val="000000"/>
      </a:dk1>
      <a:lt1>
        <a:srgbClr val="FFFFFF"/>
      </a:lt1>
      <a:dk2>
        <a:srgbClr val="003051"/>
      </a:dk2>
      <a:lt2>
        <a:srgbClr val="EAEAEA"/>
      </a:lt2>
      <a:accent1>
        <a:srgbClr val="00446A"/>
      </a:accent1>
      <a:accent2>
        <a:srgbClr val="77787B"/>
      </a:accent2>
      <a:accent3>
        <a:srgbClr val="00A0DD"/>
      </a:accent3>
      <a:accent4>
        <a:srgbClr val="66DBBD"/>
      </a:accent4>
      <a:accent5>
        <a:srgbClr val="A3C657"/>
      </a:accent5>
      <a:accent6>
        <a:srgbClr val="FCAF17"/>
      </a:accent6>
      <a:hlink>
        <a:srgbClr val="00446A"/>
      </a:hlink>
      <a:folHlink>
        <a:srgbClr val="008FB2"/>
      </a:folHlink>
    </a:clrScheme>
    <a:fontScheme name="Ferguson Enterprises">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erguson Enterprises">
      <a:dk1>
        <a:srgbClr val="000000"/>
      </a:dk1>
      <a:lt1>
        <a:srgbClr val="FFFFFF"/>
      </a:lt1>
      <a:dk2>
        <a:srgbClr val="003051"/>
      </a:dk2>
      <a:lt2>
        <a:srgbClr val="EAEAEA"/>
      </a:lt2>
      <a:accent1>
        <a:srgbClr val="00446A"/>
      </a:accent1>
      <a:accent2>
        <a:srgbClr val="77787B"/>
      </a:accent2>
      <a:accent3>
        <a:srgbClr val="00A0DD"/>
      </a:accent3>
      <a:accent4>
        <a:srgbClr val="66DBBD"/>
      </a:accent4>
      <a:accent5>
        <a:srgbClr val="A3C657"/>
      </a:accent5>
      <a:accent6>
        <a:srgbClr val="FCAF17"/>
      </a:accent6>
      <a:hlink>
        <a:srgbClr val="00446A"/>
      </a:hlink>
      <a:folHlink>
        <a:srgbClr val="008FB2"/>
      </a:folHlink>
    </a:clrScheme>
    <a:fontScheme name="Ferguson Enterpris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454" row="9">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395A683-4272-F04F-936C-BC7D120E070B}">
  <we:reference id="d2164860-9689-45e3-a1e5-90c76032056e" version="1.0.0.7"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56B80F0-DC3E-4EF2-B8DD-D690B43CF21E}">
  <we:reference id="d52b89d3-14ec-4607-aed0-cc521be658dc" version="2.0.0.4"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TemplafyFormConfiguration><![CDATA[{"formFields":[],"formDataEntries":[]}]]></TemplafyFormConfiguration>
</file>

<file path=customXml/item2.xml><?xml version="1.0" encoding="utf-8"?>
<TemplafySlideTemplateConfiguration><![CDATA[{"slideVersion":1,"isValidatorEnabled":false,"isLocked":false,"elementsMetadata":[],"slideId":"638112938006554367","enableDocumentContentUpdater":false,"version":"2.0"}]]></TemplafySlideTemplateConfiguration>
</file>

<file path=customXml/item3.xml><?xml version="1.0" encoding="utf-8"?>
<TemplafySlideTemplateConfiguration><![CDATA[{"slideVersion":1,"isValidatorEnabled":false,"isLocked":false,"elementsMetadata":[],"slideId":"638131098641234066","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MediaLengthInSeconds xmlns="740de5f0-b4d6-4099-8573-9762b281cab6" xsi:nil="true"/>
    <lcf76f155ced4ddcb4097134ff3c332f xmlns="740de5f0-b4d6-4099-8573-9762b281cab6">
      <Terms xmlns="http://schemas.microsoft.com/office/infopath/2007/PartnerControls"/>
    </lcf76f155ced4ddcb4097134ff3c332f>
    <TaxCatchAll xmlns="1e622d7b-320f-4a70-9dfc-b4ea20849cb3" xsi:nil="true"/>
  </documentManagement>
</p:properties>
</file>

<file path=customXml/item7.xml><?xml version="1.0" encoding="utf-8"?>
<TemplafySlideFormConfiguration><![CDATA[{"formFields":[],"formDataEntries":[]}]]></TemplafySlideFormConfiguration>
</file>

<file path=customXml/item8.xml><?xml version="1.0" encoding="utf-8"?>
<TemplafyTemplateConfiguration><![CDATA[{"elementsMetadata":[],"transformationConfigurations":[],"templateName":"Ferguson PowerPoint Template","templateDescription":"","enableDocumentContentUpdater":false,"version":"2.0"}]]></TemplafyTemplateConfiguration>
</file>

<file path=customXml/item9.xml><?xml version="1.0" encoding="utf-8"?>
<TemplafySlideTemplateConfiguration><![CDATA[{"slideVersion":1,"isValidatorEnabled":false,"isLocked":false,"elementsMetadata":[],"slideId":"638131098641261312","enableDocumentContentUpdater":false,"version":"2.0"}]]></TemplafySlideTemplateConfiguration>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ct:contentTypeSchema xmlns:ct="http://schemas.microsoft.com/office/2006/metadata/contentType" xmlns:ma="http://schemas.microsoft.com/office/2006/metadata/properties/metaAttributes" ct:_="" ma:_="" ma:contentTypeName="Document" ma:contentTypeID="0x010100ABEE18108F71CE48B7D341B204F6A9A9" ma:contentTypeVersion="15" ma:contentTypeDescription="Create a new document." ma:contentTypeScope="" ma:versionID="d3b702cb611eef79cc687ea277d69898">
  <xsd:schema xmlns:xsd="http://www.w3.org/2001/XMLSchema" xmlns:xs="http://www.w3.org/2001/XMLSchema" xmlns:p="http://schemas.microsoft.com/office/2006/metadata/properties" xmlns:ns2="740de5f0-b4d6-4099-8573-9762b281cab6" xmlns:ns3="1e622d7b-320f-4a70-9dfc-b4ea20849cb3" targetNamespace="http://schemas.microsoft.com/office/2006/metadata/properties" ma:root="true" ma:fieldsID="43aa41909529d9fba556bf474a678137" ns2:_="" ns3:_="">
    <xsd:import namespace="740de5f0-b4d6-4099-8573-9762b281cab6"/>
    <xsd:import namespace="1e622d7b-320f-4a70-9dfc-b4ea20849cb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0de5f0-b4d6-4099-8573-9762b281ca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b9c5f40-f9d3-4160-ab04-6fd564e931ef" ma:termSetId="09814cd3-568e-fe90-9814-8d621ff8fb84" ma:anchorId="fba54fb3-c3e1-fe81-a776-ca4b69148c4d" ma:open="true" ma:isKeyword="false">
      <xsd:complexType>
        <xsd:sequence>
          <xsd:element ref="pc:Terms" minOccurs="0" maxOccurs="1"/>
        </xsd:sequence>
      </xsd:complex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e622d7b-320f-4a70-9dfc-b4ea20849cb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ef51d77-27b6-4675-8198-3d9ee98ebca2}" ma:internalName="TaxCatchAll" ma:showField="CatchAllData" ma:web="1e622d7b-320f-4a70-9dfc-b4ea20849c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FormConfiguration><![CDATA[{"formFields":[],"formDataEntries":[]}]]></TemplafySlideFormConfiguration>
</file>

<file path=customXml/item13.xml><?xml version="1.0" encoding="utf-8"?>
<TemplafySlideTemplateConfiguration><![CDATA[{"slideVersion":1,"isValidatorEnabled":false,"isLocked":false,"elementsMetadata":[],"slideId":"638112938006554367","enableDocumentContentUpdater":false,"version":"2.0"}]]></TemplafySlideTemplateConfiguration>
</file>

<file path=customXml/itemProps1.xml><?xml version="1.0" encoding="utf-8"?>
<ds:datastoreItem xmlns:ds="http://schemas.openxmlformats.org/officeDocument/2006/customXml" ds:itemID="{8EB4871E-07B5-4541-BDA0-6B126859C4B6}">
  <ds:schemaRefs/>
</ds:datastoreItem>
</file>

<file path=customXml/itemProps2.xml><?xml version="1.0" encoding="utf-8"?>
<ds:datastoreItem xmlns:ds="http://schemas.openxmlformats.org/officeDocument/2006/customXml" ds:itemID="{2F1260EE-F954-4CA5-BFEE-FFC96B9555B1}">
  <ds:schemaRefs/>
</ds:datastoreItem>
</file>

<file path=customXml/itemProps3.xml><?xml version="1.0" encoding="utf-8"?>
<ds:datastoreItem xmlns:ds="http://schemas.openxmlformats.org/officeDocument/2006/customXml" ds:itemID="{7B17F212-9E42-4B91-8217-5A05A4B4A278}">
  <ds:schemaRefs/>
</ds:datastoreItem>
</file>

<file path=customXml/itemProps4.xml><?xml version="1.0" encoding="utf-8"?>
<ds:datastoreItem xmlns:ds="http://schemas.openxmlformats.org/officeDocument/2006/customXml" ds:itemID="{88CA6FC9-132F-4F54-BDB4-E69AC79ED5FB}">
  <ds:schemaRefs/>
</ds:datastoreItem>
</file>

<file path=customXml/itemProps5.xml><?xml version="1.0" encoding="utf-8"?>
<ds:datastoreItem xmlns:ds="http://schemas.openxmlformats.org/officeDocument/2006/customXml" ds:itemID="{333CD5A0-665C-4003-AFD0-FF090DCB32E7}">
  <ds:schemaRefs/>
</ds:datastoreItem>
</file>

<file path=customXml/itemProps6.xml><?xml version="1.0" encoding="utf-8"?>
<ds:datastoreItem xmlns:ds="http://schemas.openxmlformats.org/officeDocument/2006/customXml" ds:itemID="{59ABDC19-9982-4205-B071-D93F658E248B}">
  <ds:schemaRefs>
    <ds:schemaRef ds:uri="1e622d7b-320f-4a70-9dfc-b4ea20849cb3"/>
    <ds:schemaRef ds:uri="740de5f0-b4d6-4099-8573-9762b281cab6"/>
    <ds:schemaRef ds:uri="a0c39960-d4df-4ecd-9215-7e0b09eea1c2"/>
    <ds:schemaRef ds:uri="cb02873a-97bd-4ed2-ab62-46f14803b46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7.xml><?xml version="1.0" encoding="utf-8"?>
<ds:datastoreItem xmlns:ds="http://schemas.openxmlformats.org/officeDocument/2006/customXml" ds:itemID="{04353ECB-E6FD-448F-B0D9-C8293AB67A7F}">
  <ds:schemaRefs/>
</ds:datastoreItem>
</file>

<file path=customXml/itemProps8.xml><?xml version="1.0" encoding="utf-8"?>
<ds:datastoreItem xmlns:ds="http://schemas.openxmlformats.org/officeDocument/2006/customXml" ds:itemID="{4B88E25B-4A04-40F4-BB18-E378D867DF0F}">
  <ds:schemaRefs/>
</ds:datastoreItem>
</file>

<file path=customXml/itemProps9.xml><?xml version="1.0" encoding="utf-8"?>
<ds:datastoreItem xmlns:ds="http://schemas.openxmlformats.org/officeDocument/2006/customXml" ds:itemID="{F0567FBA-A811-4FB9-B82B-1C4C88AA0648}">
  <ds:schemaRefs/>
</ds:datastoreItem>
</file>

<file path=customXml/itemProps10.xml><?xml version="1.0" encoding="utf-8"?>
<ds:datastoreItem xmlns:ds="http://schemas.openxmlformats.org/officeDocument/2006/customXml" ds:itemID="{4BA9A057-C5DA-4007-BEE1-BC419C0B74D6}">
  <ds:schemaRefs>
    <ds:schemaRef ds:uri="http://schemas.microsoft.com/sharepoint/v3/contenttype/forms"/>
  </ds:schemaRefs>
</ds:datastoreItem>
</file>

<file path=customXml/itemProps11.xml><?xml version="1.0" encoding="utf-8"?>
<ds:datastoreItem xmlns:ds="http://schemas.openxmlformats.org/officeDocument/2006/customXml" ds:itemID="{940519DC-5D64-4578-8DF9-55B311A66AC4}">
  <ds:schemaRefs>
    <ds:schemaRef ds:uri="1e622d7b-320f-4a70-9dfc-b4ea20849cb3"/>
    <ds:schemaRef ds:uri="740de5f0-b4d6-4099-8573-9762b281ca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12.xml><?xml version="1.0" encoding="utf-8"?>
<ds:datastoreItem xmlns:ds="http://schemas.openxmlformats.org/officeDocument/2006/customXml" ds:itemID="{AB5CC942-ED91-435A-93E7-549C0D2838B7}">
  <ds:schemaRefs/>
</ds:datastoreItem>
</file>

<file path=customXml/itemProps13.xml><?xml version="1.0" encoding="utf-8"?>
<ds:datastoreItem xmlns:ds="http://schemas.openxmlformats.org/officeDocument/2006/customXml" ds:itemID="{E3AA9764-37E3-44C7-8A11-F5F4E9A97C88}">
  <ds:schemaRefs/>
</ds:datastoreItem>
</file>

<file path=docProps/app.xml><?xml version="1.0" encoding="utf-8"?>
<Properties xmlns="http://schemas.openxmlformats.org/officeDocument/2006/extended-properties" xmlns:vt="http://schemas.openxmlformats.org/officeDocument/2006/docPropsVTypes">
  <Template>Ferguson presentation</Template>
  <TotalTime>303</TotalTime>
  <Words>9770</Words>
  <Application>Microsoft Office PowerPoint</Application>
  <PresentationFormat>Widescreen</PresentationFormat>
  <Paragraphs>1026</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Algerian</vt:lpstr>
      <vt:lpstr>Arial</vt:lpstr>
      <vt:lpstr>Calibri</vt:lpstr>
      <vt:lpstr>Courier New</vt:lpstr>
      <vt:lpstr>Ferguson Enterprises</vt:lpstr>
      <vt:lpstr>Tech Refresher – SQL </vt:lpstr>
      <vt:lpstr>Agenda</vt:lpstr>
      <vt:lpstr>Trainer Quick Intro</vt:lpstr>
      <vt:lpstr>Why Do We Need SQL?</vt:lpstr>
      <vt:lpstr>Database Basics – From Data to RDBMS</vt:lpstr>
      <vt:lpstr>Relational Concepts – Tables, Keys &amp; Relationships</vt:lpstr>
      <vt:lpstr>SQL Command Families – The 5 Groups</vt:lpstr>
      <vt:lpstr>SELECT &amp; WHERE – Asking Questions to Data</vt:lpstr>
      <vt:lpstr>ORDER BY vs GROUP BY – Sorting ≠ Grouping</vt:lpstr>
      <vt:lpstr>Aggregate Functions – Summarising Data</vt:lpstr>
      <vt:lpstr>WHERE vs HAVING – Filter Rows vs Filter Groups</vt:lpstr>
      <vt:lpstr>Joins – Combining Tables (The Superpower!)</vt:lpstr>
      <vt:lpstr>INNER JOIN – Only Matching Rows</vt:lpstr>
      <vt:lpstr>LEFT JOIN &amp; RIGHT JOIN – Keep One Side Fully</vt:lpstr>
      <vt:lpstr>FULL, CROSS &amp; SELF Joins – The Special Trio</vt:lpstr>
      <vt:lpstr>Subqueries – A Query Inside a Query</vt:lpstr>
      <vt:lpstr>UNION vs UNION ALL – Stacking Results</vt:lpstr>
      <vt:lpstr>COALESCE vs ISNULL – Replacing NULLs</vt:lpstr>
      <vt:lpstr>DELETE vs TRUNCATE vs DROP</vt:lpstr>
      <vt:lpstr>ROW_NUMBER vs RANK vs DENSE_RANK</vt:lpstr>
      <vt:lpstr>Handling Duplicates – Find &amp; Remove</vt:lpstr>
      <vt:lpstr>SQL in Real Application Development</vt:lpstr>
      <vt:lpstr>Best Practices – Write SQL Like a Pro</vt:lpstr>
      <vt:lpstr>Common Mistakes – Learn From Others' Pain</vt:lpstr>
      <vt:lpstr>Quick Quiz – Let's Play! 🎯</vt:lpstr>
      <vt:lpstr>The Journey So Far – Your SQL Toolbox</vt:lpstr>
      <vt:lpstr>Hands-on Exercises – Your Turn! 💪</vt:lpstr>
      <vt:lpstr>Exercises – Level 1: Warm-up 🔥</vt:lpstr>
      <vt:lpstr>Exercises – Level 2: Challenge 🚀</vt:lpstr>
      <vt:lpstr>Recap – 8 Lines to Remember Forever</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Nrimal</dc:creator>
  <cp:keywords/>
  <dc:description/>
  <cp:lastModifiedBy>Dushantha S B</cp:lastModifiedBy>
  <cp:revision>17</cp:revision>
  <dcterms:created xsi:type="dcterms:W3CDTF">2025-12-22T17:52:22Z</dcterms:created>
  <dcterms:modified xsi:type="dcterms:W3CDTF">2026-09-01T07:28:12Z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TemplafyTimeStamp">
    <vt:lpwstr>2023-02-27T15:51:04</vt:lpwstr>
  </property>
  <property fmtid="{D5CDD505-2E9C-101B-9397-08002B2CF9AE}" pid="4" name="TemplafyTenantId">
    <vt:lpwstr>ferguson</vt:lpwstr>
  </property>
  <property fmtid="{D5CDD505-2E9C-101B-9397-08002B2CF9AE}" pid="5" name="TemplafyTemplateId">
    <vt:lpwstr>638131098632002359</vt:lpwstr>
  </property>
  <property fmtid="{D5CDD505-2E9C-101B-9397-08002B2CF9AE}" pid="6" name="TemplafyUserProfileId">
    <vt:lpwstr>719579052783960166</vt:lpwstr>
  </property>
  <property fmtid="{D5CDD505-2E9C-101B-9397-08002B2CF9AE}" pid="7" name="TemplafyFromBlank">
    <vt:bool>true</vt:bool>
  </property>
  <property fmtid="{D5CDD505-2E9C-101B-9397-08002B2CF9AE}" pid="8" name="ContentTypeId">
    <vt:lpwstr>0x010100ABEE18108F71CE48B7D341B204F6A9A9</vt:lpwstr>
  </property>
  <property fmtid="{D5CDD505-2E9C-101B-9397-08002B2CF9AE}" pid="9" name="Order">
    <vt:r8>455400</vt:r8>
  </property>
  <property fmtid="{D5CDD505-2E9C-101B-9397-08002B2CF9AE}" pid="10" name="ComplianceAssetId">
    <vt:lpwstr/>
  </property>
  <property fmtid="{D5CDD505-2E9C-101B-9397-08002B2CF9AE}" pid="11" name="_ExtendedDescription">
    <vt:lpwstr/>
  </property>
  <property fmtid="{D5CDD505-2E9C-101B-9397-08002B2CF9AE}" pid="12" name="TriggerFlowInfo">
    <vt:lpwstr/>
  </property>
</Properties>
</file>