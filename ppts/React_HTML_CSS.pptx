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0"/>
  </p:sldMasterIdLst>
  <p:notesMasterIdLst>
    <p:notesMasterId r:id="rId44"/>
  </p:notesMasterIdLst>
  <p:handoutMasterIdLst>
    <p:handoutMasterId r:id="rId45"/>
  </p:handoutMasterIdLst>
  <p:sldIdLst>
    <p:sldId id="256" r:id="rId11"/>
    <p:sldId id="2147481670" r:id="rId12"/>
    <p:sldId id="2147482451" r:id="rId13"/>
    <p:sldId id="2147482472" r:id="rId14"/>
    <p:sldId id="2147482470" r:id="rId15"/>
    <p:sldId id="257" r:id="rId16"/>
    <p:sldId id="258" r:id="rId17"/>
    <p:sldId id="259" r:id="rId18"/>
    <p:sldId id="260" r:id="rId19"/>
    <p:sldId id="261" r:id="rId20"/>
    <p:sldId id="262" r:id="rId21"/>
    <p:sldId id="2147482471" r:id="rId22"/>
    <p:sldId id="264" r:id="rId23"/>
    <p:sldId id="265" r:id="rId24"/>
    <p:sldId id="266" r:id="rId25"/>
    <p:sldId id="267" r:id="rId26"/>
    <p:sldId id="269" r:id="rId27"/>
    <p:sldId id="270" r:id="rId28"/>
    <p:sldId id="271" r:id="rId29"/>
    <p:sldId id="272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  <p:sldId id="283" r:id="rId40"/>
    <p:sldId id="286" r:id="rId41"/>
    <p:sldId id="2147482461" r:id="rId42"/>
    <p:sldId id="263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45C52A-F2C4-C5AE-1317-9F4A8E3FAECF}" v="39" dt="2026-09-03T06:51:32.812"/>
  </p1510:revLst>
</p1510:revInfo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slide" Target="slides/slide16.xml"/><Relationship Id="rId39" Type="http://schemas.openxmlformats.org/officeDocument/2006/relationships/slide" Target="slides/slide29.xml"/><Relationship Id="rId21" Type="http://schemas.openxmlformats.org/officeDocument/2006/relationships/slide" Target="slides/slide11.xml"/><Relationship Id="rId34" Type="http://schemas.openxmlformats.org/officeDocument/2006/relationships/slide" Target="slides/slide24.xml"/><Relationship Id="rId42" Type="http://schemas.openxmlformats.org/officeDocument/2006/relationships/slide" Target="slides/slide32.xml"/><Relationship Id="rId47" Type="http://schemas.openxmlformats.org/officeDocument/2006/relationships/viewProps" Target="viewProps.xml"/><Relationship Id="rId50" Type="http://schemas.microsoft.com/office/2015/10/relationships/revisionInfo" Target="revisionInfo.xml"/><Relationship Id="rId7" Type="http://schemas.openxmlformats.org/officeDocument/2006/relationships/customXml" Target="../customXml/item7.xml"/><Relationship Id="rId2" Type="http://schemas.openxmlformats.org/officeDocument/2006/relationships/customXml" Target="../customXml/item2.xml"/><Relationship Id="rId16" Type="http://schemas.openxmlformats.org/officeDocument/2006/relationships/slide" Target="slides/slide6.xml"/><Relationship Id="rId29" Type="http://schemas.openxmlformats.org/officeDocument/2006/relationships/slide" Target="slides/slide19.xml"/><Relationship Id="rId11" Type="http://schemas.openxmlformats.org/officeDocument/2006/relationships/slide" Target="slides/slide1.xml"/><Relationship Id="rId24" Type="http://schemas.openxmlformats.org/officeDocument/2006/relationships/slide" Target="slides/slide14.xml"/><Relationship Id="rId32" Type="http://schemas.openxmlformats.org/officeDocument/2006/relationships/slide" Target="slides/slide22.xml"/><Relationship Id="rId37" Type="http://schemas.openxmlformats.org/officeDocument/2006/relationships/slide" Target="slides/slide27.xml"/><Relationship Id="rId40" Type="http://schemas.openxmlformats.org/officeDocument/2006/relationships/slide" Target="slides/slide30.xml"/><Relationship Id="rId45" Type="http://schemas.openxmlformats.org/officeDocument/2006/relationships/handoutMaster" Target="handoutMasters/handoutMaster1.xml"/><Relationship Id="rId5" Type="http://schemas.openxmlformats.org/officeDocument/2006/relationships/customXml" Target="../customXml/item5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slide" Target="slides/slide18.xml"/><Relationship Id="rId36" Type="http://schemas.openxmlformats.org/officeDocument/2006/relationships/slide" Target="slides/slide26.xml"/><Relationship Id="rId49" Type="http://schemas.openxmlformats.org/officeDocument/2006/relationships/tableStyles" Target="tableStyles.xml"/><Relationship Id="rId10" Type="http://schemas.openxmlformats.org/officeDocument/2006/relationships/slideMaster" Target="slideMasters/slideMaster1.xml"/><Relationship Id="rId19" Type="http://schemas.openxmlformats.org/officeDocument/2006/relationships/slide" Target="slides/slide9.xml"/><Relationship Id="rId31" Type="http://schemas.openxmlformats.org/officeDocument/2006/relationships/slide" Target="slides/slide21.xml"/><Relationship Id="rId44" Type="http://schemas.openxmlformats.org/officeDocument/2006/relationships/notesMaster" Target="notesMasters/notesMaster1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slide" Target="slides/slide17.xml"/><Relationship Id="rId30" Type="http://schemas.openxmlformats.org/officeDocument/2006/relationships/slide" Target="slides/slide20.xml"/><Relationship Id="rId35" Type="http://schemas.openxmlformats.org/officeDocument/2006/relationships/slide" Target="slides/slide25.xml"/><Relationship Id="rId43" Type="http://schemas.openxmlformats.org/officeDocument/2006/relationships/slide" Target="slides/slide33.xml"/><Relationship Id="rId48" Type="http://schemas.openxmlformats.org/officeDocument/2006/relationships/theme" Target="theme/theme1.xml"/><Relationship Id="rId8" Type="http://schemas.openxmlformats.org/officeDocument/2006/relationships/customXml" Target="../customXml/item8.xml"/><Relationship Id="rId3" Type="http://schemas.openxmlformats.org/officeDocument/2006/relationships/customXml" Target="../customXml/item3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slide" Target="slides/slide15.xml"/><Relationship Id="rId33" Type="http://schemas.openxmlformats.org/officeDocument/2006/relationships/slide" Target="slides/slide23.xml"/><Relationship Id="rId38" Type="http://schemas.openxmlformats.org/officeDocument/2006/relationships/slide" Target="slides/slide28.xml"/><Relationship Id="rId46" Type="http://schemas.openxmlformats.org/officeDocument/2006/relationships/presProps" Target="presProps.xml"/><Relationship Id="rId20" Type="http://schemas.openxmlformats.org/officeDocument/2006/relationships/slide" Target="slides/slide10.xml"/><Relationship Id="rId41" Type="http://schemas.openxmlformats.org/officeDocument/2006/relationships/slide" Target="slides/slide31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261ADCD-0986-466F-BCF4-F1403744020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sz="800">
              <a:solidFill>
                <a:schemeClr val="accent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AD45B1-DDA3-4823-B57F-398ED6D7CE5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C51DD8-B00C-4794-9F38-603E28FD22A0}" type="datetime1">
              <a:rPr lang="en-GB" sz="800" smtClean="0">
                <a:solidFill>
                  <a:schemeClr val="accent1"/>
                </a:solidFill>
              </a:rPr>
              <a:t>02/09/2026</a:t>
            </a:fld>
            <a:endParaRPr lang="en-GB" sz="800">
              <a:solidFill>
                <a:schemeClr val="accent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3B3C53-DC75-4A5C-81E7-5D7CB96E129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BF6EE6-6533-46A0-A8FB-DBC252423243}" type="slidenum">
              <a:rPr lang="en-GB" sz="800" smtClean="0">
                <a:solidFill>
                  <a:schemeClr val="accent1"/>
                </a:solidFill>
              </a:rPr>
              <a:t>‹#›</a:t>
            </a:fld>
            <a:endParaRPr lang="en-GB" sz="800">
              <a:solidFill>
                <a:schemeClr val="accent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1B013-C79C-4BAB-9591-CE1E1BF2A98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sz="80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4799716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838611-CB23-4A11-B466-01829FB3E6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fld id="{1B1D025B-ACD2-45C1-B156-1DDB470CE31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F8BE06-C1AD-4FF4-9212-678516BAB9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410225-CB48-4A2A-9739-463AD2DBC31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fld id="{307F57C2-DC98-4654-8193-8947FB5885F5}" type="datetime1">
              <a:rPr lang="en-GB" smtClean="0"/>
              <a:pPr/>
              <a:t>02/09/2026</a:t>
            </a:fld>
            <a:endParaRPr lang="en-GB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668863D3-1D0C-412C-99BB-873840116AC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800">
                <a:solidFill>
                  <a:schemeClr val="accent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5E44B7E2-ED93-42BE-81A6-FE398D91C1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5691570-C65F-4C66-9CB2-8798BF7E897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accent1"/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0601147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18000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36000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54000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72000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A16CFAD1-D197-4A88-B173-A6412E995EE5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1B2F52-14E2-45D5-A249-78CC2A66BD96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EEDCFBE-27A6-4833-8A02-6F090B5FDABE}" type="datetime1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18B06C-D1C0-4719-87F3-6E1B46C516C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Header Placeholder 6">
            <a:extLst>
              <a:ext uri="{FF2B5EF4-FFF2-40B4-BE49-F238E27FC236}">
                <a16:creationId xmlns:a16="http://schemas.microsoft.com/office/drawing/2014/main" id="{8A4D158C-A6AB-44D9-9E3E-40314B363B1E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0829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2</a:t>
            </a:fld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07F57C2-DC98-4654-8193-8947FB5885F5}" type="datetime1">
              <a:rPr lang="en-GB" smtClean="0"/>
              <a:pPr/>
              <a:t>02/09/2026</a:t>
            </a:fld>
            <a:endParaRPr lang="en-GB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63869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07F57C2-DC98-4654-8193-8947FB5885F5}" type="datetime1">
              <a:rPr lang="en-GB" smtClean="0"/>
              <a:pPr/>
              <a:t>02/09/2026</a:t>
            </a:fld>
            <a:endParaRPr lang="en-GB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08301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0E6CE-79BC-5EEA-0260-2AFF9EC92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C4B87A-6723-929E-975F-1DCE2F7B1B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FF9300-D3C2-B9F2-4E12-4F5B99B713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F7ABDE-A858-6AC1-ADC1-CA20BB7D2D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32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14C56D-81A9-D61A-3A4B-48717F7EFAA0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07F57C2-DC98-4654-8193-8947FB5885F5}" type="datetime1">
              <a:rPr lang="en-GB" smtClean="0"/>
              <a:pPr/>
              <a:t>02/09/2026</a:t>
            </a:fld>
            <a:endParaRPr lang="en-GB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0A9B612D-F8A5-A2EC-B089-5AE97C4B215E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736E356-0E56-35AC-A718-735E692BB6D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28091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33</a:t>
            </a:fld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07F57C2-DC98-4654-8193-8947FB5885F5}" type="datetime1">
              <a:rPr lang="en-GB" smtClean="0"/>
              <a:pPr/>
              <a:t>02/09/2026</a:t>
            </a:fld>
            <a:endParaRPr lang="en-GB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6975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ckground">
            <a:extLst>
              <a:ext uri="{FF2B5EF4-FFF2-40B4-BE49-F238E27FC236}">
                <a16:creationId xmlns:a16="http://schemas.microsoft.com/office/drawing/2014/main" id="{340F0538-9B96-48A2-E0D3-51997329E811}"/>
              </a:ext>
            </a:extLst>
          </p:cNvPr>
          <p:cNvSpPr/>
          <p:nvPr userDrawn="1"/>
        </p:nvSpPr>
        <p:spPr>
          <a:xfrm>
            <a:off x="0" y="0"/>
            <a:ext cx="12193200" cy="6861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2A287E5-3103-5FAA-E5AA-89A6192368D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01729" y="0"/>
            <a:ext cx="6932892" cy="6858000"/>
          </a:xfrm>
          <a:prstGeom prst="rect">
            <a:avLst/>
          </a:prstGeom>
        </p:spPr>
      </p:pic>
      <p:pic>
        <p:nvPicPr>
          <p:cNvPr id="9" name="Logo">
            <a:extLst>
              <a:ext uri="{FF2B5EF4-FFF2-40B4-BE49-F238E27FC236}">
                <a16:creationId xmlns:a16="http://schemas.microsoft.com/office/drawing/2014/main" id="{76796D24-E52C-91B9-433F-A5D1C511A85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914400"/>
            <a:ext cx="2743200" cy="33301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914400" y="2638800"/>
            <a:ext cx="7002000" cy="1286506"/>
          </a:xfrm>
        </p:spPr>
        <p:txBody>
          <a:bodyPr anchor="b" anchorCtr="0">
            <a:spAutoFit/>
          </a:bodyPr>
          <a:lstStyle>
            <a:lvl1pPr algn="l">
              <a:lnSpc>
                <a:spcPct val="95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title, two lines optional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914400" y="4219200"/>
            <a:ext cx="5090400" cy="332399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>
                <a:solidFill>
                  <a:schemeClr val="accent3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>
                <a:solidFill>
                  <a:schemeClr val="accent3"/>
                </a:solidFill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>
                <a:solidFill>
                  <a:schemeClr val="accent3"/>
                </a:solidFill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>
                <a:solidFill>
                  <a:schemeClr val="accent3"/>
                </a:solidFill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>
                <a:solidFill>
                  <a:schemeClr val="accent3"/>
                </a:solidFill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>
                <a:solidFill>
                  <a:schemeClr val="accent3"/>
                </a:solidFill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>
                <a:solidFill>
                  <a:schemeClr val="accent3"/>
                </a:solidFill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>
                <a:solidFill>
                  <a:schemeClr val="accent3"/>
                </a:solidFill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>
                <a:solidFill>
                  <a:schemeClr val="accent3"/>
                </a:solidFill>
              </a:defRPr>
            </a:lvl9pPr>
          </a:lstStyle>
          <a:p>
            <a:r>
              <a:rPr lang="en-US"/>
              <a:t>Click to add subtitle, one line optional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7E77017-6870-5AD9-B646-1D87C34A596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914400" y="5490000"/>
            <a:ext cx="5090400" cy="184666"/>
          </a:xfrm>
        </p:spPr>
        <p:txBody>
          <a:bodyPr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1pPr>
            <a:lvl2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2pPr>
            <a:lvl3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3pPr>
            <a:lvl4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4pPr>
            <a:lvl5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5pPr>
            <a:lvl6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6pPr>
            <a:lvl7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7pPr>
            <a:lvl8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8pPr>
            <a:lvl9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Name of Presenter</a:t>
            </a:r>
          </a:p>
        </p:txBody>
      </p:sp>
      <p:sp>
        <p:nvSpPr>
          <p:cNvPr id="10" name="Date Placeholder 6">
            <a:extLst>
              <a:ext uri="{FF2B5EF4-FFF2-40B4-BE49-F238E27FC236}">
                <a16:creationId xmlns:a16="http://schemas.microsoft.com/office/drawing/2014/main" id="{19E8C21D-363E-4C29-BCB1-2C67A41A6B1A}"/>
              </a:ext>
            </a:extLst>
          </p:cNvPr>
          <p:cNvSpPr>
            <a:spLocks noGrp="1"/>
          </p:cNvSpPr>
          <p:nvPr>
            <p:ph type="dt" sz="half" idx="15"/>
          </p:nvPr>
        </p:nvSpPr>
        <p:spPr bwMode="white">
          <a:xfrm>
            <a:off x="914400" y="5752799"/>
            <a:ext cx="5090400" cy="184666"/>
          </a:xfrm>
        </p:spPr>
        <p:txBody>
          <a:bodyPr anchor="t" anchorCtr="0">
            <a:spAutoFit/>
          </a:bodyPr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4A9A0B8E-7796-40B6-952C-7B5839D359BE}" type="datetime1">
              <a:rPr lang="en-US" smtClean="0"/>
              <a:pPr/>
              <a:t>9/2/2026</a:t>
            </a:fld>
            <a:endParaRPr lang="en-US"/>
          </a:p>
        </p:txBody>
      </p:sp>
      <p:sp>
        <p:nvSpPr>
          <p:cNvPr id="11" name="Footer Placeholder 8" hidden="1">
            <a:extLst>
              <a:ext uri="{FF2B5EF4-FFF2-40B4-BE49-F238E27FC236}">
                <a16:creationId xmlns:a16="http://schemas.microsoft.com/office/drawing/2014/main" id="{6DB35B2F-204D-4092-A860-94E70637BD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US"/>
          </a:p>
        </p:txBody>
      </p:sp>
      <p:sp>
        <p:nvSpPr>
          <p:cNvPr id="12" name="Slide Number Placeholder 10" hidden="1">
            <a:extLst>
              <a:ext uri="{FF2B5EF4-FFF2-40B4-BE49-F238E27FC236}">
                <a16:creationId xmlns:a16="http://schemas.microsoft.com/office/drawing/2014/main" id="{1BEB41F5-194C-405C-8EDC-8C5E550FE0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912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B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8651BDEF-5BAF-5895-1B1A-7FAE88270ED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 lIns="0" tIns="108000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on frame and insert picture via </a:t>
            </a:r>
            <a:r>
              <a:rPr lang="en-US" err="1"/>
              <a:t>Templafy</a:t>
            </a:r>
            <a:r>
              <a:rPr lang="en-US"/>
              <a:t> Images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914400" y="2610000"/>
            <a:ext cx="7956000" cy="2368341"/>
          </a:xfrm>
        </p:spPr>
        <p:txBody>
          <a:bodyPr anchor="b" anchorCtr="0">
            <a:spAutoFit/>
          </a:bodyPr>
          <a:lstStyle>
            <a:lvl1pPr algn="l">
              <a:lnSpc>
                <a:spcPct val="950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title, </a:t>
            </a:r>
            <a:br>
              <a:rPr lang="en-US"/>
            </a:br>
            <a:r>
              <a:rPr lang="en-US"/>
              <a:t>three lines </a:t>
            </a:r>
            <a:br>
              <a:rPr lang="en-US"/>
            </a:br>
            <a:r>
              <a:rPr lang="en-US"/>
              <a:t>optional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7E77017-6870-5AD9-B646-1D87C34A596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914400" y="5490000"/>
            <a:ext cx="5090400" cy="184666"/>
          </a:xfrm>
        </p:spPr>
        <p:txBody>
          <a:bodyPr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2pPr>
            <a:lvl3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3pPr>
            <a:lvl4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4pPr>
            <a:lvl5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5pPr>
            <a:lvl6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6pPr>
            <a:lvl7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7pPr>
            <a:lvl8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8pPr>
            <a:lvl9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Name of Presenter</a:t>
            </a:r>
          </a:p>
        </p:txBody>
      </p:sp>
      <p:sp>
        <p:nvSpPr>
          <p:cNvPr id="10" name="Date Placeholder 6">
            <a:extLst>
              <a:ext uri="{FF2B5EF4-FFF2-40B4-BE49-F238E27FC236}">
                <a16:creationId xmlns:a16="http://schemas.microsoft.com/office/drawing/2014/main" id="{19E8C21D-363E-4C29-BCB1-2C67A41A6B1A}"/>
              </a:ext>
            </a:extLst>
          </p:cNvPr>
          <p:cNvSpPr>
            <a:spLocks noGrp="1"/>
          </p:cNvSpPr>
          <p:nvPr>
            <p:ph type="dt" sz="half" idx="15"/>
          </p:nvPr>
        </p:nvSpPr>
        <p:spPr bwMode="white">
          <a:xfrm>
            <a:off x="914400" y="5752799"/>
            <a:ext cx="5090400" cy="184666"/>
          </a:xfrm>
        </p:spPr>
        <p:txBody>
          <a:bodyPr anchor="t" anchorCtr="0">
            <a:spAutoFit/>
          </a:bodyPr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4A9A0B8E-7796-40B6-952C-7B5839D359BE}" type="datetime1">
              <a:rPr lang="en-US" smtClean="0"/>
              <a:pPr/>
              <a:t>9/2/2026</a:t>
            </a:fld>
            <a:endParaRPr lang="en-US"/>
          </a:p>
        </p:txBody>
      </p:sp>
      <p:sp>
        <p:nvSpPr>
          <p:cNvPr id="11" name="Footer Placeholder 8" hidden="1">
            <a:extLst>
              <a:ext uri="{FF2B5EF4-FFF2-40B4-BE49-F238E27FC236}">
                <a16:creationId xmlns:a16="http://schemas.microsoft.com/office/drawing/2014/main" id="{6DB35B2F-204D-4092-A860-94E70637BD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US"/>
          </a:p>
        </p:txBody>
      </p:sp>
      <p:sp>
        <p:nvSpPr>
          <p:cNvPr id="12" name="Slide Number Placeholder 10" hidden="1">
            <a:extLst>
              <a:ext uri="{FF2B5EF4-FFF2-40B4-BE49-F238E27FC236}">
                <a16:creationId xmlns:a16="http://schemas.microsoft.com/office/drawing/2014/main" id="{1BEB41F5-194C-405C-8EDC-8C5E550FE0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Logo Placeholder 9">
            <a:extLst>
              <a:ext uri="{FF2B5EF4-FFF2-40B4-BE49-F238E27FC236}">
                <a16:creationId xmlns:a16="http://schemas.microsoft.com/office/drawing/2014/main" id="{D8410491-ACC1-B4F0-BB4F-E3E58AF6E01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4400" y="914400"/>
            <a:ext cx="2743200" cy="33301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02965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1F24335D-38B7-3BBC-A3D8-1B37E89BACD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 lIns="0" tIns="108000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on frame and insert picture via Templafy Images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914400" y="2610000"/>
            <a:ext cx="7956000" cy="2368341"/>
          </a:xfrm>
        </p:spPr>
        <p:txBody>
          <a:bodyPr anchor="b" anchorCtr="0">
            <a:spAutoFit/>
          </a:bodyPr>
          <a:lstStyle>
            <a:lvl1pPr algn="l">
              <a:lnSpc>
                <a:spcPct val="95000"/>
              </a:lnSpc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title, </a:t>
            </a:r>
            <a:br>
              <a:rPr lang="en-US"/>
            </a:br>
            <a:r>
              <a:rPr lang="en-US"/>
              <a:t>three lines </a:t>
            </a:r>
            <a:br>
              <a:rPr lang="en-US"/>
            </a:br>
            <a:r>
              <a:rPr lang="en-US"/>
              <a:t>optional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7E77017-6870-5AD9-B646-1D87C34A596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914400" y="5490000"/>
            <a:ext cx="5090400" cy="184666"/>
          </a:xfrm>
        </p:spPr>
        <p:txBody>
          <a:bodyPr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2pPr>
            <a:lvl3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3pPr>
            <a:lvl4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4pPr>
            <a:lvl5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5pPr>
            <a:lvl6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6pPr>
            <a:lvl7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7pPr>
            <a:lvl8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8pPr>
            <a:lvl9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Name of Presenter</a:t>
            </a:r>
          </a:p>
        </p:txBody>
      </p:sp>
      <p:sp>
        <p:nvSpPr>
          <p:cNvPr id="10" name="Date Placeholder 6">
            <a:extLst>
              <a:ext uri="{FF2B5EF4-FFF2-40B4-BE49-F238E27FC236}">
                <a16:creationId xmlns:a16="http://schemas.microsoft.com/office/drawing/2014/main" id="{19E8C21D-363E-4C29-BCB1-2C67A41A6B1A}"/>
              </a:ext>
            </a:extLst>
          </p:cNvPr>
          <p:cNvSpPr>
            <a:spLocks noGrp="1"/>
          </p:cNvSpPr>
          <p:nvPr>
            <p:ph type="dt" sz="half" idx="15"/>
          </p:nvPr>
        </p:nvSpPr>
        <p:spPr bwMode="white">
          <a:xfrm>
            <a:off x="914400" y="5752799"/>
            <a:ext cx="5090400" cy="184666"/>
          </a:xfrm>
        </p:spPr>
        <p:txBody>
          <a:bodyPr anchor="t" anchorCtr="0">
            <a:spAutoFit/>
          </a:bodyPr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4A9A0B8E-7796-40B6-952C-7B5839D359BE}" type="datetime1">
              <a:rPr lang="en-US" smtClean="0"/>
              <a:pPr/>
              <a:t>9/2/2026</a:t>
            </a:fld>
            <a:endParaRPr lang="en-US"/>
          </a:p>
        </p:txBody>
      </p:sp>
      <p:sp>
        <p:nvSpPr>
          <p:cNvPr id="11" name="Footer Placeholder 8" hidden="1">
            <a:extLst>
              <a:ext uri="{FF2B5EF4-FFF2-40B4-BE49-F238E27FC236}">
                <a16:creationId xmlns:a16="http://schemas.microsoft.com/office/drawing/2014/main" id="{6DB35B2F-204D-4092-A860-94E70637BD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US"/>
          </a:p>
        </p:txBody>
      </p:sp>
      <p:sp>
        <p:nvSpPr>
          <p:cNvPr id="12" name="Slide Number Placeholder 10" hidden="1">
            <a:extLst>
              <a:ext uri="{FF2B5EF4-FFF2-40B4-BE49-F238E27FC236}">
                <a16:creationId xmlns:a16="http://schemas.microsoft.com/office/drawing/2014/main" id="{1BEB41F5-194C-405C-8EDC-8C5E550FE0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Logo Placeholder 9">
            <a:extLst>
              <a:ext uri="{FF2B5EF4-FFF2-40B4-BE49-F238E27FC236}">
                <a16:creationId xmlns:a16="http://schemas.microsoft.com/office/drawing/2014/main" id="{6321382D-5A07-31AA-0933-D4F46703DE1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4400" y="914400"/>
            <a:ext cx="2743200" cy="333010"/>
          </a:xfr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93449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B3C6D49B-5AA8-08F3-B147-E15E36F776DB}"/>
              </a:ext>
            </a:extLst>
          </p:cNvPr>
          <p:cNvSpPr/>
          <p:nvPr userDrawn="1"/>
        </p:nvSpPr>
        <p:spPr>
          <a:xfrm>
            <a:off x="0" y="0"/>
            <a:ext cx="12193200" cy="6861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err="1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AABFFD0-7FB5-22D4-AEE3-9130103DE2B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01729" y="0"/>
            <a:ext cx="6932892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82B3B4A0-C375-41A6-AA76-9E9EE3A791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914400" y="914400"/>
            <a:ext cx="7956000" cy="4968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Agenda title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841371CC-D25B-51AE-5ABB-421D01359A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411199" y="1836000"/>
            <a:ext cx="7458163" cy="3650400"/>
          </a:xfrm>
        </p:spPr>
        <p:txBody>
          <a:bodyPr/>
          <a:lstStyle>
            <a:lvl1pPr marL="0" indent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 i="0" cap="none">
                <a:solidFill>
                  <a:schemeClr val="tx1"/>
                </a:solidFill>
              </a:defRPr>
            </a:lvl1pPr>
            <a:lvl2pPr marL="0" indent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 i="0" cap="none">
                <a:solidFill>
                  <a:schemeClr val="accent3"/>
                </a:solidFill>
              </a:defRPr>
            </a:lvl2pPr>
            <a:lvl3pPr marL="0" indent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 i="0" cap="none">
                <a:solidFill>
                  <a:schemeClr val="tx1"/>
                </a:solidFill>
              </a:defRPr>
            </a:lvl3pPr>
            <a:lvl4pPr marL="0" indent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 i="0" cap="none">
                <a:solidFill>
                  <a:schemeClr val="accent3"/>
                </a:solidFill>
              </a:defRPr>
            </a:lvl4pPr>
            <a:lvl5pPr marL="0" indent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 i="0" cap="none">
                <a:solidFill>
                  <a:schemeClr val="tx1"/>
                </a:solidFill>
              </a:defRPr>
            </a:lvl5pPr>
            <a:lvl6pPr marL="0" indent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 i="0" cap="none">
                <a:solidFill>
                  <a:schemeClr val="accent3"/>
                </a:solidFill>
              </a:defRPr>
            </a:lvl6pPr>
            <a:lvl7pPr marL="0" indent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 i="0" cap="none">
                <a:solidFill>
                  <a:schemeClr val="tx1"/>
                </a:solidFill>
              </a:defRPr>
            </a:lvl7pPr>
            <a:lvl8pPr marL="0" indent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 i="0" cap="none">
                <a:solidFill>
                  <a:schemeClr val="accent3"/>
                </a:solidFill>
              </a:defRPr>
            </a:lvl8pPr>
            <a:lvl9pPr marL="0" indent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 i="0" cap="none">
                <a:solidFill>
                  <a:schemeClr val="tx1"/>
                </a:solidFill>
              </a:defRPr>
            </a:lvl9pPr>
          </a:lstStyle>
          <a:p>
            <a:pPr lvl="0"/>
            <a:r>
              <a:rPr lang="en-US" noProof="0"/>
              <a:t>Click to add agenda point                                                        Enter &amp; TAB to view highlight text style                            SHIFT+TAB to view previous text style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B696624D-FA1A-B68E-7DBE-8CCBAFF24FB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914400" y="1836000"/>
            <a:ext cx="396000" cy="3650400"/>
          </a:xfrm>
        </p:spPr>
        <p:txBody>
          <a:bodyPr/>
          <a:lstStyle>
            <a:lvl1pPr marL="0" indent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 i="0" cap="none">
                <a:solidFill>
                  <a:schemeClr val="tx1"/>
                </a:solidFill>
              </a:defRPr>
            </a:lvl1pPr>
            <a:lvl2pPr marL="0" indent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 i="0" cap="none">
                <a:solidFill>
                  <a:schemeClr val="accent3"/>
                </a:solidFill>
              </a:defRPr>
            </a:lvl2pPr>
            <a:lvl3pPr marL="0" indent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 i="0" cap="none">
                <a:solidFill>
                  <a:schemeClr val="tx1"/>
                </a:solidFill>
              </a:defRPr>
            </a:lvl3pPr>
            <a:lvl4pPr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 i="0" cap="none">
                <a:solidFill>
                  <a:schemeClr val="accent3"/>
                </a:solidFill>
              </a:defRPr>
            </a:lvl4pPr>
            <a:lvl5pPr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 i="0" cap="none">
                <a:solidFill>
                  <a:schemeClr val="tx1"/>
                </a:solidFill>
              </a:defRPr>
            </a:lvl5pPr>
            <a:lvl6pPr marL="0" indent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 i="0" cap="none">
                <a:solidFill>
                  <a:schemeClr val="accent3"/>
                </a:solidFill>
              </a:defRPr>
            </a:lvl6pPr>
            <a:lvl7pPr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defRPr sz="2000" b="0" i="0" cap="none">
                <a:solidFill>
                  <a:schemeClr val="tx1"/>
                </a:solidFill>
              </a:defRPr>
            </a:lvl7pPr>
            <a:lvl8pPr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defRPr sz="2000" b="0" i="0" cap="none">
                <a:solidFill>
                  <a:schemeClr val="accent3"/>
                </a:solidFill>
              </a:defRPr>
            </a:lvl8pPr>
            <a:lvl9pPr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defRPr sz="2000" b="0" i="0" cap="none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01</a:t>
            </a:r>
          </a:p>
          <a:p>
            <a:pPr lvl="1"/>
            <a:r>
              <a:rPr lang="en-US"/>
              <a:t>02</a:t>
            </a:r>
          </a:p>
          <a:p>
            <a:pPr lvl="2"/>
            <a:r>
              <a:rPr lang="en-US"/>
              <a:t>03</a:t>
            </a:r>
          </a:p>
          <a:p>
            <a:pPr lvl="3"/>
            <a:r>
              <a:rPr lang="en-US"/>
              <a:t>04</a:t>
            </a:r>
          </a:p>
          <a:p>
            <a:pPr lvl="4"/>
            <a:r>
              <a:rPr lang="en-US"/>
              <a:t>05</a:t>
            </a:r>
          </a:p>
          <a:p>
            <a:pPr lvl="5"/>
            <a:r>
              <a:rPr lang="en-US"/>
              <a:t>06</a:t>
            </a:r>
          </a:p>
          <a:p>
            <a:pPr lvl="6"/>
            <a:r>
              <a:rPr lang="en-US"/>
              <a:t>07</a:t>
            </a:r>
          </a:p>
          <a:p>
            <a:pPr lvl="7"/>
            <a:r>
              <a:rPr lang="en-US"/>
              <a:t>08</a:t>
            </a:r>
          </a:p>
          <a:p>
            <a:pPr lvl="8"/>
            <a:r>
              <a:rPr lang="en-US"/>
              <a:t>09</a:t>
            </a:r>
          </a:p>
        </p:txBody>
      </p:sp>
      <p:sp>
        <p:nvSpPr>
          <p:cNvPr id="15" name="Date Placeholder 14" hidden="1">
            <a:extLst>
              <a:ext uri="{FF2B5EF4-FFF2-40B4-BE49-F238E27FC236}">
                <a16:creationId xmlns:a16="http://schemas.microsoft.com/office/drawing/2014/main" id="{6337724D-6107-D752-5174-474B0390C11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9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t>9/2/2026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183DC341-C334-5512-74C4-08B4FC8DAC6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 bwMode="white"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15DE2604-0312-B234-C47D-460B0F77BFC8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 bwMode="white"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BFD4D25F-806C-BD90-FA02-0B54023D53F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6266000"/>
            <a:ext cx="1144800" cy="138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3175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 Placeholder 6" hidden="1">
            <a:extLst>
              <a:ext uri="{FF2B5EF4-FFF2-40B4-BE49-F238E27FC236}">
                <a16:creationId xmlns:a16="http://schemas.microsoft.com/office/drawing/2014/main" id="{1A720CDE-06B6-4983-9A87-F49D92F4976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86E08D24-9AFA-434C-9914-D4EE76D7A6F1}" type="datetime1">
              <a:rPr lang="en-US" smtClean="0"/>
              <a:t>9/2/2026</a:t>
            </a:fld>
            <a:endParaRPr lang="en-US"/>
          </a:p>
        </p:txBody>
      </p:sp>
      <p:sp>
        <p:nvSpPr>
          <p:cNvPr id="12" name="Footer Placeholder 8" hidden="1">
            <a:extLst>
              <a:ext uri="{FF2B5EF4-FFF2-40B4-BE49-F238E27FC236}">
                <a16:creationId xmlns:a16="http://schemas.microsoft.com/office/drawing/2014/main" id="{7FFC0449-92BF-472B-90CF-9DF76E28F3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US"/>
          </a:p>
        </p:txBody>
      </p:sp>
      <p:sp>
        <p:nvSpPr>
          <p:cNvPr id="13" name="Slide Number Placeholder 10" hidden="1">
            <a:extLst>
              <a:ext uri="{FF2B5EF4-FFF2-40B4-BE49-F238E27FC236}">
                <a16:creationId xmlns:a16="http://schemas.microsoft.com/office/drawing/2014/main" id="{714F8B58-5B54-40CA-B779-ABC1C0CA9F7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Background"/>
          <p:cNvSpPr/>
          <p:nvPr userDrawn="1"/>
        </p:nvSpPr>
        <p:spPr>
          <a:xfrm>
            <a:off x="0" y="0"/>
            <a:ext cx="12193200" cy="6861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err="1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914400" y="1717200"/>
            <a:ext cx="7956000" cy="1286506"/>
          </a:xfrm>
        </p:spPr>
        <p:txBody>
          <a:bodyPr anchor="t" anchorCtr="0">
            <a:spAutoFit/>
          </a:bodyPr>
          <a:lstStyle>
            <a:lvl1pPr algn="l">
              <a:lnSpc>
                <a:spcPct val="95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add title, three lines optional</a:t>
            </a:r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29FAE41-118D-B731-BDB7-FCCC4E3C1E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01729" y="0"/>
            <a:ext cx="6932892" cy="6858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E0BE08D-DCF3-0A8D-2A6A-7C7538E1E35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47058" y="5721593"/>
            <a:ext cx="1828800" cy="222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3822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B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 Placeholder 6" hidden="1">
            <a:extLst>
              <a:ext uri="{FF2B5EF4-FFF2-40B4-BE49-F238E27FC236}">
                <a16:creationId xmlns:a16="http://schemas.microsoft.com/office/drawing/2014/main" id="{1A720CDE-06B6-4983-9A87-F49D92F4976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86E08D24-9AFA-434C-9914-D4EE76D7A6F1}" type="datetime1">
              <a:rPr lang="en-US" smtClean="0"/>
              <a:t>9/2/2026</a:t>
            </a:fld>
            <a:endParaRPr lang="en-US"/>
          </a:p>
        </p:txBody>
      </p:sp>
      <p:sp>
        <p:nvSpPr>
          <p:cNvPr id="12" name="Footer Placeholder 8" hidden="1">
            <a:extLst>
              <a:ext uri="{FF2B5EF4-FFF2-40B4-BE49-F238E27FC236}">
                <a16:creationId xmlns:a16="http://schemas.microsoft.com/office/drawing/2014/main" id="{7FFC0449-92BF-472B-90CF-9DF76E28F3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US"/>
          </a:p>
        </p:txBody>
      </p:sp>
      <p:sp>
        <p:nvSpPr>
          <p:cNvPr id="13" name="Slide Number Placeholder 10" hidden="1">
            <a:extLst>
              <a:ext uri="{FF2B5EF4-FFF2-40B4-BE49-F238E27FC236}">
                <a16:creationId xmlns:a16="http://schemas.microsoft.com/office/drawing/2014/main" id="{714F8B58-5B54-40CA-B779-ABC1C0CA9F7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Background"/>
          <p:cNvSpPr/>
          <p:nvPr userDrawn="1"/>
        </p:nvSpPr>
        <p:spPr>
          <a:xfrm>
            <a:off x="0" y="0"/>
            <a:ext cx="12193200" cy="686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err="1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914400" y="1717200"/>
            <a:ext cx="7956000" cy="1286506"/>
          </a:xfrm>
        </p:spPr>
        <p:txBody>
          <a:bodyPr anchor="t" anchorCtr="0">
            <a:spAutoFit/>
          </a:bodyPr>
          <a:lstStyle>
            <a:lvl1pPr algn="l">
              <a:lnSpc>
                <a:spcPct val="95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add title, three lines optional</a:t>
            </a:r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29FAE41-118D-B731-BDB7-FCCC4E3C1E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01729" y="0"/>
            <a:ext cx="6932892" cy="6858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E0BE08D-DCF3-0A8D-2A6A-7C7538E1E35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47058" y="5721593"/>
            <a:ext cx="1828800" cy="222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1793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C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 Placeholder 6" hidden="1">
            <a:extLst>
              <a:ext uri="{FF2B5EF4-FFF2-40B4-BE49-F238E27FC236}">
                <a16:creationId xmlns:a16="http://schemas.microsoft.com/office/drawing/2014/main" id="{1A720CDE-06B6-4983-9A87-F49D92F4976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86E08D24-9AFA-434C-9914-D4EE76D7A6F1}" type="datetime1">
              <a:rPr lang="en-US" smtClean="0"/>
              <a:t>9/2/2026</a:t>
            </a:fld>
            <a:endParaRPr lang="en-US"/>
          </a:p>
        </p:txBody>
      </p:sp>
      <p:sp>
        <p:nvSpPr>
          <p:cNvPr id="12" name="Footer Placeholder 8" hidden="1">
            <a:extLst>
              <a:ext uri="{FF2B5EF4-FFF2-40B4-BE49-F238E27FC236}">
                <a16:creationId xmlns:a16="http://schemas.microsoft.com/office/drawing/2014/main" id="{7FFC0449-92BF-472B-90CF-9DF76E28F3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US"/>
          </a:p>
        </p:txBody>
      </p:sp>
      <p:sp>
        <p:nvSpPr>
          <p:cNvPr id="13" name="Slide Number Placeholder 10" hidden="1">
            <a:extLst>
              <a:ext uri="{FF2B5EF4-FFF2-40B4-BE49-F238E27FC236}">
                <a16:creationId xmlns:a16="http://schemas.microsoft.com/office/drawing/2014/main" id="{714F8B58-5B54-40CA-B779-ABC1C0CA9F7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Background"/>
          <p:cNvSpPr/>
          <p:nvPr userDrawn="1"/>
        </p:nvSpPr>
        <p:spPr>
          <a:xfrm>
            <a:off x="0" y="0"/>
            <a:ext cx="12193200" cy="686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err="1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914400" y="1717200"/>
            <a:ext cx="7956000" cy="1286506"/>
          </a:xfrm>
        </p:spPr>
        <p:txBody>
          <a:bodyPr anchor="t" anchorCtr="0">
            <a:spAutoFit/>
          </a:bodyPr>
          <a:lstStyle>
            <a:lvl1pPr algn="l">
              <a:lnSpc>
                <a:spcPct val="95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add title, three lines optional</a:t>
            </a:r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29FAE41-118D-B731-BDB7-FCCC4E3C1E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01729" y="0"/>
            <a:ext cx="6932892" cy="6858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E0BE08D-DCF3-0A8D-2A6A-7C7538E1E35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47058" y="5721593"/>
            <a:ext cx="1828800" cy="222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5366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AEB5-52F0-4660-8F42-9D54730AF8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1" y="1371600"/>
            <a:ext cx="11277600" cy="4392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</a:lstStyle>
          <a:p>
            <a:pPr lvl="0"/>
            <a:r>
              <a:rPr lang="en-US" noProof="0"/>
              <a:t>Click to add text                                                                                                                                            Enter &amp; TAB to view next text style                                                                                                              SHIFT+TAB to view previous text style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</a:p>
        </p:txBody>
      </p:sp>
      <p:sp>
        <p:nvSpPr>
          <p:cNvPr id="7" name="Note 1 Sub 1">
            <a:extLst>
              <a:ext uri="{FF2B5EF4-FFF2-40B4-BE49-F238E27FC236}">
                <a16:creationId xmlns:a16="http://schemas.microsoft.com/office/drawing/2014/main" id="{38E65F5C-54FD-FBF2-4466-8B2C452C0C43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457201" y="5763600"/>
            <a:ext cx="11277600" cy="18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700">
                <a:solidFill>
                  <a:schemeClr val="accent2"/>
                </a:solidFill>
              </a:defRPr>
            </a:lvl1pPr>
            <a:lvl2pPr marL="800100" indent="-342900" algn="l">
              <a:buFont typeface="Arial" panose="020B0604020202020204" pitchFamily="34" charset="0"/>
              <a:buChar char="•"/>
              <a:defRPr sz="2000"/>
            </a:lvl2pPr>
            <a:lvl3pPr marL="1200150" indent="-285750" algn="l">
              <a:buFont typeface="Arial" panose="020B0604020202020204" pitchFamily="34" charset="0"/>
              <a:buChar char="•"/>
              <a:defRPr sz="2000"/>
            </a:lvl3pPr>
            <a:lvl4pPr marL="1657350" indent="-285750" algn="l">
              <a:buFont typeface="Arial" panose="020B0604020202020204" pitchFamily="34" charset="0"/>
              <a:buChar char="•"/>
              <a:defRPr sz="2000"/>
            </a:lvl4pPr>
            <a:lvl5pPr marL="2114550" indent="-285750" algn="l">
              <a:buFont typeface="Arial" panose="020B0604020202020204" pitchFamily="34" charset="0"/>
              <a:buChar char="•"/>
              <a:defRPr sz="2000"/>
            </a:lvl5pPr>
            <a:lvl6pPr marL="2571750" indent="-285750" algn="l">
              <a:buFont typeface="Arial" panose="020B0604020202020204" pitchFamily="34" charset="0"/>
              <a:buChar char="•"/>
              <a:defRPr sz="2000"/>
            </a:lvl6pPr>
            <a:lvl7pPr marL="3028950" indent="-285750" algn="l">
              <a:buFont typeface="Arial" panose="020B0604020202020204" pitchFamily="34" charset="0"/>
              <a:buChar char="•"/>
              <a:defRPr sz="2000"/>
            </a:lvl7pPr>
            <a:lvl8pPr marL="3486150" indent="-285750" algn="l">
              <a:buFont typeface="Arial" panose="020B0604020202020204" pitchFamily="34" charset="0"/>
              <a:buChar char="•"/>
              <a:defRPr sz="2000"/>
            </a:lvl8pPr>
            <a:lvl9pPr marL="3943350" indent="-285750" algn="l"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noProof="0"/>
              <a:t>Click to add source or note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7B696-6AA7-4E5D-B60B-41572D080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019847-20E5-4B7E-B872-4144EE846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Date Placeholder 3" hidden="1">
            <a:extLst>
              <a:ext uri="{FF2B5EF4-FFF2-40B4-BE49-F238E27FC236}">
                <a16:creationId xmlns:a16="http://schemas.microsoft.com/office/drawing/2014/main" id="{C4BAA903-C13B-4AFA-99B6-BE9168B509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fld id="{755E0C25-3140-4A2E-92AD-AEF235DC4E58}" type="datetime1">
              <a:rPr lang="en-US" smtClean="0"/>
              <a:t>9/2/2026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011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7CF41-4700-4C0D-801F-1B8DD72EDF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1" y="1371600"/>
            <a:ext cx="5548312" cy="4392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</a:lstStyle>
          <a:p>
            <a:pPr lvl="0"/>
            <a:r>
              <a:rPr lang="en-US" noProof="0"/>
              <a:t>Click to add text                                                  Enter &amp; TAB to view next text style                                                                                                              SHIFT+TAB to view previous text style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84900" y="1371600"/>
            <a:ext cx="5548313" cy="4392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</a:lstStyle>
          <a:p>
            <a:pPr lvl="0"/>
            <a:r>
              <a:rPr lang="en-US" noProof="0"/>
              <a:t>Click to add text                                                  Enter &amp; TAB to view next text style                                                                                                              SHIFT+TAB to view previous text style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  <a:endParaRPr lang="en-US"/>
          </a:p>
        </p:txBody>
      </p:sp>
      <p:sp>
        <p:nvSpPr>
          <p:cNvPr id="11" name="Note 1 Sub 1">
            <a:extLst>
              <a:ext uri="{FF2B5EF4-FFF2-40B4-BE49-F238E27FC236}">
                <a16:creationId xmlns:a16="http://schemas.microsoft.com/office/drawing/2014/main" id="{E61B1661-5972-8C49-8794-8B443A054B88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457200" y="5763600"/>
            <a:ext cx="5548312" cy="18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700">
                <a:solidFill>
                  <a:schemeClr val="accent2"/>
                </a:solidFill>
              </a:defRPr>
            </a:lvl1pPr>
            <a:lvl2pPr marL="800100" indent="-342900" algn="l">
              <a:buFont typeface="Arial" panose="020B0604020202020204" pitchFamily="34" charset="0"/>
              <a:buChar char="•"/>
              <a:defRPr sz="2000"/>
            </a:lvl2pPr>
            <a:lvl3pPr marL="1200150" indent="-285750" algn="l">
              <a:buFont typeface="Arial" panose="020B0604020202020204" pitchFamily="34" charset="0"/>
              <a:buChar char="•"/>
              <a:defRPr sz="2000"/>
            </a:lvl3pPr>
            <a:lvl4pPr marL="1657350" indent="-285750" algn="l">
              <a:buFont typeface="Arial" panose="020B0604020202020204" pitchFamily="34" charset="0"/>
              <a:buChar char="•"/>
              <a:defRPr sz="2000"/>
            </a:lvl4pPr>
            <a:lvl5pPr marL="2114550" indent="-285750" algn="l">
              <a:buFont typeface="Arial" panose="020B0604020202020204" pitchFamily="34" charset="0"/>
              <a:buChar char="•"/>
              <a:defRPr sz="2000"/>
            </a:lvl5pPr>
            <a:lvl6pPr marL="2571750" indent="-285750" algn="l">
              <a:buFont typeface="Arial" panose="020B0604020202020204" pitchFamily="34" charset="0"/>
              <a:buChar char="•"/>
              <a:defRPr sz="2000"/>
            </a:lvl6pPr>
            <a:lvl7pPr marL="3028950" indent="-285750" algn="l">
              <a:buFont typeface="Arial" panose="020B0604020202020204" pitchFamily="34" charset="0"/>
              <a:buChar char="•"/>
              <a:defRPr sz="2000"/>
            </a:lvl7pPr>
            <a:lvl8pPr marL="3486150" indent="-285750" algn="l">
              <a:buFont typeface="Arial" panose="020B0604020202020204" pitchFamily="34" charset="0"/>
              <a:buChar char="•"/>
              <a:defRPr sz="2000"/>
            </a:lvl8pPr>
            <a:lvl9pPr marL="3943350" indent="-285750" algn="l"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noProof="0"/>
              <a:t>Click to add source or note</a:t>
            </a:r>
          </a:p>
        </p:txBody>
      </p:sp>
      <p:sp>
        <p:nvSpPr>
          <p:cNvPr id="12" name="Note 2 23">
            <a:extLst>
              <a:ext uri="{FF2B5EF4-FFF2-40B4-BE49-F238E27FC236}">
                <a16:creationId xmlns:a16="http://schemas.microsoft.com/office/drawing/2014/main" id="{00181299-DF32-7C45-A085-197D1BDFB50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84900" y="5763600"/>
            <a:ext cx="5548313" cy="180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>
                <a:solidFill>
                  <a:schemeClr val="accent2"/>
                </a:solidFill>
              </a:defRPr>
            </a:lvl1pPr>
            <a:lvl2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/>
            </a:lvl2pPr>
            <a:lvl3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/>
            </a:lvl3pPr>
            <a:lvl4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/>
            </a:lvl4pPr>
            <a:lvl5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/>
            </a:lvl5pPr>
            <a:lvl6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700" b="0" cap="none"/>
            </a:lvl6pPr>
            <a:lvl7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700" b="0" cap="none"/>
            </a:lvl7pPr>
            <a:lvl8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700" b="0" cap="none"/>
            </a:lvl8pPr>
            <a:lvl9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700" b="0" cap="none"/>
            </a:lvl9pPr>
          </a:lstStyle>
          <a:p>
            <a:pPr lvl="0"/>
            <a:r>
              <a:rPr lang="en-US"/>
              <a:t>Click to add source or note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5B0CE7D-8E6C-42F1-060F-A79183D5A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35151D5-303F-0195-5875-D5D643428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Date Placeholder 7" hidden="1">
            <a:extLst>
              <a:ext uri="{FF2B5EF4-FFF2-40B4-BE49-F238E27FC236}">
                <a16:creationId xmlns:a16="http://schemas.microsoft.com/office/drawing/2014/main" id="{E04CDBA4-BA46-F42F-95E1-95089236866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9/2/2026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926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7CF41-4700-4C0D-801F-1B8DD72EDF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1" y="1371600"/>
            <a:ext cx="4592637" cy="4392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</a:lstStyle>
          <a:p>
            <a:pPr lvl="0"/>
            <a:r>
              <a:rPr lang="en-US" noProof="0"/>
              <a:t>Click to add text                                    Enter &amp; TAB to view next text style                                                                                                              SHIFT+TAB to view previous text style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84900" y="1371600"/>
            <a:ext cx="5548313" cy="4392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</a:lstStyle>
          <a:p>
            <a:pPr lvl="0"/>
            <a:r>
              <a:rPr lang="en-US" noProof="0"/>
              <a:t>Click to add text                                                  Enter &amp; TAB to view next text style                                                                                                              SHIFT+TAB to view previous text style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  <a:endParaRPr lang="en-US"/>
          </a:p>
        </p:txBody>
      </p:sp>
      <p:sp>
        <p:nvSpPr>
          <p:cNvPr id="4" name="Note 1 Sub 1">
            <a:extLst>
              <a:ext uri="{FF2B5EF4-FFF2-40B4-BE49-F238E27FC236}">
                <a16:creationId xmlns:a16="http://schemas.microsoft.com/office/drawing/2014/main" id="{BEEEF4B7-428C-9762-96F2-F9AB99E0813A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457201" y="5763600"/>
            <a:ext cx="4592637" cy="18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700">
                <a:solidFill>
                  <a:schemeClr val="accent2"/>
                </a:solidFill>
              </a:defRPr>
            </a:lvl1pPr>
            <a:lvl2pPr marL="800100" indent="-342900" algn="l">
              <a:buFont typeface="Arial" panose="020B0604020202020204" pitchFamily="34" charset="0"/>
              <a:buChar char="•"/>
              <a:defRPr sz="2000"/>
            </a:lvl2pPr>
            <a:lvl3pPr marL="1200150" indent="-285750" algn="l">
              <a:buFont typeface="Arial" panose="020B0604020202020204" pitchFamily="34" charset="0"/>
              <a:buChar char="•"/>
              <a:defRPr sz="2000"/>
            </a:lvl3pPr>
            <a:lvl4pPr marL="1657350" indent="-285750" algn="l">
              <a:buFont typeface="Arial" panose="020B0604020202020204" pitchFamily="34" charset="0"/>
              <a:buChar char="•"/>
              <a:defRPr sz="2000"/>
            </a:lvl4pPr>
            <a:lvl5pPr marL="2114550" indent="-285750" algn="l">
              <a:buFont typeface="Arial" panose="020B0604020202020204" pitchFamily="34" charset="0"/>
              <a:buChar char="•"/>
              <a:defRPr sz="2000"/>
            </a:lvl5pPr>
            <a:lvl6pPr marL="2571750" indent="-285750" algn="l">
              <a:buFont typeface="Arial" panose="020B0604020202020204" pitchFamily="34" charset="0"/>
              <a:buChar char="•"/>
              <a:defRPr sz="2000"/>
            </a:lvl6pPr>
            <a:lvl7pPr marL="3028950" indent="-285750" algn="l">
              <a:buFont typeface="Arial" panose="020B0604020202020204" pitchFamily="34" charset="0"/>
              <a:buChar char="•"/>
              <a:defRPr sz="2000"/>
            </a:lvl7pPr>
            <a:lvl8pPr marL="3486150" indent="-285750" algn="l">
              <a:buFont typeface="Arial" panose="020B0604020202020204" pitchFamily="34" charset="0"/>
              <a:buChar char="•"/>
              <a:defRPr sz="2000"/>
            </a:lvl8pPr>
            <a:lvl9pPr marL="3943350" indent="-285750" algn="l"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noProof="0"/>
              <a:t>Click to add source or note</a:t>
            </a:r>
          </a:p>
        </p:txBody>
      </p:sp>
      <p:sp>
        <p:nvSpPr>
          <p:cNvPr id="5" name="Note 2 23">
            <a:extLst>
              <a:ext uri="{FF2B5EF4-FFF2-40B4-BE49-F238E27FC236}">
                <a16:creationId xmlns:a16="http://schemas.microsoft.com/office/drawing/2014/main" id="{EDAA4865-C74E-7685-66E0-F060C7A99C8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84900" y="5763600"/>
            <a:ext cx="5548313" cy="180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>
                <a:solidFill>
                  <a:schemeClr val="accent2"/>
                </a:solidFill>
              </a:defRPr>
            </a:lvl1pPr>
            <a:lvl2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/>
            </a:lvl2pPr>
            <a:lvl3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/>
            </a:lvl3pPr>
            <a:lvl4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/>
            </a:lvl4pPr>
            <a:lvl5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/>
            </a:lvl5pPr>
            <a:lvl6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700" b="0" cap="none"/>
            </a:lvl6pPr>
            <a:lvl7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700" b="0" cap="none"/>
            </a:lvl7pPr>
            <a:lvl8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700" b="0" cap="none"/>
            </a:lvl8pPr>
            <a:lvl9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700" b="0" cap="none"/>
            </a:lvl9pPr>
          </a:lstStyle>
          <a:p>
            <a:pPr lvl="0"/>
            <a:r>
              <a:rPr lang="en-US"/>
              <a:t>Click to add source or note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5B0CE7D-8E6C-42F1-060F-A79183D5A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35151D5-303F-0195-5875-D5D643428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Date Placeholder 7" hidden="1">
            <a:extLst>
              <a:ext uri="{FF2B5EF4-FFF2-40B4-BE49-F238E27FC236}">
                <a16:creationId xmlns:a16="http://schemas.microsoft.com/office/drawing/2014/main" id="{E04CDBA4-BA46-F42F-95E1-95089236866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9/2/2026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997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FA66AF8A-D272-6AF2-17B1-AE9384A7F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1" y="1371600"/>
            <a:ext cx="2685600" cy="4392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</a:lstStyle>
          <a:p>
            <a:pPr lvl="0"/>
            <a:r>
              <a:rPr lang="en-US" noProof="0"/>
              <a:t>Click to add text                    Enter &amp; TAB to view next text style                            SHIFT+TAB to view previous text style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D1EC185-5B12-41DF-8263-14BD8E01E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75138" y="1371600"/>
            <a:ext cx="7458075" cy="4392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</a:lstStyle>
          <a:p>
            <a:pPr lvl="0"/>
            <a:r>
              <a:rPr lang="en-US" noProof="0"/>
              <a:t>Click to add text                    Enter &amp; TAB to view next text style                           SHIFT+TAB to view previous text style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  <a:endParaRPr lang="en-US"/>
          </a:p>
        </p:txBody>
      </p:sp>
      <p:sp>
        <p:nvSpPr>
          <p:cNvPr id="13" name="Note 1 Sub 1">
            <a:extLst>
              <a:ext uri="{FF2B5EF4-FFF2-40B4-BE49-F238E27FC236}">
                <a16:creationId xmlns:a16="http://schemas.microsoft.com/office/drawing/2014/main" id="{B75D1C11-F4D5-2C5A-B9FC-1E5E91DB9720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4275139" y="5763600"/>
            <a:ext cx="7458075" cy="18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700">
                <a:solidFill>
                  <a:schemeClr val="accent2"/>
                </a:solidFill>
              </a:defRPr>
            </a:lvl1pPr>
            <a:lvl2pPr marL="800100" indent="-342900" algn="l">
              <a:buFont typeface="Arial" panose="020B0604020202020204" pitchFamily="34" charset="0"/>
              <a:buChar char="•"/>
              <a:defRPr sz="2000"/>
            </a:lvl2pPr>
            <a:lvl3pPr marL="1200150" indent="-285750" algn="l">
              <a:buFont typeface="Arial" panose="020B0604020202020204" pitchFamily="34" charset="0"/>
              <a:buChar char="•"/>
              <a:defRPr sz="2000"/>
            </a:lvl3pPr>
            <a:lvl4pPr marL="1657350" indent="-285750" algn="l">
              <a:buFont typeface="Arial" panose="020B0604020202020204" pitchFamily="34" charset="0"/>
              <a:buChar char="•"/>
              <a:defRPr sz="2000"/>
            </a:lvl4pPr>
            <a:lvl5pPr marL="2114550" indent="-285750" algn="l">
              <a:buFont typeface="Arial" panose="020B0604020202020204" pitchFamily="34" charset="0"/>
              <a:buChar char="•"/>
              <a:defRPr sz="2000"/>
            </a:lvl5pPr>
            <a:lvl6pPr marL="2571750" indent="-285750" algn="l">
              <a:buFont typeface="Arial" panose="020B0604020202020204" pitchFamily="34" charset="0"/>
              <a:buChar char="•"/>
              <a:defRPr sz="2000"/>
            </a:lvl6pPr>
            <a:lvl7pPr marL="3028950" indent="-285750" algn="l">
              <a:buFont typeface="Arial" panose="020B0604020202020204" pitchFamily="34" charset="0"/>
              <a:buChar char="•"/>
              <a:defRPr sz="2000"/>
            </a:lvl7pPr>
            <a:lvl8pPr marL="3486150" indent="-285750" algn="l">
              <a:buFont typeface="Arial" panose="020B0604020202020204" pitchFamily="34" charset="0"/>
              <a:buChar char="•"/>
              <a:defRPr sz="2000"/>
            </a:lvl8pPr>
            <a:lvl9pPr marL="3943350" indent="-285750" algn="l"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noProof="0"/>
              <a:t>Click to add source or note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2AD2FF-CA20-087C-A434-665D060FC51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B39ADC-EF64-A029-A50B-3003B35FC83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Date Placeholder 3" hidden="1">
            <a:extLst>
              <a:ext uri="{FF2B5EF4-FFF2-40B4-BE49-F238E27FC236}">
                <a16:creationId xmlns:a16="http://schemas.microsoft.com/office/drawing/2014/main" id="{33940C81-C44A-5BBB-E18F-630B234E59D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4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9/2/2026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975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FA66AF8A-D272-6AF2-17B1-AE9384A7F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457200"/>
            <a:ext cx="11277600" cy="496800"/>
          </a:xfrm>
        </p:spPr>
        <p:txBody>
          <a:bodyPr/>
          <a:lstStyle/>
          <a:p>
            <a:r>
              <a:rPr lang="en-US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049201" y="1371600"/>
            <a:ext cx="2685600" cy="4392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</a:lstStyle>
          <a:p>
            <a:pPr lvl="0"/>
            <a:r>
              <a:rPr lang="en-US" noProof="0"/>
              <a:t>Click to add text                    Enter &amp; TAB to view next text style                            SHIFT+TAB to view previous text style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D1EC185-5B12-41DF-8263-14BD8E01E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57201" y="1371600"/>
            <a:ext cx="7458075" cy="4392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</a:lstStyle>
          <a:p>
            <a:pPr lvl="0"/>
            <a:r>
              <a:rPr lang="en-US" noProof="0"/>
              <a:t>Click to add text                    Enter &amp; TAB to view next text style                           SHIFT+TAB to view previous text style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  <a:endParaRPr lang="en-US"/>
          </a:p>
        </p:txBody>
      </p:sp>
      <p:sp>
        <p:nvSpPr>
          <p:cNvPr id="13" name="Note 1 Sub 1">
            <a:extLst>
              <a:ext uri="{FF2B5EF4-FFF2-40B4-BE49-F238E27FC236}">
                <a16:creationId xmlns:a16="http://schemas.microsoft.com/office/drawing/2014/main" id="{B75D1C11-F4D5-2C5A-B9FC-1E5E91DB9720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457201" y="5763600"/>
            <a:ext cx="7458075" cy="18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700">
                <a:solidFill>
                  <a:schemeClr val="accent2"/>
                </a:solidFill>
              </a:defRPr>
            </a:lvl1pPr>
            <a:lvl2pPr marL="800100" indent="-342900" algn="l">
              <a:buFont typeface="Arial" panose="020B0604020202020204" pitchFamily="34" charset="0"/>
              <a:buChar char="•"/>
              <a:defRPr sz="2000"/>
            </a:lvl2pPr>
            <a:lvl3pPr marL="1200150" indent="-285750" algn="l">
              <a:buFont typeface="Arial" panose="020B0604020202020204" pitchFamily="34" charset="0"/>
              <a:buChar char="•"/>
              <a:defRPr sz="2000"/>
            </a:lvl3pPr>
            <a:lvl4pPr marL="1657350" indent="-285750" algn="l">
              <a:buFont typeface="Arial" panose="020B0604020202020204" pitchFamily="34" charset="0"/>
              <a:buChar char="•"/>
              <a:defRPr sz="2000"/>
            </a:lvl4pPr>
            <a:lvl5pPr marL="2114550" indent="-285750" algn="l">
              <a:buFont typeface="Arial" panose="020B0604020202020204" pitchFamily="34" charset="0"/>
              <a:buChar char="•"/>
              <a:defRPr sz="2000"/>
            </a:lvl5pPr>
            <a:lvl6pPr marL="2571750" indent="-285750" algn="l">
              <a:buFont typeface="Arial" panose="020B0604020202020204" pitchFamily="34" charset="0"/>
              <a:buChar char="•"/>
              <a:defRPr sz="2000"/>
            </a:lvl6pPr>
            <a:lvl7pPr marL="3028950" indent="-285750" algn="l">
              <a:buFont typeface="Arial" panose="020B0604020202020204" pitchFamily="34" charset="0"/>
              <a:buChar char="•"/>
              <a:defRPr sz="2000"/>
            </a:lvl7pPr>
            <a:lvl8pPr marL="3486150" indent="-285750" algn="l">
              <a:buFont typeface="Arial" panose="020B0604020202020204" pitchFamily="34" charset="0"/>
              <a:buChar char="•"/>
              <a:defRPr sz="2000"/>
            </a:lvl8pPr>
            <a:lvl9pPr marL="3943350" indent="-285750" algn="l"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noProof="0"/>
              <a:t>Click to add source or note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2AD2FF-CA20-087C-A434-665D060FC51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B39ADC-EF64-A029-A50B-3003B35FC83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Date Placeholder 3" hidden="1">
            <a:extLst>
              <a:ext uri="{FF2B5EF4-FFF2-40B4-BE49-F238E27FC236}">
                <a16:creationId xmlns:a16="http://schemas.microsoft.com/office/drawing/2014/main" id="{33940C81-C44A-5BBB-E18F-630B234E59D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4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9/2/2026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6942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FA66AF8A-D272-6AF2-17B1-AE9384A7F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1" y="1371600"/>
            <a:ext cx="3638549" cy="4392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</a:lstStyle>
          <a:p>
            <a:pPr lvl="0"/>
            <a:r>
              <a:rPr lang="en-US" noProof="0"/>
              <a:t>Click to add text                    Enter &amp; TAB to view next text style                            SHIFT+TAB to view previous text style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D1EC185-5B12-41DF-8263-14BD8E01E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75139" y="1371600"/>
            <a:ext cx="3640136" cy="4392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</a:lstStyle>
          <a:p>
            <a:pPr lvl="0"/>
            <a:r>
              <a:rPr lang="en-US" noProof="0"/>
              <a:t>Click to add text                    Enter &amp; TAB to view next text style                           SHIFT+TAB to view previous text style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  <a:endParaRPr lang="en-US"/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B51A870A-B49A-41AB-A520-9F693B2A477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094664" y="1371600"/>
            <a:ext cx="3638550" cy="4392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</a:lstStyle>
          <a:p>
            <a:pPr lvl="0"/>
            <a:r>
              <a:rPr lang="en-US" noProof="0"/>
              <a:t>Click to add text                             Enter &amp; TAB to view next text style                           SHIFT+TAB to view previous text style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  <a:endParaRPr lang="en-US"/>
          </a:p>
        </p:txBody>
      </p:sp>
      <p:sp>
        <p:nvSpPr>
          <p:cNvPr id="13" name="Note 1 Sub 1">
            <a:extLst>
              <a:ext uri="{FF2B5EF4-FFF2-40B4-BE49-F238E27FC236}">
                <a16:creationId xmlns:a16="http://schemas.microsoft.com/office/drawing/2014/main" id="{B75D1C11-F4D5-2C5A-B9FC-1E5E91DB9720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4275139" y="5763600"/>
            <a:ext cx="3639600" cy="18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700">
                <a:solidFill>
                  <a:schemeClr val="accent2"/>
                </a:solidFill>
              </a:defRPr>
            </a:lvl1pPr>
            <a:lvl2pPr marL="800100" indent="-342900" algn="l">
              <a:buFont typeface="Arial" panose="020B0604020202020204" pitchFamily="34" charset="0"/>
              <a:buChar char="•"/>
              <a:defRPr sz="2000"/>
            </a:lvl2pPr>
            <a:lvl3pPr marL="1200150" indent="-285750" algn="l">
              <a:buFont typeface="Arial" panose="020B0604020202020204" pitchFamily="34" charset="0"/>
              <a:buChar char="•"/>
              <a:defRPr sz="2000"/>
            </a:lvl3pPr>
            <a:lvl4pPr marL="1657350" indent="-285750" algn="l">
              <a:buFont typeface="Arial" panose="020B0604020202020204" pitchFamily="34" charset="0"/>
              <a:buChar char="•"/>
              <a:defRPr sz="2000"/>
            </a:lvl4pPr>
            <a:lvl5pPr marL="2114550" indent="-285750" algn="l">
              <a:buFont typeface="Arial" panose="020B0604020202020204" pitchFamily="34" charset="0"/>
              <a:buChar char="•"/>
              <a:defRPr sz="2000"/>
            </a:lvl5pPr>
            <a:lvl6pPr marL="2571750" indent="-285750" algn="l">
              <a:buFont typeface="Arial" panose="020B0604020202020204" pitchFamily="34" charset="0"/>
              <a:buChar char="•"/>
              <a:defRPr sz="2000"/>
            </a:lvl6pPr>
            <a:lvl7pPr marL="3028950" indent="-285750" algn="l">
              <a:buFont typeface="Arial" panose="020B0604020202020204" pitchFamily="34" charset="0"/>
              <a:buChar char="•"/>
              <a:defRPr sz="2000"/>
            </a:lvl7pPr>
            <a:lvl8pPr marL="3486150" indent="-285750" algn="l">
              <a:buFont typeface="Arial" panose="020B0604020202020204" pitchFamily="34" charset="0"/>
              <a:buChar char="•"/>
              <a:defRPr sz="2000"/>
            </a:lvl8pPr>
            <a:lvl9pPr marL="3943350" indent="-285750" algn="l"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noProof="0"/>
              <a:t>Click to add source or note</a:t>
            </a:r>
          </a:p>
        </p:txBody>
      </p:sp>
      <p:sp>
        <p:nvSpPr>
          <p:cNvPr id="14" name="Note 2 23">
            <a:extLst>
              <a:ext uri="{FF2B5EF4-FFF2-40B4-BE49-F238E27FC236}">
                <a16:creationId xmlns:a16="http://schemas.microsoft.com/office/drawing/2014/main" id="{68A05EFF-09AD-2BDE-63D2-FB5D533CF8D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94664" y="5763600"/>
            <a:ext cx="3639600" cy="180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>
                <a:solidFill>
                  <a:schemeClr val="accent2"/>
                </a:solidFill>
              </a:defRPr>
            </a:lvl1pPr>
            <a:lvl2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/>
            </a:lvl2pPr>
            <a:lvl3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/>
            </a:lvl3pPr>
            <a:lvl4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/>
            </a:lvl4pPr>
            <a:lvl5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/>
            </a:lvl5pPr>
            <a:lvl6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700" b="0" cap="none"/>
            </a:lvl6pPr>
            <a:lvl7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700" b="0" cap="none"/>
            </a:lvl7pPr>
            <a:lvl8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700" b="0" cap="none"/>
            </a:lvl8pPr>
            <a:lvl9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700" b="0" cap="none"/>
            </a:lvl9pPr>
          </a:lstStyle>
          <a:p>
            <a:pPr lvl="0"/>
            <a:r>
              <a:rPr lang="en-US"/>
              <a:t>Click to add source or note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2AD2FF-CA20-087C-A434-665D060FC51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B39ADC-EF64-A029-A50B-3003B35FC83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Date Placeholder 3" hidden="1">
            <a:extLst>
              <a:ext uri="{FF2B5EF4-FFF2-40B4-BE49-F238E27FC236}">
                <a16:creationId xmlns:a16="http://schemas.microsoft.com/office/drawing/2014/main" id="{33940C81-C44A-5BBB-E18F-630B234E59D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4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9/2/2026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2128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4674E71-B0C4-FEC5-FD69-32E7BBAEFF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457200"/>
            <a:ext cx="11277600" cy="496800"/>
          </a:xfrm>
        </p:spPr>
        <p:txBody>
          <a:bodyPr/>
          <a:lstStyle/>
          <a:p>
            <a:r>
              <a:rPr lang="en-US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1" y="1371600"/>
            <a:ext cx="3638549" cy="2520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</a:lstStyle>
          <a:p>
            <a:pPr lvl="0"/>
            <a:r>
              <a:rPr lang="en-US" noProof="0"/>
              <a:t>Click on frame and insert picture via Templafy Images                  Or 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D1EC185-5B12-41DF-8263-14BD8E01E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75139" y="1371600"/>
            <a:ext cx="3640136" cy="2520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</a:lstStyle>
          <a:p>
            <a:pPr lvl="0"/>
            <a:r>
              <a:rPr lang="en-US" noProof="0"/>
              <a:t>Click on frame and insert picture via Templafy Images                  Or click to add text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  <a:endParaRPr lang="en-US"/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B51A870A-B49A-41AB-A520-9F693B2A477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094664" y="1371600"/>
            <a:ext cx="3638550" cy="2520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</a:lstStyle>
          <a:p>
            <a:pPr lvl="0"/>
            <a:r>
              <a:rPr lang="en-US" noProof="0"/>
              <a:t>Click on frame and insert picture via Templafy Images                  Or click to add text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16009F8-89A8-30D5-6C9C-F7B53B666E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1" y="4194000"/>
            <a:ext cx="3639600" cy="15696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add text                    Enter &amp; TAB to view next text style                     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6493320-A1EB-762E-F669-F1D7CAA4AD4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275675" y="4194000"/>
            <a:ext cx="3639600" cy="15696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add text                    Enter &amp; TAB to view next text style                     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52BD066-A79A-F43D-D356-7343A2D40DC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093614" y="4194000"/>
            <a:ext cx="3639600" cy="15696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add text                    Enter &amp; TAB to view next text style                     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4D8AEAC-6B00-82AA-21E5-203CEA43691A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457201" y="5763600"/>
            <a:ext cx="11277600" cy="180000"/>
          </a:xfrm>
        </p:spPr>
        <p:txBody>
          <a:bodyPr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700"/>
            </a:lvl1pPr>
            <a:lvl2pPr marL="800100" indent="-342900" algn="l">
              <a:buFont typeface="Arial" panose="020B0604020202020204" pitchFamily="34" charset="0"/>
              <a:buChar char="•"/>
              <a:defRPr sz="2000"/>
            </a:lvl2pPr>
            <a:lvl3pPr marL="1200150" indent="-285750" algn="l">
              <a:buFont typeface="Arial" panose="020B0604020202020204" pitchFamily="34" charset="0"/>
              <a:buChar char="•"/>
              <a:defRPr sz="2000"/>
            </a:lvl3pPr>
            <a:lvl4pPr marL="1657350" indent="-285750" algn="l">
              <a:buFont typeface="Arial" panose="020B0604020202020204" pitchFamily="34" charset="0"/>
              <a:buChar char="•"/>
              <a:defRPr sz="2000"/>
            </a:lvl4pPr>
            <a:lvl5pPr marL="2114550" indent="-285750" algn="l">
              <a:buFont typeface="Arial" panose="020B0604020202020204" pitchFamily="34" charset="0"/>
              <a:buChar char="•"/>
              <a:defRPr sz="2000"/>
            </a:lvl5pPr>
            <a:lvl6pPr marL="2571750" indent="-285750" algn="l">
              <a:buFont typeface="Arial" panose="020B0604020202020204" pitchFamily="34" charset="0"/>
              <a:buChar char="•"/>
              <a:defRPr sz="2000"/>
            </a:lvl6pPr>
            <a:lvl7pPr marL="3028950" indent="-285750" algn="l">
              <a:buFont typeface="Arial" panose="020B0604020202020204" pitchFamily="34" charset="0"/>
              <a:buChar char="•"/>
              <a:defRPr sz="2000"/>
            </a:lvl7pPr>
            <a:lvl8pPr marL="3486150" indent="-285750" algn="l">
              <a:buFont typeface="Arial" panose="020B0604020202020204" pitchFamily="34" charset="0"/>
              <a:buChar char="•"/>
              <a:defRPr sz="2000"/>
            </a:lvl8pPr>
            <a:lvl9pPr marL="3943350" indent="-285750" algn="l"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noProof="0"/>
              <a:t>Click to add subtitle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2AD2FF-CA20-087C-A434-665D060FC51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B39ADC-EF64-A029-A50B-3003B35FC83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Date Placeholder 3" hidden="1">
            <a:extLst>
              <a:ext uri="{FF2B5EF4-FFF2-40B4-BE49-F238E27FC236}">
                <a16:creationId xmlns:a16="http://schemas.microsoft.com/office/drawing/2014/main" id="{33940C81-C44A-5BBB-E18F-630B234E59D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4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9/2/2026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2843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and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F46D243-0CFA-03C5-E855-8D687A3E941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noProof="0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6A359F9-23D1-0B3C-C313-465E6E5C134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3600" y="0"/>
            <a:ext cx="6098400" cy="6858000"/>
          </a:xfrm>
          <a:solidFill>
            <a:schemeClr val="tx1"/>
          </a:solidFill>
        </p:spPr>
        <p:txBody>
          <a:bodyPr tIns="108000" anchor="t" anchorCtr="0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on frame and insert picture via </a:t>
            </a:r>
            <a:r>
              <a:rPr lang="en-US" noProof="0" err="1"/>
              <a:t>Templafy</a:t>
            </a:r>
            <a:r>
              <a:rPr lang="en-US" noProof="0"/>
              <a:t> Images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952E9B-B320-E47B-3176-A493B0DC88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457201" y="457200"/>
            <a:ext cx="5158800" cy="162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title, three lines optional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01539132-A20E-07F0-8181-75BDE479317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457201" y="2743200"/>
            <a:ext cx="5158800" cy="3020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text                                            Enter &amp; TAB to view next text style                     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10" name="Note 1 Sub 1">
            <a:extLst>
              <a:ext uri="{FF2B5EF4-FFF2-40B4-BE49-F238E27FC236}">
                <a16:creationId xmlns:a16="http://schemas.microsoft.com/office/drawing/2014/main" id="{0C6B742A-91F9-666A-BF0F-8F57EAC178C3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 bwMode="white">
          <a:xfrm>
            <a:off x="457200" y="5763600"/>
            <a:ext cx="5158800" cy="18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700">
                <a:solidFill>
                  <a:schemeClr val="tx1"/>
                </a:solidFill>
              </a:defRPr>
            </a:lvl1pPr>
            <a:lvl2pPr marL="800100" indent="-342900" algn="l">
              <a:buFont typeface="Arial" panose="020B0604020202020204" pitchFamily="34" charset="0"/>
              <a:buChar char="•"/>
              <a:defRPr sz="2000"/>
            </a:lvl2pPr>
            <a:lvl3pPr marL="1200150" indent="-285750" algn="l">
              <a:buFont typeface="Arial" panose="020B0604020202020204" pitchFamily="34" charset="0"/>
              <a:buChar char="•"/>
              <a:defRPr sz="2000"/>
            </a:lvl3pPr>
            <a:lvl4pPr marL="1657350" indent="-285750" algn="l">
              <a:buFont typeface="Arial" panose="020B0604020202020204" pitchFamily="34" charset="0"/>
              <a:buChar char="•"/>
              <a:defRPr sz="2000"/>
            </a:lvl4pPr>
            <a:lvl5pPr marL="2114550" indent="-285750" algn="l">
              <a:buFont typeface="Arial" panose="020B0604020202020204" pitchFamily="34" charset="0"/>
              <a:buChar char="•"/>
              <a:defRPr sz="2000"/>
            </a:lvl5pPr>
            <a:lvl6pPr marL="2571750" indent="-285750" algn="l">
              <a:buFont typeface="Arial" panose="020B0604020202020204" pitchFamily="34" charset="0"/>
              <a:buChar char="•"/>
              <a:defRPr sz="2000"/>
            </a:lvl6pPr>
            <a:lvl7pPr marL="3028950" indent="-285750" algn="l">
              <a:buFont typeface="Arial" panose="020B0604020202020204" pitchFamily="34" charset="0"/>
              <a:buChar char="•"/>
              <a:defRPr sz="2000"/>
            </a:lvl7pPr>
            <a:lvl8pPr marL="3486150" indent="-285750" algn="l">
              <a:buFont typeface="Arial" panose="020B0604020202020204" pitchFamily="34" charset="0"/>
              <a:buChar char="•"/>
              <a:defRPr sz="2000"/>
            </a:lvl8pPr>
            <a:lvl9pPr marL="3943350" indent="-285750" algn="l"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noProof="0"/>
              <a:t>Click to add source or note</a:t>
            </a:r>
          </a:p>
        </p:txBody>
      </p:sp>
      <p:sp>
        <p:nvSpPr>
          <p:cNvPr id="3" name="Date Placeholder 2" hidden="1">
            <a:extLst>
              <a:ext uri="{FF2B5EF4-FFF2-40B4-BE49-F238E27FC236}">
                <a16:creationId xmlns:a16="http://schemas.microsoft.com/office/drawing/2014/main" id="{0A672A77-3A7D-E59F-FF4E-BE18A5E105F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15345F-79A0-C72D-C867-4CB731723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CA7736-C906-07C5-0D5A-3DEDC58B2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4" name="Logo">
            <a:extLst>
              <a:ext uri="{FF2B5EF4-FFF2-40B4-BE49-F238E27FC236}">
                <a16:creationId xmlns:a16="http://schemas.microsoft.com/office/drawing/2014/main" id="{1836B27C-B32A-1D89-C444-C52A127915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6266000"/>
            <a:ext cx="1144800" cy="138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1071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9D909-49D5-40E7-8A46-904F421801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9941FA-9D05-0D95-0EA0-CC5F7CE3C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84800" y="6312529"/>
            <a:ext cx="4593600" cy="108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5D0358-17F7-DF33-FD3A-550D27E8F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8400" y="6312529"/>
            <a:ext cx="774000" cy="108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Date Placeholder 2" hidden="1">
            <a:extLst>
              <a:ext uri="{FF2B5EF4-FFF2-40B4-BE49-F238E27FC236}">
                <a16:creationId xmlns:a16="http://schemas.microsoft.com/office/drawing/2014/main" id="{3F762D97-CF6A-B2DB-1D74-D6EE2870195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9/2/2026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8886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9CA731-A8F5-9D6D-8035-9447D93D9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3F029-4DD6-D941-BBCC-3AB2084844EF}" type="datetimeFigureOut">
              <a:rPr lang="en-US"/>
              <a:t>9/2/2026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10445F-105D-FC9D-2F49-012448986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4433EF-A1D1-8B89-A354-C7E0EB0B8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A0581-F331-824A-B07B-43DA2241CC00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9768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Fullpage Pic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6861600"/>
          </a:xfrm>
        </p:spPr>
        <p:txBody>
          <a:bodyPr tIns="108000" anchor="t" anchorCtr="0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on frame and insert picture via Templafy Images</a:t>
            </a:r>
          </a:p>
        </p:txBody>
      </p:sp>
      <p:sp>
        <p:nvSpPr>
          <p:cNvPr id="8" name="Logo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6266000"/>
            <a:ext cx="1144800" cy="138973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3AF1C9-D970-4BDE-8D21-BBA0716FE7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Date Placeholder 2" hidden="1">
            <a:extLst>
              <a:ext uri="{FF2B5EF4-FFF2-40B4-BE49-F238E27FC236}">
                <a16:creationId xmlns:a16="http://schemas.microsoft.com/office/drawing/2014/main" id="{7375AE3B-2833-4CC4-8E48-5A77787D624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5"/>
          </p:nvPr>
        </p:nvSpPr>
        <p:spPr/>
        <p:txBody>
          <a:bodyPr/>
          <a:lstStyle/>
          <a:p>
            <a:fld id="{4A65198A-3B88-426C-B448-2C870FC562D2}" type="datetime1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3309F7-90B8-4D3B-B16F-4CDCDC1F7EA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F2BFE6-3D68-4E6E-B1E6-E21935FFEBD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8480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ditorial 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">
            <a:extLst>
              <a:ext uri="{FF2B5EF4-FFF2-40B4-BE49-F238E27FC236}">
                <a16:creationId xmlns:a16="http://schemas.microsoft.com/office/drawing/2014/main" id="{CE496233-C250-B88A-B964-7BF48F24B4EA}"/>
              </a:ext>
            </a:extLst>
          </p:cNvPr>
          <p:cNvSpPr/>
          <p:nvPr userDrawn="1"/>
        </p:nvSpPr>
        <p:spPr>
          <a:xfrm>
            <a:off x="0" y="0"/>
            <a:ext cx="12193200" cy="6861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err="1"/>
          </a:p>
        </p:txBody>
      </p:sp>
      <p:pic>
        <p:nvPicPr>
          <p:cNvPr id="12" name="Logo">
            <a:extLst>
              <a:ext uri="{FF2B5EF4-FFF2-40B4-BE49-F238E27FC236}">
                <a16:creationId xmlns:a16="http://schemas.microsoft.com/office/drawing/2014/main" id="{40F7F431-C69E-3D80-0906-67F262A4E0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6266000"/>
            <a:ext cx="1144800" cy="13897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63AF1C9-D970-4BDE-8D21-BBA0716FE7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457201" y="914400"/>
            <a:ext cx="6505200" cy="4114800"/>
          </a:xfrm>
        </p:spPr>
        <p:txBody>
          <a:bodyPr/>
          <a:lstStyle>
            <a:lvl1pPr>
              <a:defRPr sz="66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D0C204B8-C38E-1269-DE1E-00E543F0C60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9050400" y="914400"/>
            <a:ext cx="2685600" cy="4114800"/>
          </a:xfrm>
        </p:spPr>
        <p:txBody>
          <a:bodyPr anchor="b" anchorCtr="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 sz="4000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text                                            Enter &amp; TAB to view next text style                     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3" name="Date Placeholder 2" hidden="1">
            <a:extLst>
              <a:ext uri="{FF2B5EF4-FFF2-40B4-BE49-F238E27FC236}">
                <a16:creationId xmlns:a16="http://schemas.microsoft.com/office/drawing/2014/main" id="{7375AE3B-2833-4CC4-8E48-5A77787D624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5"/>
          </p:nvPr>
        </p:nvSpPr>
        <p:spPr/>
        <p:txBody>
          <a:bodyPr/>
          <a:lstStyle/>
          <a:p>
            <a:fld id="{4A65198A-3B88-426C-B448-2C870FC562D2}" type="datetime1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3309F7-90B8-4D3B-B16F-4CDCDC1F7EA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white"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F2BFE6-3D68-4E6E-B1E6-E21935FFEBD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white"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1010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ditorial B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6861600"/>
          </a:xfrm>
        </p:spPr>
        <p:txBody>
          <a:bodyPr tIns="108000" anchor="t" anchorCtr="0"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on frame and insert picture via Templafy Images</a:t>
            </a:r>
          </a:p>
        </p:txBody>
      </p:sp>
      <p:sp>
        <p:nvSpPr>
          <p:cNvPr id="8" name="Logo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6266000"/>
            <a:ext cx="1144800" cy="138973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3AF1C9-D970-4BDE-8D21-BBA0716FE7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914400"/>
            <a:ext cx="6505200" cy="4114800"/>
          </a:xfrm>
        </p:spPr>
        <p:txBody>
          <a:bodyPr/>
          <a:lstStyle>
            <a:lvl1pPr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D0C204B8-C38E-1269-DE1E-00E543F0C60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50400" y="914400"/>
            <a:ext cx="2685600" cy="4114800"/>
          </a:xfrm>
        </p:spPr>
        <p:txBody>
          <a:bodyPr anchor="b" anchorCtr="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 sz="4000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text                                            Enter &amp; TAB to view next text style                     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3" name="Date Placeholder 2" hidden="1">
            <a:extLst>
              <a:ext uri="{FF2B5EF4-FFF2-40B4-BE49-F238E27FC236}">
                <a16:creationId xmlns:a16="http://schemas.microsoft.com/office/drawing/2014/main" id="{7375AE3B-2833-4CC4-8E48-5A77787D624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5"/>
          </p:nvPr>
        </p:nvSpPr>
        <p:spPr/>
        <p:txBody>
          <a:bodyPr/>
          <a:lstStyle/>
          <a:p>
            <a:fld id="{4A65198A-3B88-426C-B448-2C870FC562D2}" type="datetime1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3309F7-90B8-4D3B-B16F-4CDCDC1F7EA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F2BFE6-3D68-4E6E-B1E6-E21935FFEBD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9639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port 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2A7FF08-497F-4E40-AED3-0532762F5E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5187697" cy="914400"/>
          </a:xfrm>
        </p:spPr>
        <p:txBody>
          <a:bodyPr/>
          <a:lstStyle>
            <a:lvl1pPr>
              <a:lnSpc>
                <a:spcPct val="90000"/>
              </a:lnSpc>
              <a:defRPr sz="3600"/>
            </a:lvl1pPr>
          </a:lstStyle>
          <a:p>
            <a:r>
              <a:rPr lang="en-US"/>
              <a:t>Click to add title, two lines optional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0" y="1828800"/>
            <a:ext cx="5548314" cy="3934800"/>
          </a:xfrm>
        </p:spPr>
        <p:txBody>
          <a:bodyPr/>
          <a:lstStyle>
            <a:lvl1pPr>
              <a:defRPr sz="1600">
                <a:solidFill>
                  <a:schemeClr val="accent2"/>
                </a:solidFill>
              </a:defRPr>
            </a:lvl1pPr>
            <a:lvl2pPr>
              <a:defRPr sz="1400">
                <a:solidFill>
                  <a:schemeClr val="accent2"/>
                </a:solidFill>
              </a:defRPr>
            </a:lvl2pPr>
            <a:lvl3pPr>
              <a:defRPr sz="1200">
                <a:solidFill>
                  <a:schemeClr val="accent2"/>
                </a:solidFill>
              </a:defRPr>
            </a:lvl3pPr>
            <a:lvl4pPr>
              <a:defRPr sz="1600">
                <a:solidFill>
                  <a:schemeClr val="accent2"/>
                </a:solidFill>
              </a:defRPr>
            </a:lvl4pPr>
            <a:lvl5pPr>
              <a:defRPr sz="1600"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  <a:lvl9pPr>
              <a:defRPr sz="4000"/>
            </a:lvl9pPr>
          </a:lstStyle>
          <a:p>
            <a:pPr lvl="0"/>
            <a:r>
              <a:rPr lang="en-US" noProof="0"/>
              <a:t>Click to add text                                                                                                                            Enter &amp; TAB to view next text style                                                                                                              SHIFT+TAB to view previous text style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84900" y="1828800"/>
            <a:ext cx="2685600" cy="3934800"/>
          </a:xfrm>
        </p:spPr>
        <p:txBody>
          <a:bodyPr/>
          <a:lstStyle>
            <a:lvl1pPr>
              <a:defRPr sz="1600">
                <a:solidFill>
                  <a:schemeClr val="accent2"/>
                </a:solidFill>
              </a:defRPr>
            </a:lvl1pPr>
            <a:lvl2pPr>
              <a:defRPr sz="1400">
                <a:solidFill>
                  <a:schemeClr val="accent2"/>
                </a:solidFill>
              </a:defRPr>
            </a:lvl2pPr>
            <a:lvl3pPr>
              <a:defRPr sz="1200">
                <a:solidFill>
                  <a:schemeClr val="accent2"/>
                </a:solidFill>
              </a:defRPr>
            </a:lvl3pPr>
            <a:lvl4pPr>
              <a:defRPr sz="1600">
                <a:solidFill>
                  <a:schemeClr val="accent2"/>
                </a:solidFill>
              </a:defRPr>
            </a:lvl4pPr>
            <a:lvl5pPr>
              <a:defRPr sz="1600"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  <a:lvl9pPr>
              <a:defRPr sz="4000"/>
            </a:lvl9pPr>
          </a:lstStyle>
          <a:p>
            <a:pPr lvl="0"/>
            <a:r>
              <a:rPr lang="en-US" noProof="0"/>
              <a:t>Click to add text                                                                                                                            Enter &amp; TAB to view next text style                                                                                                              SHIFT+TAB to view previous text style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725A8F3-C789-43A7-B9C7-C2E8AD06CA8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050400" y="1828800"/>
            <a:ext cx="2685600" cy="3934800"/>
          </a:xfrm>
        </p:spPr>
        <p:txBody>
          <a:bodyPr/>
          <a:lstStyle>
            <a:lvl1pPr>
              <a:defRPr sz="1600">
                <a:solidFill>
                  <a:schemeClr val="accent2"/>
                </a:solidFill>
              </a:defRPr>
            </a:lvl1pPr>
            <a:lvl2pPr>
              <a:defRPr sz="1400">
                <a:solidFill>
                  <a:schemeClr val="accent2"/>
                </a:solidFill>
              </a:defRPr>
            </a:lvl2pPr>
            <a:lvl3pPr>
              <a:defRPr sz="1200">
                <a:solidFill>
                  <a:schemeClr val="accent2"/>
                </a:solidFill>
              </a:defRPr>
            </a:lvl3pPr>
            <a:lvl4pPr>
              <a:defRPr sz="1600">
                <a:solidFill>
                  <a:schemeClr val="accent2"/>
                </a:solidFill>
              </a:defRPr>
            </a:lvl4pPr>
            <a:lvl5pPr>
              <a:defRPr sz="1600"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  <a:lvl9pPr>
              <a:defRPr sz="4000"/>
            </a:lvl9pPr>
          </a:lstStyle>
          <a:p>
            <a:pPr lvl="0"/>
            <a:r>
              <a:rPr lang="en-US" noProof="0"/>
              <a:t>Click to add text                                                                                                                            Enter &amp; TAB to view next text style                                                                                                              SHIFT+TAB to view previous text style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2" name="Note 1 Sub 1">
            <a:extLst>
              <a:ext uri="{FF2B5EF4-FFF2-40B4-BE49-F238E27FC236}">
                <a16:creationId xmlns:a16="http://schemas.microsoft.com/office/drawing/2014/main" id="{3B607106-140F-3336-3175-16463A0591A8}"/>
              </a:ext>
            </a:extLst>
          </p:cNvPr>
          <p:cNvSpPr>
            <a:spLocks noGrp="1"/>
          </p:cNvSpPr>
          <p:nvPr>
            <p:ph type="subTitle" idx="18" hasCustomPrompt="1"/>
          </p:nvPr>
        </p:nvSpPr>
        <p:spPr>
          <a:xfrm>
            <a:off x="457200" y="5763600"/>
            <a:ext cx="11278800" cy="18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700">
                <a:solidFill>
                  <a:schemeClr val="accent2"/>
                </a:solidFill>
              </a:defRPr>
            </a:lvl1pPr>
            <a:lvl2pPr marL="800100" indent="-342900" algn="l">
              <a:buFont typeface="Arial" panose="020B0604020202020204" pitchFamily="34" charset="0"/>
              <a:buChar char="•"/>
              <a:defRPr sz="2000"/>
            </a:lvl2pPr>
            <a:lvl3pPr marL="1200150" indent="-285750" algn="l">
              <a:buFont typeface="Arial" panose="020B0604020202020204" pitchFamily="34" charset="0"/>
              <a:buChar char="•"/>
              <a:defRPr sz="2000"/>
            </a:lvl3pPr>
            <a:lvl4pPr marL="1657350" indent="-285750" algn="l">
              <a:buFont typeface="Arial" panose="020B0604020202020204" pitchFamily="34" charset="0"/>
              <a:buChar char="•"/>
              <a:defRPr sz="2000"/>
            </a:lvl4pPr>
            <a:lvl5pPr marL="2114550" indent="-285750" algn="l">
              <a:buFont typeface="Arial" panose="020B0604020202020204" pitchFamily="34" charset="0"/>
              <a:buChar char="•"/>
              <a:defRPr sz="2000"/>
            </a:lvl5pPr>
            <a:lvl6pPr marL="2571750" indent="-285750" algn="l">
              <a:buFont typeface="Arial" panose="020B0604020202020204" pitchFamily="34" charset="0"/>
              <a:buChar char="•"/>
              <a:defRPr sz="2000"/>
            </a:lvl6pPr>
            <a:lvl7pPr marL="3028950" indent="-285750" algn="l">
              <a:buFont typeface="Arial" panose="020B0604020202020204" pitchFamily="34" charset="0"/>
              <a:buChar char="•"/>
              <a:defRPr sz="2000"/>
            </a:lvl7pPr>
            <a:lvl8pPr marL="3486150" indent="-285750" algn="l">
              <a:buFont typeface="Arial" panose="020B0604020202020204" pitchFamily="34" charset="0"/>
              <a:buChar char="•"/>
              <a:defRPr sz="2000"/>
            </a:lvl8pPr>
            <a:lvl9pPr marL="3943350" indent="-285750" algn="l"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noProof="0"/>
              <a:t>Click to add source or note</a:t>
            </a:r>
          </a:p>
        </p:txBody>
      </p:sp>
      <p:sp>
        <p:nvSpPr>
          <p:cNvPr id="12" name="Date Placeholder 11" hidden="1">
            <a:extLst>
              <a:ext uri="{FF2B5EF4-FFF2-40B4-BE49-F238E27FC236}">
                <a16:creationId xmlns:a16="http://schemas.microsoft.com/office/drawing/2014/main" id="{89B46E72-3A7F-5AA5-7986-0B5D443D5E6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9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9/2/2026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75D69141-87D9-4AAE-F9E7-65AF613F206D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81ADA0BC-BBD9-2A8F-7617-20AC5215B2C9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4616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0F327-8516-9B76-E6C5-A70D73B8B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5D5E11-AC2D-CE0C-6212-92DB0611C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A70A03-A7F5-27B6-9E8F-8D97DFCAA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502F5E-8C20-931B-A57D-06A68B556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0183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por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6">
            <a:extLst>
              <a:ext uri="{FF2B5EF4-FFF2-40B4-BE49-F238E27FC236}">
                <a16:creationId xmlns:a16="http://schemas.microsoft.com/office/drawing/2014/main" id="{CEB3A5D5-EC6B-29FB-1D6D-7980AF3A009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6861600"/>
          </a:xfrm>
          <a:noFill/>
        </p:spPr>
        <p:txBody>
          <a:bodyPr tIns="108000" anchor="t" anchorCtr="0"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on frame and insert light background picture via Templafy Images</a:t>
            </a:r>
          </a:p>
        </p:txBody>
      </p:sp>
      <p:sp>
        <p:nvSpPr>
          <p:cNvPr id="16" name="Logo Placeholder 9">
            <a:extLst>
              <a:ext uri="{FF2B5EF4-FFF2-40B4-BE49-F238E27FC236}">
                <a16:creationId xmlns:a16="http://schemas.microsoft.com/office/drawing/2014/main" id="{81D45344-C42A-4D65-6390-5D71D1F74C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6266000"/>
            <a:ext cx="1144800" cy="138973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/>
              <a:t>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E248948-8973-7C30-EF50-222B24E5C15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199" y="2743200"/>
            <a:ext cx="2685600" cy="30204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  <a:lvl9pPr>
              <a:defRPr sz="4000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text                                                                                                                            Enter &amp; TAB to view next text style                                                                                                       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2F90966D-4436-E3E8-6611-822B64AD4C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24283" y="2743200"/>
            <a:ext cx="2685600" cy="30204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  <a:lvl9pPr>
              <a:defRPr sz="4000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text                                                                                                                            Enter &amp; TAB to view next text style                                                                                                       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A1DB129B-678F-2302-2DFE-83E43D4D238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4415" y="2743200"/>
            <a:ext cx="2684948" cy="30204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  <a:lvl9pPr>
              <a:defRPr sz="4000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text                                                                                                                            Enter &amp; TAB to view next text style                                                                                                       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4C9833D7-4AFA-2B9E-ACAF-4CAB4D73C0C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50337" y="2743200"/>
            <a:ext cx="2685600" cy="30204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  <a:lvl9pPr>
              <a:defRPr sz="4000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text                                                                                                                            Enter &amp; TAB to view next text style                                                                                                       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21" name="Note 1 Sub 1">
            <a:extLst>
              <a:ext uri="{FF2B5EF4-FFF2-40B4-BE49-F238E27FC236}">
                <a16:creationId xmlns:a16="http://schemas.microsoft.com/office/drawing/2014/main" id="{23E60EEA-853C-5D7A-3A0A-84B5530408C7}"/>
              </a:ext>
            </a:extLst>
          </p:cNvPr>
          <p:cNvSpPr>
            <a:spLocks noGrp="1"/>
          </p:cNvSpPr>
          <p:nvPr>
            <p:ph type="subTitle" idx="25" hasCustomPrompt="1"/>
          </p:nvPr>
        </p:nvSpPr>
        <p:spPr>
          <a:xfrm>
            <a:off x="457200" y="5763600"/>
            <a:ext cx="11278800" cy="18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700">
                <a:solidFill>
                  <a:schemeClr val="accent2"/>
                </a:solidFill>
              </a:defRPr>
            </a:lvl1pPr>
            <a:lvl2pPr marL="800100" indent="-342900" algn="l">
              <a:buFont typeface="Arial" panose="020B0604020202020204" pitchFamily="34" charset="0"/>
              <a:buChar char="•"/>
              <a:defRPr sz="2000"/>
            </a:lvl2pPr>
            <a:lvl3pPr marL="1200150" indent="-285750" algn="l">
              <a:buFont typeface="Arial" panose="020B0604020202020204" pitchFamily="34" charset="0"/>
              <a:buChar char="•"/>
              <a:defRPr sz="2000"/>
            </a:lvl3pPr>
            <a:lvl4pPr marL="1657350" indent="-285750" algn="l">
              <a:buFont typeface="Arial" panose="020B0604020202020204" pitchFamily="34" charset="0"/>
              <a:buChar char="•"/>
              <a:defRPr sz="2000"/>
            </a:lvl4pPr>
            <a:lvl5pPr marL="2114550" indent="-285750" algn="l">
              <a:buFont typeface="Arial" panose="020B0604020202020204" pitchFamily="34" charset="0"/>
              <a:buChar char="•"/>
              <a:defRPr sz="2000"/>
            </a:lvl5pPr>
            <a:lvl6pPr marL="2571750" indent="-285750" algn="l">
              <a:buFont typeface="Arial" panose="020B0604020202020204" pitchFamily="34" charset="0"/>
              <a:buChar char="•"/>
              <a:defRPr sz="2000"/>
            </a:lvl6pPr>
            <a:lvl7pPr marL="3028950" indent="-285750" algn="l">
              <a:buFont typeface="Arial" panose="020B0604020202020204" pitchFamily="34" charset="0"/>
              <a:buChar char="•"/>
              <a:defRPr sz="2000"/>
            </a:lvl7pPr>
            <a:lvl8pPr marL="3486150" indent="-285750" algn="l">
              <a:buFont typeface="Arial" panose="020B0604020202020204" pitchFamily="34" charset="0"/>
              <a:buChar char="•"/>
              <a:defRPr sz="2000"/>
            </a:lvl8pPr>
            <a:lvl9pPr marL="3943350" indent="-285750" algn="l"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noProof="0"/>
              <a:t>Click to add source or note</a:t>
            </a:r>
          </a:p>
        </p:txBody>
      </p:sp>
      <p:sp>
        <p:nvSpPr>
          <p:cNvPr id="17" name="Date Placeholder 16" hidden="1">
            <a:extLst>
              <a:ext uri="{FF2B5EF4-FFF2-40B4-BE49-F238E27FC236}">
                <a16:creationId xmlns:a16="http://schemas.microsoft.com/office/drawing/2014/main" id="{B93A5E08-31B2-41D4-E149-8B55E1C297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2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9/2/2026</a:t>
            </a:fld>
            <a:endParaRPr lang="en-US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0FB1DF55-9E9D-945C-E0CA-D869F8CC5DD9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F15EA735-3A90-A9D7-E1BC-F2BE7635644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196BED3-B0E8-BAB1-BE3F-D3833F5415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5187697" cy="914400"/>
          </a:xfrm>
        </p:spPr>
        <p:txBody>
          <a:bodyPr/>
          <a:lstStyle>
            <a:lvl1pPr>
              <a:lnSpc>
                <a:spcPct val="90000"/>
              </a:lnSpc>
              <a:defRPr sz="3600"/>
            </a:lvl1pPr>
          </a:lstStyle>
          <a:p>
            <a:r>
              <a:rPr lang="en-US"/>
              <a:t>Click to add title, two lines optional</a:t>
            </a:r>
          </a:p>
        </p:txBody>
      </p:sp>
    </p:spTree>
    <p:extLst>
      <p:ext uri="{BB962C8B-B14F-4D97-AF65-F5344CB8AC3E}">
        <p14:creationId xmlns:p14="http://schemas.microsoft.com/office/powerpoint/2010/main" val="10618091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port 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1F4164B-E3B7-2647-6166-D697CDEB6AD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noProof="0" err="1"/>
          </a:p>
        </p:txBody>
      </p:sp>
      <p:pic>
        <p:nvPicPr>
          <p:cNvPr id="6" name="Logo">
            <a:extLst>
              <a:ext uri="{FF2B5EF4-FFF2-40B4-BE49-F238E27FC236}">
                <a16:creationId xmlns:a16="http://schemas.microsoft.com/office/drawing/2014/main" id="{935E5A5E-EEC0-2CD1-F188-857C1C794CE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6266000"/>
            <a:ext cx="1144800" cy="138973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E248948-8973-7C30-EF50-222B24E5C15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457200" y="2743200"/>
            <a:ext cx="2685600" cy="3020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 sz="4000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text         Enter &amp; TAB to view next text style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2F90966D-4436-E3E8-6611-822B64AD4C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white">
          <a:xfrm>
            <a:off x="3354838" y="2743200"/>
            <a:ext cx="2685600" cy="3020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 sz="4000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text        Enter &amp; TAB to view next text style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A1DB129B-678F-2302-2DFE-83E43D4D238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white">
          <a:xfrm>
            <a:off x="6183763" y="2743200"/>
            <a:ext cx="2685600" cy="3020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 sz="4000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text                              Enter &amp; TAB to view next text style     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4C9833D7-4AFA-2B9E-ACAF-4CAB4D73C0C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white">
          <a:xfrm>
            <a:off x="9050338" y="2743200"/>
            <a:ext cx="2685600" cy="3020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 sz="4000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text              Enter &amp; TAB to view next text style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21" name="Note 1 Sub 1">
            <a:extLst>
              <a:ext uri="{FF2B5EF4-FFF2-40B4-BE49-F238E27FC236}">
                <a16:creationId xmlns:a16="http://schemas.microsoft.com/office/drawing/2014/main" id="{23E60EEA-853C-5D7A-3A0A-84B5530408C7}"/>
              </a:ext>
            </a:extLst>
          </p:cNvPr>
          <p:cNvSpPr>
            <a:spLocks noGrp="1"/>
          </p:cNvSpPr>
          <p:nvPr>
            <p:ph type="subTitle" idx="25" hasCustomPrompt="1"/>
          </p:nvPr>
        </p:nvSpPr>
        <p:spPr bwMode="white">
          <a:xfrm>
            <a:off x="457200" y="5763600"/>
            <a:ext cx="11278800" cy="18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700">
                <a:solidFill>
                  <a:schemeClr val="tx1"/>
                </a:solidFill>
              </a:defRPr>
            </a:lvl1pPr>
            <a:lvl2pPr marL="800100" indent="-342900" algn="l">
              <a:buFont typeface="Arial" panose="020B0604020202020204" pitchFamily="34" charset="0"/>
              <a:buChar char="•"/>
              <a:defRPr sz="2000"/>
            </a:lvl2pPr>
            <a:lvl3pPr marL="1200150" indent="-285750" algn="l">
              <a:buFont typeface="Arial" panose="020B0604020202020204" pitchFamily="34" charset="0"/>
              <a:buChar char="•"/>
              <a:defRPr sz="2000"/>
            </a:lvl3pPr>
            <a:lvl4pPr marL="1657350" indent="-285750" algn="l">
              <a:buFont typeface="Arial" panose="020B0604020202020204" pitchFamily="34" charset="0"/>
              <a:buChar char="•"/>
              <a:defRPr sz="2000"/>
            </a:lvl4pPr>
            <a:lvl5pPr marL="2114550" indent="-285750" algn="l">
              <a:buFont typeface="Arial" panose="020B0604020202020204" pitchFamily="34" charset="0"/>
              <a:buChar char="•"/>
              <a:defRPr sz="2000"/>
            </a:lvl5pPr>
            <a:lvl6pPr marL="2571750" indent="-285750" algn="l">
              <a:buFont typeface="Arial" panose="020B0604020202020204" pitchFamily="34" charset="0"/>
              <a:buChar char="•"/>
              <a:defRPr sz="2000"/>
            </a:lvl6pPr>
            <a:lvl7pPr marL="3028950" indent="-285750" algn="l">
              <a:buFont typeface="Arial" panose="020B0604020202020204" pitchFamily="34" charset="0"/>
              <a:buChar char="•"/>
              <a:defRPr sz="2000"/>
            </a:lvl7pPr>
            <a:lvl8pPr marL="3486150" indent="-285750" algn="l">
              <a:buFont typeface="Arial" panose="020B0604020202020204" pitchFamily="34" charset="0"/>
              <a:buChar char="•"/>
              <a:defRPr sz="2000"/>
            </a:lvl8pPr>
            <a:lvl9pPr marL="3943350" indent="-285750" algn="l"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noProof="0"/>
              <a:t>Click to add source or note</a:t>
            </a:r>
          </a:p>
        </p:txBody>
      </p:sp>
      <p:sp>
        <p:nvSpPr>
          <p:cNvPr id="17" name="Date Placeholder 16" hidden="1">
            <a:extLst>
              <a:ext uri="{FF2B5EF4-FFF2-40B4-BE49-F238E27FC236}">
                <a16:creationId xmlns:a16="http://schemas.microsoft.com/office/drawing/2014/main" id="{B93A5E08-31B2-41D4-E149-8B55E1C297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2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9/2/2026</a:t>
            </a:fld>
            <a:endParaRPr lang="en-US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0FB1DF55-9E9D-945C-E0CA-D869F8CC5DD9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 bwMode="white"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F15EA735-3A90-A9D7-E1BC-F2BE7635644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 bwMode="white"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087D7D3-77A7-E31E-5620-9C33844D56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5187697" cy="914400"/>
          </a:xfrm>
        </p:spPr>
        <p:txBody>
          <a:bodyPr/>
          <a:lstStyle>
            <a:lvl1pPr>
              <a:lnSpc>
                <a:spcPct val="9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title, two lines optional</a:t>
            </a:r>
          </a:p>
        </p:txBody>
      </p:sp>
    </p:spTree>
    <p:extLst>
      <p:ext uri="{BB962C8B-B14F-4D97-AF65-F5344CB8AC3E}">
        <p14:creationId xmlns:p14="http://schemas.microsoft.com/office/powerpoint/2010/main" val="28194166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port 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6">
            <a:extLst>
              <a:ext uri="{FF2B5EF4-FFF2-40B4-BE49-F238E27FC236}">
                <a16:creationId xmlns:a16="http://schemas.microsoft.com/office/drawing/2014/main" id="{CEB3A5D5-EC6B-29FB-1D6D-7980AF3A009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6861600"/>
          </a:xfrm>
        </p:spPr>
        <p:txBody>
          <a:bodyPr tIns="108000" anchor="t" anchorCtr="0"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on frame and insert dark background picture via Templafy Images</a:t>
            </a:r>
          </a:p>
        </p:txBody>
      </p:sp>
      <p:sp>
        <p:nvSpPr>
          <p:cNvPr id="16" name="Logo Placeholder 9">
            <a:extLst>
              <a:ext uri="{FF2B5EF4-FFF2-40B4-BE49-F238E27FC236}">
                <a16:creationId xmlns:a16="http://schemas.microsoft.com/office/drawing/2014/main" id="{81D45344-C42A-4D65-6390-5D71D1F74C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6266000"/>
            <a:ext cx="1144800" cy="138973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/>
              <a:t>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E248948-8973-7C30-EF50-222B24E5C15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2743200"/>
            <a:ext cx="2685600" cy="3020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 sz="4000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text       Enter &amp; TAB to view next text style 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2F90966D-4436-E3E8-6611-822B64AD4C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22183" y="2743200"/>
            <a:ext cx="2685600" cy="3020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 sz="4000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text        Enter &amp; TAB to view next text style 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A1DB129B-678F-2302-2DFE-83E43D4D238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5940" y="2743200"/>
            <a:ext cx="2685600" cy="3020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 sz="4000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text     Enter &amp; TAB to view next text style      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4C9833D7-4AFA-2B9E-ACAF-4CAB4D73C0C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50338" y="2743200"/>
            <a:ext cx="2685600" cy="3020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 sz="4000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text          Enter &amp; TAB to view next text style  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21" name="Note 1 Sub 1">
            <a:extLst>
              <a:ext uri="{FF2B5EF4-FFF2-40B4-BE49-F238E27FC236}">
                <a16:creationId xmlns:a16="http://schemas.microsoft.com/office/drawing/2014/main" id="{23E60EEA-853C-5D7A-3A0A-84B5530408C7}"/>
              </a:ext>
            </a:extLst>
          </p:cNvPr>
          <p:cNvSpPr>
            <a:spLocks noGrp="1"/>
          </p:cNvSpPr>
          <p:nvPr>
            <p:ph type="subTitle" idx="25" hasCustomPrompt="1"/>
          </p:nvPr>
        </p:nvSpPr>
        <p:spPr>
          <a:xfrm>
            <a:off x="457200" y="5763600"/>
            <a:ext cx="11278800" cy="18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700">
                <a:solidFill>
                  <a:schemeClr val="bg1"/>
                </a:solidFill>
              </a:defRPr>
            </a:lvl1pPr>
            <a:lvl2pPr marL="800100" indent="-342900" algn="l">
              <a:buFont typeface="Arial" panose="020B0604020202020204" pitchFamily="34" charset="0"/>
              <a:buChar char="•"/>
              <a:defRPr sz="2000"/>
            </a:lvl2pPr>
            <a:lvl3pPr marL="1200150" indent="-285750" algn="l">
              <a:buFont typeface="Arial" panose="020B0604020202020204" pitchFamily="34" charset="0"/>
              <a:buChar char="•"/>
              <a:defRPr sz="2000"/>
            </a:lvl3pPr>
            <a:lvl4pPr marL="1657350" indent="-285750" algn="l">
              <a:buFont typeface="Arial" panose="020B0604020202020204" pitchFamily="34" charset="0"/>
              <a:buChar char="•"/>
              <a:defRPr sz="2000"/>
            </a:lvl4pPr>
            <a:lvl5pPr marL="2114550" indent="-285750" algn="l">
              <a:buFont typeface="Arial" panose="020B0604020202020204" pitchFamily="34" charset="0"/>
              <a:buChar char="•"/>
              <a:defRPr sz="2000"/>
            </a:lvl5pPr>
            <a:lvl6pPr marL="2571750" indent="-285750" algn="l">
              <a:buFont typeface="Arial" panose="020B0604020202020204" pitchFamily="34" charset="0"/>
              <a:buChar char="•"/>
              <a:defRPr sz="2000"/>
            </a:lvl6pPr>
            <a:lvl7pPr marL="3028950" indent="-285750" algn="l">
              <a:buFont typeface="Arial" panose="020B0604020202020204" pitchFamily="34" charset="0"/>
              <a:buChar char="•"/>
              <a:defRPr sz="2000"/>
            </a:lvl7pPr>
            <a:lvl8pPr marL="3486150" indent="-285750" algn="l">
              <a:buFont typeface="Arial" panose="020B0604020202020204" pitchFamily="34" charset="0"/>
              <a:buChar char="•"/>
              <a:defRPr sz="2000"/>
            </a:lvl8pPr>
            <a:lvl9pPr marL="3943350" indent="-285750" algn="l"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noProof="0"/>
              <a:t>Click to add source or note</a:t>
            </a:r>
          </a:p>
        </p:txBody>
      </p:sp>
      <p:sp>
        <p:nvSpPr>
          <p:cNvPr id="17" name="Date Placeholder 16" hidden="1">
            <a:extLst>
              <a:ext uri="{FF2B5EF4-FFF2-40B4-BE49-F238E27FC236}">
                <a16:creationId xmlns:a16="http://schemas.microsoft.com/office/drawing/2014/main" id="{B93A5E08-31B2-41D4-E149-8B55E1C297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2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9/2/2026</a:t>
            </a:fld>
            <a:endParaRPr lang="en-US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0FB1DF55-9E9D-945C-E0CA-D869F8CC5DD9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F15EA735-3A90-A9D7-E1BC-F2BE7635644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0D4E1EE-1242-874C-66B7-8C1E73BAF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5187697" cy="914400"/>
          </a:xfrm>
        </p:spPr>
        <p:txBody>
          <a:bodyPr/>
          <a:lstStyle>
            <a:lvl1pPr>
              <a:lnSpc>
                <a:spcPct val="9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title, two lines optional</a:t>
            </a:r>
          </a:p>
        </p:txBody>
      </p:sp>
    </p:spTree>
    <p:extLst>
      <p:ext uri="{BB962C8B-B14F-4D97-AF65-F5344CB8AC3E}">
        <p14:creationId xmlns:p14="http://schemas.microsoft.com/office/powerpoint/2010/main" val="26037560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>
            <a:extLst>
              <a:ext uri="{FF2B5EF4-FFF2-40B4-BE49-F238E27FC236}">
                <a16:creationId xmlns:a16="http://schemas.microsoft.com/office/drawing/2014/main" id="{00A8D39C-F9B4-BF5F-FA96-4FE6B9BA84A9}"/>
              </a:ext>
            </a:extLst>
          </p:cNvPr>
          <p:cNvSpPr/>
          <p:nvPr userDrawn="1"/>
        </p:nvSpPr>
        <p:spPr>
          <a:xfrm>
            <a:off x="0" y="0"/>
            <a:ext cx="12192000" cy="6861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noProof="0"/>
          </a:p>
        </p:txBody>
      </p:sp>
      <p:pic>
        <p:nvPicPr>
          <p:cNvPr id="9" name="Logo">
            <a:extLst>
              <a:ext uri="{FF2B5EF4-FFF2-40B4-BE49-F238E27FC236}">
                <a16:creationId xmlns:a16="http://schemas.microsoft.com/office/drawing/2014/main" id="{ECEDE22F-63BC-0AD4-6E95-B84229CFC5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47058" y="5721593"/>
            <a:ext cx="1828800" cy="2220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D19E48B-B220-3C21-F7F8-3DBB4D3387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914400" y="1720800"/>
            <a:ext cx="7002000" cy="1929600"/>
          </a:xfrm>
        </p:spPr>
        <p:txBody>
          <a:bodyPr anchor="b" anchorCtr="0"/>
          <a:lstStyle>
            <a:lvl1pPr>
              <a:lnSpc>
                <a:spcPct val="95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A46F7B-BA1D-CEBB-3CEC-E0D54E6C1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9/2/2026</a:t>
            </a:fld>
            <a:endParaRPr lang="en-US"/>
          </a:p>
        </p:txBody>
      </p:sp>
      <p:sp>
        <p:nvSpPr>
          <p:cNvPr id="4" name="Footer Placeholder 3" hidden="1">
            <a:extLst>
              <a:ext uri="{FF2B5EF4-FFF2-40B4-BE49-F238E27FC236}">
                <a16:creationId xmlns:a16="http://schemas.microsoft.com/office/drawing/2014/main" id="{B2C7110B-C33C-F958-2789-F75D5065A4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0CB4FDD3-0F0D-AB5B-7496-471F8B41A2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05DC7421-D19E-8E3B-4AB9-DB3C537AF2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914400"/>
            <a:ext cx="529327" cy="45720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81F31B9-278B-412D-32D9-19F1605D318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914400" y="3949200"/>
            <a:ext cx="7002000" cy="332399"/>
          </a:xfrm>
        </p:spPr>
        <p:txBody>
          <a:bodyPr>
            <a:spAutoFit/>
          </a:bodyPr>
          <a:lstStyle>
            <a:lvl1pPr marL="324000" indent="-324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—"/>
              <a:defRPr sz="2400" b="0" cap="none">
                <a:solidFill>
                  <a:schemeClr val="accent3"/>
                </a:solidFill>
              </a:defRPr>
            </a:lvl1pPr>
            <a:lvl2pPr marL="324000" indent="-324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—"/>
              <a:defRPr sz="2400" b="0" cap="none">
                <a:solidFill>
                  <a:schemeClr val="accent3"/>
                </a:solidFill>
              </a:defRPr>
            </a:lvl2pPr>
            <a:lvl3pPr marL="324000" indent="-324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—"/>
              <a:defRPr sz="2400" b="0" cap="none">
                <a:solidFill>
                  <a:schemeClr val="accent3"/>
                </a:solidFill>
              </a:defRPr>
            </a:lvl3pPr>
            <a:lvl4pPr marL="324000" indent="-324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—"/>
              <a:defRPr sz="2400" b="0" cap="none">
                <a:solidFill>
                  <a:schemeClr val="accent3"/>
                </a:solidFill>
              </a:defRPr>
            </a:lvl4pPr>
            <a:lvl5pPr marL="324000" indent="-324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—"/>
              <a:defRPr sz="2400" b="0" cap="none">
                <a:solidFill>
                  <a:schemeClr val="accent3"/>
                </a:solidFill>
              </a:defRPr>
            </a:lvl5pPr>
            <a:lvl6pPr marL="324000" indent="-324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—"/>
              <a:defRPr sz="2400" b="0" cap="none">
                <a:solidFill>
                  <a:schemeClr val="accent3"/>
                </a:solidFill>
              </a:defRPr>
            </a:lvl6pPr>
            <a:lvl7pPr marL="324000" indent="-324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—"/>
              <a:defRPr sz="2400" b="0" cap="none">
                <a:solidFill>
                  <a:schemeClr val="accent3"/>
                </a:solidFill>
              </a:defRPr>
            </a:lvl7pPr>
            <a:lvl8pPr marL="324000" indent="-324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—"/>
              <a:defRPr sz="2400" b="0" cap="none">
                <a:solidFill>
                  <a:schemeClr val="accent3"/>
                </a:solidFill>
              </a:defRPr>
            </a:lvl8pPr>
            <a:lvl9pPr marL="324000" indent="-324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—"/>
              <a:defRPr sz="2400" b="0" cap="none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 source reference</a:t>
            </a:r>
          </a:p>
        </p:txBody>
      </p:sp>
    </p:spTree>
    <p:extLst>
      <p:ext uri="{BB962C8B-B14F-4D97-AF65-F5344CB8AC3E}">
        <p14:creationId xmlns:p14="http://schemas.microsoft.com/office/powerpoint/2010/main" val="11034674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 Placeholder 6" hidden="1">
            <a:extLst>
              <a:ext uri="{FF2B5EF4-FFF2-40B4-BE49-F238E27FC236}">
                <a16:creationId xmlns:a16="http://schemas.microsoft.com/office/drawing/2014/main" id="{1A720CDE-06B6-4983-9A87-F49D92F4976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86E08D24-9AFA-434C-9914-D4EE76D7A6F1}" type="datetime1">
              <a:rPr lang="en-US" smtClean="0"/>
              <a:t>9/2/2026</a:t>
            </a:fld>
            <a:endParaRPr lang="en-US"/>
          </a:p>
        </p:txBody>
      </p:sp>
      <p:sp>
        <p:nvSpPr>
          <p:cNvPr id="12" name="Footer Placeholder 8" hidden="1">
            <a:extLst>
              <a:ext uri="{FF2B5EF4-FFF2-40B4-BE49-F238E27FC236}">
                <a16:creationId xmlns:a16="http://schemas.microsoft.com/office/drawing/2014/main" id="{7FFC0449-92BF-472B-90CF-9DF76E28F3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US"/>
          </a:p>
        </p:txBody>
      </p:sp>
      <p:sp>
        <p:nvSpPr>
          <p:cNvPr id="13" name="Slide Number Placeholder 10" hidden="1">
            <a:extLst>
              <a:ext uri="{FF2B5EF4-FFF2-40B4-BE49-F238E27FC236}">
                <a16:creationId xmlns:a16="http://schemas.microsoft.com/office/drawing/2014/main" id="{714F8B58-5B54-40CA-B779-ABC1C0CA9F7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Background"/>
          <p:cNvSpPr/>
          <p:nvPr userDrawn="1"/>
        </p:nvSpPr>
        <p:spPr>
          <a:xfrm>
            <a:off x="0" y="0"/>
            <a:ext cx="12193200" cy="6861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err="1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914400" y="914400"/>
            <a:ext cx="5090400" cy="789447"/>
          </a:xfrm>
        </p:spPr>
        <p:txBody>
          <a:bodyPr anchor="t" anchorCtr="0">
            <a:spAutoFit/>
          </a:bodyPr>
          <a:lstStyle>
            <a:lvl1pPr algn="l">
              <a:lnSpc>
                <a:spcPct val="95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add title</a:t>
            </a:r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29FAE41-118D-B731-BDB7-FCCC4E3C1E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71654" y="0"/>
            <a:ext cx="6932892" cy="6858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E0BE08D-DCF3-0A8D-2A6A-7C7538E1E35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47058" y="5721593"/>
            <a:ext cx="1828800" cy="222007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CCFB08-1F95-881D-F816-C86A590EE75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914400" y="4096800"/>
            <a:ext cx="5090400" cy="370800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2pPr>
            <a:lvl3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3pPr>
            <a:lvl4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4pPr>
            <a:lvl5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5pPr>
            <a:lvl6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6pPr>
            <a:lvl7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7pPr>
            <a:lvl8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8pPr>
            <a:lvl9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add phone number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51F9A57-5B2A-8DD5-9ABF-4514F0C7356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white">
          <a:xfrm>
            <a:off x="914400" y="4525200"/>
            <a:ext cx="5090400" cy="370800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2pPr>
            <a:lvl3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3pPr>
            <a:lvl4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4pPr>
            <a:lvl5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5pPr>
            <a:lvl6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6pPr>
            <a:lvl7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7pPr>
            <a:lvl8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8pPr>
            <a:lvl9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add e-mail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620DEF4-2DF2-C891-22D0-C0202100A26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white">
          <a:xfrm>
            <a:off x="914400" y="4957200"/>
            <a:ext cx="5090400" cy="370800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cap="none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2pPr>
            <a:lvl3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3pPr>
            <a:lvl4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4pPr>
            <a:lvl5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5pPr>
            <a:lvl6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6pPr>
            <a:lvl7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7pPr>
            <a:lvl8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8pPr>
            <a:lvl9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ADD WEB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59B4B28-D096-0D8A-10F6-02BF646657D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white">
          <a:xfrm>
            <a:off x="914400" y="5385600"/>
            <a:ext cx="5090400" cy="370800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cap="none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2pPr>
            <a:lvl3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3pPr>
            <a:lvl4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4pPr>
            <a:lvl5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5pPr>
            <a:lvl6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6pPr>
            <a:lvl7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7pPr>
            <a:lvl8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8pPr>
            <a:lvl9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add address</a:t>
            </a:r>
          </a:p>
        </p:txBody>
      </p:sp>
    </p:spTree>
    <p:extLst>
      <p:ext uri="{BB962C8B-B14F-4D97-AF65-F5344CB8AC3E}">
        <p14:creationId xmlns:p14="http://schemas.microsoft.com/office/powerpoint/2010/main" val="6884081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User gu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Box 3">
            <a:extLst>
              <a:ext uri="{FF2B5EF4-FFF2-40B4-BE49-F238E27FC236}">
                <a16:creationId xmlns:a16="http://schemas.microsoft.com/office/drawing/2014/main" id="{19798472-DC87-414E-BC4E-CFAF99EF0ED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283325" y="1493850"/>
            <a:ext cx="2857250" cy="49090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6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PICTURES</a:t>
            </a:r>
            <a:br>
              <a:rPr lang="en-US" sz="9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corporate picture from Templafy</a:t>
            </a:r>
            <a:endParaRPr lang="en-US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Click the blue </a:t>
            </a:r>
            <a:r>
              <a:rPr lang="en-US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Templafy </a:t>
            </a:r>
            <a:r>
              <a:rPr lang="en-US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button to view Templafy pane on right side of the screen, if it is not already there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US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Select picture placeholder by clicking on the frame (at the edge)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3. </a:t>
            </a:r>
            <a:r>
              <a:rPr lang="en-US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US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Images </a:t>
            </a:r>
            <a:r>
              <a:rPr lang="en-US" altLang="da-DK" sz="900" b="0" i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button</a:t>
            </a:r>
            <a:r>
              <a:rPr lang="en-US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in the Templafy pane</a:t>
            </a:r>
            <a:br>
              <a:rPr lang="en-US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endParaRPr lang="en-US" altLang="da-DK" sz="900" b="0" baseline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picture from other location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 slides with pictureplaceholder, click on the icon and choose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to browse for picture</a:t>
            </a: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en-US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Crop picture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Crop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change size or focus of the picture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If you want to scale the picture, hold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-key down while dragging the corners of the picture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endParaRPr lang="en-US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If you delete the picture and insert a new one, the picture may lie in front of the text or graphic. If this happens, select the picture, right-click and choose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Send to Back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6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GUIDES</a:t>
            </a:r>
            <a:endParaRPr lang="en-US" sz="16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View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 and set tick mark next to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Guides</a:t>
            </a:r>
            <a:endParaRPr lang="en-US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Alt + F9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for quick view of guides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Mac: </a:t>
            </a:r>
            <a:r>
              <a:rPr lang="en-US" sz="900" b="0" i="0">
                <a:solidFill>
                  <a:srgbClr val="000000"/>
                </a:solidFill>
                <a:effectLst/>
                <a:latin typeface="+mn-lt"/>
              </a:rPr>
              <a:t>⌘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+ option + ctrl + G</a:t>
            </a:r>
          </a:p>
        </p:txBody>
      </p:sp>
      <p:pic>
        <p:nvPicPr>
          <p:cNvPr id="27" name="Billede 26">
            <a:extLst>
              <a:ext uri="{FF2B5EF4-FFF2-40B4-BE49-F238E27FC236}">
                <a16:creationId xmlns:a16="http://schemas.microsoft.com/office/drawing/2014/main" id="{3A5D5234-21E3-4579-AE5E-A650C0CF9F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152225" y="1942016"/>
            <a:ext cx="305786" cy="365851"/>
          </a:xfrm>
          <a:prstGeom prst="rect">
            <a:avLst/>
          </a:prstGeom>
        </p:spPr>
      </p:pic>
      <p:pic>
        <p:nvPicPr>
          <p:cNvPr id="57" name="Picture 19">
            <a:extLst>
              <a:ext uri="{FF2B5EF4-FFF2-40B4-BE49-F238E27FC236}">
                <a16:creationId xmlns:a16="http://schemas.microsoft.com/office/drawing/2014/main" id="{E210FBD4-B8B9-4AFA-9670-2FEBAA1CF37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193987" y="4026953"/>
            <a:ext cx="313788" cy="543900"/>
          </a:xfrm>
          <a:prstGeom prst="rect">
            <a:avLst/>
          </a:prstGeom>
        </p:spPr>
      </p:pic>
      <p:sp>
        <p:nvSpPr>
          <p:cNvPr id="61" name="Text Box 4">
            <a:extLst>
              <a:ext uri="{FF2B5EF4-FFF2-40B4-BE49-F238E27FC236}">
                <a16:creationId xmlns:a16="http://schemas.microsoft.com/office/drawing/2014/main" id="{DD6A81B7-1FEE-46CF-A623-23E99CFEAFB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102167" y="1493850"/>
            <a:ext cx="2856345" cy="5192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6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HEADER &amp; FOOTER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Do this at the very end to apply the changes on all slides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on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Header &amp; Footer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 the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 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(write the desired text, click date or Slide 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number from or to)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Apply to All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or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Apply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if only used on one slide</a:t>
            </a:r>
          </a:p>
          <a:p>
            <a:pPr eaLnBrk="1" hangingPunct="1">
              <a:spcAft>
                <a:spcPts val="600"/>
              </a:spcAft>
              <a:defRPr/>
            </a:pPr>
            <a:endParaRPr lang="en-US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16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COPY/PASTE CONTENT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When copying old content to your new presentation, 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 options are available: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Best practice: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Create a slide in your new presentation and copy </a:t>
            </a:r>
            <a:r>
              <a:rPr lang="en-US" altLang="da-DK" sz="900" b="0" i="0" u="sng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one</a:t>
            </a:r>
            <a:r>
              <a:rPr lang="en-US" altLang="da-DK" sz="900" b="0" i="0" u="none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piece of content at a time (e.g. copy all text from </a:t>
            </a:r>
            <a:r>
              <a:rPr lang="en-US" altLang="da-DK" sz="900" b="0" i="0" u="sng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one</a:t>
            </a:r>
            <a:r>
              <a:rPr lang="en-US" altLang="da-DK" sz="900" b="0" i="0" u="none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textbox)</a:t>
            </a:r>
            <a:endParaRPr lang="en-US" altLang="da-DK" sz="900" b="1" i="0" u="sng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Or copy an entire slide into your new presentation and then choose a fitting layout. Remember to delete the old, wrong layouts (go to View &gt; Slidemaster and delete them)</a:t>
            </a:r>
            <a:endParaRPr lang="en-US" altLang="da-DK" sz="9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endParaRPr lang="en-US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6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SLIDES &amp; SLIDE ELEMENTS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predefined slides and elements using the Templafy pane. Choose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Slides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and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Slide elements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from the buttons in the Templafy pane on the 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right side of the screen</a:t>
            </a:r>
            <a:endParaRPr lang="en-US" altLang="da-DK" sz="9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65" name="Fast overskrift">
            <a:extLst>
              <a:ext uri="{FF2B5EF4-FFF2-40B4-BE49-F238E27FC236}">
                <a16:creationId xmlns:a16="http://schemas.microsoft.com/office/drawing/2014/main" id="{09C05D50-8477-4113-8B72-9C373B0FF9F9}"/>
              </a:ext>
            </a:extLst>
          </p:cNvPr>
          <p:cNvSpPr txBox="1"/>
          <p:nvPr userDrawn="1"/>
        </p:nvSpPr>
        <p:spPr>
          <a:xfrm>
            <a:off x="455613" y="463861"/>
            <a:ext cx="11277600" cy="49452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r>
              <a:rPr lang="en-US" sz="32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TIPS &amp; TRICKS - YOUR USER GUIDE</a:t>
            </a:r>
          </a:p>
        </p:txBody>
      </p:sp>
      <p:pic>
        <p:nvPicPr>
          <p:cNvPr id="19" name="Picture 12">
            <a:extLst>
              <a:ext uri="{FF2B5EF4-FFF2-40B4-BE49-F238E27FC236}">
                <a16:creationId xmlns:a16="http://schemas.microsoft.com/office/drawing/2014/main" id="{D59A1415-DF88-48C2-BFBD-2900D34A9A2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956668" y="2116483"/>
            <a:ext cx="378293" cy="543366"/>
          </a:xfrm>
          <a:prstGeom prst="rect">
            <a:avLst/>
          </a:prstGeom>
        </p:spPr>
      </p:pic>
      <p:sp>
        <p:nvSpPr>
          <p:cNvPr id="20" name="Date Placeholder 6" hidden="1">
            <a:extLst>
              <a:ext uri="{FF2B5EF4-FFF2-40B4-BE49-F238E27FC236}">
                <a16:creationId xmlns:a16="http://schemas.microsoft.com/office/drawing/2014/main" id="{56AA1691-6753-45B8-AB77-1105989467F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1AB74252-A308-4DBB-A9A9-CA2BB4B51A09}" type="datetime1">
              <a:rPr lang="en-US" smtClean="0"/>
              <a:t>9/2/2026</a:t>
            </a:fld>
            <a:endParaRPr lang="en-US"/>
          </a:p>
        </p:txBody>
      </p:sp>
      <p:sp>
        <p:nvSpPr>
          <p:cNvPr id="21" name="Footer Placeholder 8" hidden="1">
            <a:extLst>
              <a:ext uri="{FF2B5EF4-FFF2-40B4-BE49-F238E27FC236}">
                <a16:creationId xmlns:a16="http://schemas.microsoft.com/office/drawing/2014/main" id="{2F8C9320-E8BF-471F-8DD3-1BC4790219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US"/>
          </a:p>
        </p:txBody>
      </p:sp>
      <p:sp>
        <p:nvSpPr>
          <p:cNvPr id="22" name="Slide Number Placeholder 10" hidden="1">
            <a:extLst>
              <a:ext uri="{FF2B5EF4-FFF2-40B4-BE49-F238E27FC236}">
                <a16:creationId xmlns:a16="http://schemas.microsoft.com/office/drawing/2014/main" id="{B01A309B-80AB-481C-AE3F-3C56C2C92EE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33">
            <a:extLst>
              <a:ext uri="{FF2B5EF4-FFF2-40B4-BE49-F238E27FC236}">
                <a16:creationId xmlns:a16="http://schemas.microsoft.com/office/drawing/2014/main" id="{B03E872F-21DD-423D-B6DE-4945F155FB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l="3901" t="45142" r="62601" b="9046"/>
          <a:stretch/>
        </p:blipFill>
        <p:spPr>
          <a:xfrm>
            <a:off x="7134516" y="3309842"/>
            <a:ext cx="341204" cy="321707"/>
          </a:xfrm>
          <a:prstGeom prst="rect">
            <a:avLst/>
          </a:prstGeom>
        </p:spPr>
      </p:pic>
      <p:sp>
        <p:nvSpPr>
          <p:cNvPr id="24" name="Text Box 2">
            <a:extLst>
              <a:ext uri="{FF2B5EF4-FFF2-40B4-BE49-F238E27FC236}">
                <a16:creationId xmlns:a16="http://schemas.microsoft.com/office/drawing/2014/main" id="{8B1B4749-2B7E-4474-A2D3-2B2892ADCA2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7252" y="1493850"/>
            <a:ext cx="2772000" cy="46497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6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TEXT STYLES</a:t>
            </a:r>
            <a:endParaRPr lang="en-US" altLang="da-DK" sz="16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Use the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TAB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-key</a:t>
            </a:r>
            <a:r>
              <a:rPr lang="en-US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jump through levels. Click </a:t>
            </a:r>
            <a:r>
              <a:rPr lang="en-US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ENTER </a:t>
            </a:r>
            <a:r>
              <a:rPr lang="en-US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and</a:t>
            </a:r>
            <a:r>
              <a:rPr lang="en-US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</a:t>
            </a:r>
            <a:r>
              <a:rPr lang="en-US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switch from one level to the next level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To go back in levels use </a:t>
            </a:r>
            <a:r>
              <a:rPr lang="en-US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SHIFT-TAB</a:t>
            </a:r>
            <a:endParaRPr lang="en-US" sz="9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Alternatively, </a:t>
            </a:r>
            <a:r>
              <a:rPr lang="en-US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Increase</a:t>
            </a:r>
            <a:r>
              <a:rPr lang="en-US" sz="90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and </a:t>
            </a:r>
            <a:r>
              <a:rPr lang="en-US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Decrease </a:t>
            </a:r>
            <a:r>
              <a:rPr lang="en-US" sz="90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list level can be used</a:t>
            </a:r>
            <a:br>
              <a:rPr lang="en-US" sz="90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endParaRPr lang="en-US" sz="900" baseline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US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Use bullet button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Delete bullet for regular text.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on the bullet button to reaply the correct bullet again</a:t>
            </a:r>
          </a:p>
          <a:p>
            <a:pPr eaLnBrk="1" hangingPunct="1">
              <a:spcAft>
                <a:spcPts val="600"/>
              </a:spcAft>
              <a:defRPr/>
            </a:pP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sz="16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SLIDES &amp; LAYOUTS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on the menu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New Slide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 the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Home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 to insert a new slide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Change layout</a:t>
            </a:r>
            <a:endParaRPr lang="en-US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indent="0">
              <a:spcAft>
                <a:spcPts val="600"/>
              </a:spcAft>
              <a:buFont typeface="+mj-lt"/>
              <a:buNone/>
            </a:pPr>
            <a:r>
              <a:rPr lang="en-US" sz="900">
                <a:solidFill>
                  <a:srgbClr val="000000"/>
                </a:solidFill>
                <a:latin typeface="+mn-lt"/>
                <a:ea typeface="Arial" panose="020B0604020202020204" pitchFamily="34" charset="0"/>
              </a:rPr>
              <a:t>Click on the arrow next to </a:t>
            </a:r>
            <a:r>
              <a:rPr lang="en-US" sz="900" b="1">
                <a:solidFill>
                  <a:srgbClr val="000000"/>
                </a:solidFill>
                <a:latin typeface="+mn-lt"/>
                <a:ea typeface="Arial" panose="020B0604020202020204" pitchFamily="34" charset="0"/>
              </a:rPr>
              <a:t>Layout </a:t>
            </a:r>
            <a:r>
              <a:rPr lang="en-US" sz="900">
                <a:solidFill>
                  <a:srgbClr val="000000"/>
                </a:solidFill>
                <a:latin typeface="+mn-lt"/>
                <a:ea typeface="Arial" panose="020B0604020202020204" pitchFamily="34" charset="0"/>
              </a:rPr>
              <a:t>to view a dropdown menu of possible slide layouts</a:t>
            </a:r>
            <a:br>
              <a:rPr lang="en-US" sz="900">
                <a:solidFill>
                  <a:srgbClr val="000000"/>
                </a:solidFill>
                <a:latin typeface="+mn-lt"/>
                <a:ea typeface="Arial" panose="020B0604020202020204" pitchFamily="34" charset="0"/>
              </a:rPr>
            </a:br>
            <a:endParaRPr lang="en-US" sz="900">
              <a:solidFill>
                <a:srgbClr val="000000"/>
              </a:solidFill>
              <a:latin typeface="+mn-lt"/>
              <a:ea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Reset slide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US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Home</a:t>
            </a:r>
            <a:r>
              <a:rPr lang="en-US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US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Reset</a:t>
            </a:r>
            <a:r>
              <a:rPr lang="en-US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menu to reset position, size and formatting of the slide placeholders to their default settings</a:t>
            </a:r>
            <a:endParaRPr lang="en-US" sz="900">
              <a:solidFill>
                <a:srgbClr val="000000"/>
              </a:solidFill>
              <a:latin typeface="+mn-lt"/>
              <a:ea typeface="Arial" panose="020B0604020202020204" pitchFamily="34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12B8CEB7-8718-40FB-BCC9-2AC96094B83E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181118" y="4859226"/>
            <a:ext cx="475428" cy="176762"/>
          </a:xfrm>
          <a:prstGeom prst="rect">
            <a:avLst/>
          </a:prstGeom>
        </p:spPr>
      </p:pic>
      <p:pic>
        <p:nvPicPr>
          <p:cNvPr id="29" name="Picture 16">
            <a:extLst>
              <a:ext uri="{FF2B5EF4-FFF2-40B4-BE49-F238E27FC236}">
                <a16:creationId xmlns:a16="http://schemas.microsoft.com/office/drawing/2014/main" id="{1543AAD2-58D2-4DCE-A080-AFA6A459F608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3181118" y="4004907"/>
            <a:ext cx="328881" cy="505501"/>
          </a:xfrm>
          <a:prstGeom prst="rect">
            <a:avLst/>
          </a:prstGeom>
        </p:spPr>
      </p:pic>
      <p:pic>
        <p:nvPicPr>
          <p:cNvPr id="30" name="Picture 20">
            <a:extLst>
              <a:ext uri="{FF2B5EF4-FFF2-40B4-BE49-F238E27FC236}">
                <a16:creationId xmlns:a16="http://schemas.microsoft.com/office/drawing/2014/main" id="{F410AF64-93DE-4C35-8AC4-D2AFA638F572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3183816" y="5689773"/>
            <a:ext cx="538465" cy="172841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5AAFDC93-9DCC-4CE4-B8D7-6137FEEF048E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3181118" y="2499649"/>
            <a:ext cx="457143" cy="25714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92A5FDF-69DC-4DD2-BFF8-3478E75DBB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/>
          <a:srcRect l="50000" t="50000" b="4554"/>
          <a:stretch/>
        </p:blipFill>
        <p:spPr>
          <a:xfrm>
            <a:off x="7086364" y="2694597"/>
            <a:ext cx="437508" cy="365851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D428E528-3C21-43A5-9A1F-5FC8A3BB1E92}"/>
              </a:ext>
            </a:extLst>
          </p:cNvPr>
          <p:cNvGrpSpPr/>
          <p:nvPr userDrawn="1"/>
        </p:nvGrpSpPr>
        <p:grpSpPr>
          <a:xfrm>
            <a:off x="10887108" y="5476821"/>
            <a:ext cx="991746" cy="384654"/>
            <a:chOff x="10992821" y="4404000"/>
            <a:chExt cx="1588357" cy="616052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44E7E5B-C2F8-47A1-8626-A6E32640159D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1"/>
            <a:srcRect l="1" t="29690" r="1315"/>
            <a:stretch/>
          </p:blipFill>
          <p:spPr>
            <a:xfrm>
              <a:off x="10992821" y="4404000"/>
              <a:ext cx="1588357" cy="616052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5065702C-2099-41C8-904A-A3616CD11CA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1"/>
            <a:srcRect l="21641" t="72894" r="72046" b="1834"/>
            <a:stretch/>
          </p:blipFill>
          <p:spPr>
            <a:xfrm>
              <a:off x="12479578" y="4785230"/>
              <a:ext cx="101600" cy="221441"/>
            </a:xfrm>
            <a:prstGeom prst="rect">
              <a:avLst/>
            </a:prstGeom>
          </p:spPr>
        </p:pic>
      </p:grpSp>
      <p:pic>
        <p:nvPicPr>
          <p:cNvPr id="34" name="Picture 2">
            <a:extLst>
              <a:ext uri="{FF2B5EF4-FFF2-40B4-BE49-F238E27FC236}">
                <a16:creationId xmlns:a16="http://schemas.microsoft.com/office/drawing/2014/main" id="{23C2B142-78D9-4D1A-A62B-85445D78273E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3181118" y="3209517"/>
            <a:ext cx="257143" cy="2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47861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&gt;Do not use layouts after this &gt;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124504-36FD-4753-851D-5B7D02D4A2D1}"/>
              </a:ext>
            </a:extLst>
          </p:cNvPr>
          <p:cNvSpPr/>
          <p:nvPr userDrawn="1"/>
        </p:nvSpPr>
        <p:spPr bwMode="ltGray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6350" cap="rnd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buClr>
                <a:srgbClr val="003755"/>
              </a:buClr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5" name="Do not use"/>
          <p:cNvSpPr txBox="1"/>
          <p:nvPr userDrawn="1"/>
        </p:nvSpPr>
        <p:spPr bwMode="white">
          <a:xfrm>
            <a:off x="430213" y="656823"/>
            <a:ext cx="11356977" cy="28931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US" sz="4400" b="0" noProof="0">
                <a:solidFill>
                  <a:schemeClr val="bg1"/>
                </a:solidFill>
              </a:rPr>
              <a:t>If you see any </a:t>
            </a:r>
            <a:r>
              <a:rPr lang="en-US" sz="4400" b="1" i="1" noProof="0">
                <a:solidFill>
                  <a:schemeClr val="bg1"/>
                </a:solidFill>
              </a:rPr>
              <a:t>layouts after this </a:t>
            </a:r>
            <a:r>
              <a:rPr lang="en-US" sz="4400" b="0" i="0" noProof="0">
                <a:solidFill>
                  <a:schemeClr val="bg1"/>
                </a:solidFill>
              </a:rPr>
              <a:t>one</a:t>
            </a:r>
            <a:r>
              <a:rPr lang="en-US" sz="4400" b="1" i="1" noProof="0">
                <a:solidFill>
                  <a:schemeClr val="bg1"/>
                </a:solidFill>
              </a:rPr>
              <a:t>,</a:t>
            </a:r>
            <a:br>
              <a:rPr lang="en-US" sz="4400" b="0" i="0" noProof="0">
                <a:solidFill>
                  <a:schemeClr val="bg1"/>
                </a:solidFill>
              </a:rPr>
            </a:br>
            <a:r>
              <a:rPr lang="en-US" sz="4400" b="0" noProof="0">
                <a:solidFill>
                  <a:schemeClr val="bg1"/>
                </a:solidFill>
              </a:rPr>
              <a:t>do not use them. These layouts </a:t>
            </a:r>
            <a:r>
              <a:rPr lang="en-US" sz="4400" b="1" i="1" u="none" noProof="0">
                <a:solidFill>
                  <a:schemeClr val="bg1"/>
                </a:solidFill>
              </a:rPr>
              <a:t>are not </a:t>
            </a:r>
            <a:r>
              <a:rPr lang="en-US" sz="4400" b="0" noProof="0">
                <a:solidFill>
                  <a:schemeClr val="bg1"/>
                </a:solidFill>
              </a:rPr>
              <a:t>part of our corporate template.</a:t>
            </a:r>
            <a:br>
              <a:rPr lang="en-US" sz="2800" b="0" noProof="0">
                <a:solidFill>
                  <a:schemeClr val="bg1"/>
                </a:solidFill>
              </a:rPr>
            </a:br>
            <a:br>
              <a:rPr lang="en-US" sz="2800" b="0" noProof="0">
                <a:solidFill>
                  <a:schemeClr val="bg1"/>
                </a:solidFill>
              </a:rPr>
            </a:br>
            <a:endParaRPr lang="en-US" sz="2800" b="0" noProof="0">
              <a:solidFill>
                <a:schemeClr val="bg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BEB5E5A-DA85-4D5B-80B9-F94482F55D76}"/>
              </a:ext>
            </a:extLst>
          </p:cNvPr>
          <p:cNvGrpSpPr/>
          <p:nvPr userDrawn="1"/>
        </p:nvGrpSpPr>
        <p:grpSpPr bwMode="white">
          <a:xfrm rot="8100000">
            <a:off x="10404874" y="3325226"/>
            <a:ext cx="1036788" cy="1036788"/>
            <a:chOff x="6096000" y="4963130"/>
            <a:chExt cx="1456719" cy="1456719"/>
          </a:xfrm>
          <a:solidFill>
            <a:schemeClr val="bg1"/>
          </a:solidFill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823227E-A862-4A7F-BC20-0D107430AB2C}"/>
                </a:ext>
              </a:extLst>
            </p:cNvPr>
            <p:cNvSpPr/>
            <p:nvPr userDrawn="1"/>
          </p:nvSpPr>
          <p:spPr bwMode="white">
            <a:xfrm rot="5400000">
              <a:off x="5534135" y="5524995"/>
              <a:ext cx="1456719" cy="332990"/>
            </a:xfrm>
            <a:prstGeom prst="rect">
              <a:avLst/>
            </a:pr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buClr>
                  <a:srgbClr val="003755"/>
                </a:buClr>
              </a:pPr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8501AE6-6504-4184-9443-E89AFACF769D}"/>
                </a:ext>
              </a:extLst>
            </p:cNvPr>
            <p:cNvSpPr/>
            <p:nvPr userDrawn="1"/>
          </p:nvSpPr>
          <p:spPr bwMode="white">
            <a:xfrm rot="10800000">
              <a:off x="6096000" y="4963130"/>
              <a:ext cx="1456719" cy="332990"/>
            </a:xfrm>
            <a:prstGeom prst="rect">
              <a:avLst/>
            </a:pr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buClr>
                  <a:srgbClr val="003755"/>
                </a:buClr>
              </a:pPr>
              <a:endParaRPr lang="en-US" sz="1400" err="1">
                <a:solidFill>
                  <a:schemeClr val="tx1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67CEE09B-6EE1-4BF2-85A3-DE69E91BC4C6}"/>
              </a:ext>
            </a:extLst>
          </p:cNvPr>
          <p:cNvSpPr/>
          <p:nvPr userDrawn="1"/>
        </p:nvSpPr>
        <p:spPr bwMode="white">
          <a:xfrm>
            <a:off x="430213" y="2588374"/>
            <a:ext cx="10152346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3800" b="1" i="1" noProof="0">
                <a:solidFill>
                  <a:schemeClr val="bg1"/>
                </a:solidFill>
              </a:rPr>
              <a:t>Do not use </a:t>
            </a:r>
            <a:endParaRPr lang="en-US" sz="2400" b="1" i="1"/>
          </a:p>
        </p:txBody>
      </p:sp>
      <p:sp>
        <p:nvSpPr>
          <p:cNvPr id="16" name="Do not use">
            <a:extLst>
              <a:ext uri="{FF2B5EF4-FFF2-40B4-BE49-F238E27FC236}">
                <a16:creationId xmlns:a16="http://schemas.microsoft.com/office/drawing/2014/main" id="{A8FA78FA-4D94-4717-B7C6-6F86378D6B01}"/>
              </a:ext>
            </a:extLst>
          </p:cNvPr>
          <p:cNvSpPr txBox="1"/>
          <p:nvPr userDrawn="1"/>
        </p:nvSpPr>
        <p:spPr bwMode="white">
          <a:xfrm>
            <a:off x="430214" y="5186455"/>
            <a:ext cx="11356974" cy="9694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US" sz="2000" b="0" noProof="0">
                <a:solidFill>
                  <a:schemeClr val="bg1"/>
                </a:solidFill>
              </a:rPr>
              <a:t>Due to PowerPoint’s standard Copy/Paste functionality extra undesirable layouts can appear.</a:t>
            </a:r>
          </a:p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US" sz="2000" b="0" noProof="0">
                <a:solidFill>
                  <a:schemeClr val="bg1"/>
                </a:solidFill>
              </a:rPr>
              <a:t>Also notice: Layouts after this might contain potential confidential information.</a:t>
            </a:r>
            <a:br>
              <a:rPr lang="en-US" sz="1800" b="0" noProof="0">
                <a:solidFill>
                  <a:schemeClr val="bg1"/>
                </a:solidFill>
              </a:rPr>
            </a:br>
            <a:endParaRPr lang="en-US" sz="1800" b="0" noProof="0">
              <a:solidFill>
                <a:schemeClr val="bg1"/>
              </a:solidFill>
            </a:endParaRPr>
          </a:p>
        </p:txBody>
      </p:sp>
      <p:sp>
        <p:nvSpPr>
          <p:cNvPr id="13" name="Date Placeholder 6" hidden="1">
            <a:extLst>
              <a:ext uri="{FF2B5EF4-FFF2-40B4-BE49-F238E27FC236}">
                <a16:creationId xmlns:a16="http://schemas.microsoft.com/office/drawing/2014/main" id="{706505A8-87EA-4BA0-B698-35156BC765D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0B47CC09-D412-46CC-B4F3-6A86C85F5C46}" type="datetime1">
              <a:rPr lang="en-US" smtClean="0"/>
              <a:t>9/2/2026</a:t>
            </a:fld>
            <a:endParaRPr lang="en-US"/>
          </a:p>
        </p:txBody>
      </p:sp>
      <p:sp>
        <p:nvSpPr>
          <p:cNvPr id="14" name="Footer Placeholder 8" hidden="1">
            <a:extLst>
              <a:ext uri="{FF2B5EF4-FFF2-40B4-BE49-F238E27FC236}">
                <a16:creationId xmlns:a16="http://schemas.microsoft.com/office/drawing/2014/main" id="{AB150C2C-2030-498B-8262-6BD5BCCBB34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US"/>
          </a:p>
        </p:txBody>
      </p:sp>
      <p:sp>
        <p:nvSpPr>
          <p:cNvPr id="15" name="Slide Number Placeholder 10" hidden="1">
            <a:extLst>
              <a:ext uri="{FF2B5EF4-FFF2-40B4-BE49-F238E27FC236}">
                <a16:creationId xmlns:a16="http://schemas.microsoft.com/office/drawing/2014/main" id="{E81B246F-92C7-4EF8-ACD0-05F73C7095B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146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1.sv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C9392247-CE23-49BB-A39E-64C7575BE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200"/>
            <a:ext cx="11277600" cy="496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371600"/>
            <a:ext cx="11277600" cy="4392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Level 1 (Enter &amp; TAB to view next text style, SHIFT+TAB to view previous text style)</a:t>
            </a:r>
          </a:p>
          <a:p>
            <a:pPr lvl="1"/>
            <a:r>
              <a:rPr lang="en-US" noProof="0"/>
              <a:t>Level 2</a:t>
            </a:r>
          </a:p>
          <a:p>
            <a:pPr lvl="2"/>
            <a:r>
              <a:rPr lang="en-US" noProof="0"/>
              <a:t>Level 3</a:t>
            </a:r>
          </a:p>
          <a:p>
            <a:pPr lvl="3"/>
            <a:r>
              <a:rPr lang="en-US" noProof="0"/>
              <a:t>Level 4, Header</a:t>
            </a:r>
          </a:p>
          <a:p>
            <a:pPr lvl="4"/>
            <a:r>
              <a:rPr lang="en-US" noProof="0"/>
              <a:t>Level 5, Body</a:t>
            </a:r>
          </a:p>
          <a:p>
            <a:pPr lvl="5"/>
            <a:r>
              <a:rPr lang="en-US" noProof="0"/>
              <a:t>Level 6</a:t>
            </a:r>
          </a:p>
          <a:p>
            <a:pPr lvl="6"/>
            <a:r>
              <a:rPr lang="en-US" noProof="0"/>
              <a:t>Level 7, Small Header</a:t>
            </a:r>
          </a:p>
          <a:p>
            <a:pPr lvl="7"/>
            <a:r>
              <a:rPr lang="en-US" noProof="0"/>
              <a:t>Level 8, Small Body</a:t>
            </a:r>
          </a:p>
          <a:p>
            <a:pPr lvl="8"/>
            <a:r>
              <a:rPr lang="en-US" noProof="0"/>
              <a:t>Level 9, Infographic</a:t>
            </a: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0643F1B6-0743-4D14-8B95-B030120DE5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00">
                <a:noFill/>
              </a:defRPr>
            </a:lvl1pPr>
          </a:lstStyle>
          <a:p>
            <a:fld id="{12BF0955-E111-49E5-806D-9FAAAF2C0916}" type="datetime1">
              <a:rPr lang="en-US" smtClean="0"/>
              <a:pPr/>
              <a:t>9/2/2026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460BDC-2796-43E8-A075-B3BFBC3B28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84800" y="6312529"/>
            <a:ext cx="4593600" cy="108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b" anchorCtr="0"/>
          <a:lstStyle>
            <a:lvl1pPr algn="r">
              <a:defRPr sz="700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42516E-ED5A-4F68-B285-E8D0CC42F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58400" y="6312529"/>
            <a:ext cx="774000" cy="108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b" anchorCtr="0"/>
          <a:lstStyle>
            <a:lvl1pPr algn="r">
              <a:defRPr sz="700">
                <a:solidFill>
                  <a:schemeClr val="accent2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31" name="Grid" hidden="1">
            <a:extLst>
              <a:ext uri="{FF2B5EF4-FFF2-40B4-BE49-F238E27FC236}">
                <a16:creationId xmlns:a16="http://schemas.microsoft.com/office/drawing/2014/main" id="{3E9C1BF4-18A1-7A48-550F-37D0F8D2F274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457199" y="457200"/>
            <a:ext cx="11277599" cy="5943600"/>
            <a:chOff x="457199" y="457200"/>
            <a:chExt cx="11277599" cy="59436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1418678-FD7F-814C-A0B7-ED575864391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32000" y="457200"/>
              <a:ext cx="180000" cy="59436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US" sz="2000" noProof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74555C3-3F4D-87D5-E922-8B350C7FDF7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 flipH="1">
              <a:off x="457199" y="457200"/>
              <a:ext cx="11277599" cy="59436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US" sz="2000" noProof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7B548E8-35D0-6F71-801A-2FF7E309BE7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2186800" y="457200"/>
              <a:ext cx="180000" cy="59436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US" sz="2000" noProof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A6FA8BF-27CD-55AE-9D76-0FCF533D3A0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3141600" y="457200"/>
              <a:ext cx="180000" cy="59436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US" sz="2000" noProof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15B43D8-035E-E1B5-5A6C-85EE3476A9D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4096400" y="457200"/>
              <a:ext cx="180000" cy="59436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US" sz="2000" noProof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64053FB-DEA3-7227-C4EA-69E6C567517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5051200" y="457200"/>
              <a:ext cx="180000" cy="59436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US" sz="2000" noProof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E441BB4-04CD-791B-8A1A-0F5FD09DD3F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6006000" y="457200"/>
              <a:ext cx="180000" cy="59436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US" sz="2000" noProof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B77EC9A-AC61-B401-4184-3D2B84FB10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6960800" y="457200"/>
              <a:ext cx="180000" cy="59436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US" sz="2000" noProof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30B7655-6675-3943-E913-D659C2DA4B3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7915600" y="457200"/>
              <a:ext cx="180000" cy="59436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US" sz="2000" noProof="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4781662-9A76-A8A4-F4C3-D8F0A583C25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8870400" y="457200"/>
              <a:ext cx="180000" cy="59436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US" sz="2000" noProof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F8DCC8D-5899-F9BE-67D0-BE869866245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9825200" y="457200"/>
              <a:ext cx="180000" cy="59436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US" sz="2000" noProof="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31F98C2D-FD89-25EA-A132-F3014D6B633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0780000" y="457200"/>
              <a:ext cx="180000" cy="59436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US" sz="2000" noProof="0"/>
            </a:p>
          </p:txBody>
        </p:sp>
      </p:grpSp>
      <p:pic>
        <p:nvPicPr>
          <p:cNvPr id="34" name="Logo">
            <a:extLst>
              <a:ext uri="{FF2B5EF4-FFF2-40B4-BE49-F238E27FC236}">
                <a16:creationId xmlns:a16="http://schemas.microsoft.com/office/drawing/2014/main" id="{659CF7DA-83FD-55B4-BD19-ECAAB62ACD3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457200" y="6266000"/>
            <a:ext cx="1144800" cy="138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99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95" r:id="rId2"/>
    <p:sldLayoutId id="2147483813" r:id="rId3"/>
    <p:sldLayoutId id="2147483737" r:id="rId4"/>
    <p:sldLayoutId id="2147483731" r:id="rId5"/>
    <p:sldLayoutId id="2147483798" r:id="rId6"/>
    <p:sldLayoutId id="2147483799" r:id="rId7"/>
    <p:sldLayoutId id="2147483732" r:id="rId8"/>
    <p:sldLayoutId id="2147483755" r:id="rId9"/>
    <p:sldLayoutId id="2147483800" r:id="rId10"/>
    <p:sldLayoutId id="2147483803" r:id="rId11"/>
    <p:sldLayoutId id="2147483815" r:id="rId12"/>
    <p:sldLayoutId id="2147483772" r:id="rId13"/>
    <p:sldLayoutId id="2147483801" r:id="rId14"/>
    <p:sldLayoutId id="2147483804" r:id="rId15"/>
    <p:sldLayoutId id="2147483743" r:id="rId16"/>
    <p:sldLayoutId id="2147483814" r:id="rId17"/>
    <p:sldLayoutId id="2147483739" r:id="rId18"/>
    <p:sldLayoutId id="2147483806" r:id="rId19"/>
    <p:sldLayoutId id="2147483805" r:id="rId20"/>
    <p:sldLayoutId id="2147483767" r:id="rId21"/>
    <p:sldLayoutId id="2147483816" r:id="rId22"/>
    <p:sldLayoutId id="2147483807" r:id="rId23"/>
    <p:sldLayoutId id="2147483810" r:id="rId24"/>
    <p:sldLayoutId id="2147483809" r:id="rId25"/>
    <p:sldLayoutId id="2147483811" r:id="rId26"/>
    <p:sldLayoutId id="2147483812" r:id="rId27"/>
    <p:sldLayoutId id="2147483792" r:id="rId28"/>
    <p:sldLayoutId id="2147483751" r:id="rId2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34000" indent="-234000" algn="l" defTabSz="914400" rtl="0" eaLnBrk="1" latinLnBrk="0" hangingPunct="1">
        <a:lnSpc>
          <a:spcPct val="100000"/>
        </a:lnSpc>
        <a:spcBef>
          <a:spcPts val="600"/>
        </a:spcBef>
        <a:spcAft>
          <a:spcPts val="300"/>
        </a:spcAft>
        <a:buFont typeface="Arial" panose="020B0604020202020204" pitchFamily="34" charset="0"/>
        <a:buChar char="•"/>
        <a:defRPr sz="1800" kern="1200">
          <a:solidFill>
            <a:schemeClr val="accent2"/>
          </a:solidFill>
          <a:latin typeface="+mn-lt"/>
          <a:ea typeface="+mn-ea"/>
          <a:cs typeface="+mn-cs"/>
        </a:defRPr>
      </a:lvl1pPr>
      <a:lvl2pPr marL="468000" indent="-234000" algn="l" defTabSz="914400" rtl="0" eaLnBrk="1" latinLnBrk="0" hangingPunct="1">
        <a:lnSpc>
          <a:spcPct val="100000"/>
        </a:lnSpc>
        <a:spcBef>
          <a:spcPts val="600"/>
        </a:spcBef>
        <a:spcAft>
          <a:spcPts val="300"/>
        </a:spcAft>
        <a:buFont typeface="Arial" panose="020B0604020202020204" pitchFamily="34" charset="0"/>
        <a:buChar char="•"/>
        <a:defRPr sz="18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702000" indent="-234000" algn="l" defTabSz="914400" rtl="0" eaLnBrk="1" latinLnBrk="0" hangingPunct="1">
        <a:lnSpc>
          <a:spcPct val="100000"/>
        </a:lnSpc>
        <a:spcBef>
          <a:spcPts val="600"/>
        </a:spcBef>
        <a:spcAft>
          <a:spcPts val="300"/>
        </a:spcAft>
        <a:buFont typeface="Arial" panose="020B0604020202020204" pitchFamily="34" charset="0"/>
        <a:buChar char="•"/>
        <a:defRPr sz="1800" kern="1200">
          <a:solidFill>
            <a:schemeClr val="accent2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300"/>
        </a:spcAft>
        <a:buFont typeface="Arial" panose="020B0604020202020204" pitchFamily="34" charset="0"/>
        <a:buChar char="​"/>
        <a:defRPr sz="2000" b="1" kern="1200" cap="all" baseline="0">
          <a:solidFill>
            <a:schemeClr val="accent2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300"/>
        </a:spcAft>
        <a:buFont typeface="Arial" panose="020B0604020202020204" pitchFamily="34" charset="0"/>
        <a:buChar char="​"/>
        <a:tabLst/>
        <a:defRPr sz="1800" kern="1200">
          <a:solidFill>
            <a:schemeClr val="accent2"/>
          </a:solidFill>
          <a:latin typeface="+mn-lt"/>
          <a:ea typeface="+mn-ea"/>
          <a:cs typeface="+mn-cs"/>
        </a:defRPr>
      </a:lvl5pPr>
      <a:lvl6pPr marL="180000" indent="-180000" algn="l" defTabSz="914400" rtl="0" eaLnBrk="1" latinLnBrk="0" hangingPunct="1">
        <a:lnSpc>
          <a:spcPct val="100000"/>
        </a:lnSpc>
        <a:spcBef>
          <a:spcPts val="600"/>
        </a:spcBef>
        <a:spcAft>
          <a:spcPts val="300"/>
        </a:spcAft>
        <a:buFont typeface="Arial" panose="020B0604020202020204" pitchFamily="34" charset="0"/>
        <a:buChar char="•"/>
        <a:defRPr sz="1200" kern="1200">
          <a:solidFill>
            <a:schemeClr val="accent2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300"/>
        </a:spcAft>
        <a:buFont typeface="Arial" panose="020B0604020202020204" pitchFamily="34" charset="0"/>
        <a:buChar char="​"/>
        <a:defRPr sz="1400" b="1" kern="1200" cap="all" baseline="0">
          <a:solidFill>
            <a:schemeClr val="accent2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300"/>
        </a:spcAft>
        <a:buFont typeface="Arial" panose="020B0604020202020204" pitchFamily="34" charset="0"/>
        <a:buChar char="​"/>
        <a:defRPr sz="1200" kern="1200">
          <a:solidFill>
            <a:schemeClr val="accent2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1000"/>
        </a:spcBef>
        <a:spcAft>
          <a:spcPts val="1000"/>
        </a:spcAft>
        <a:buFont typeface="Arial" panose="020B0604020202020204" pitchFamily="34" charset="0"/>
        <a:buChar char="​"/>
        <a:defRPr sz="5400" b="1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76" userDrawn="1">
          <p15:clr>
            <a:srgbClr val="F26B43"/>
          </p15:clr>
        </p15:guide>
        <p15:guide id="2" pos="889" userDrawn="1">
          <p15:clr>
            <a:srgbClr val="F26B43"/>
          </p15:clr>
        </p15:guide>
        <p15:guide id="3" orient="horz" pos="288" userDrawn="1">
          <p15:clr>
            <a:srgbClr val="F26B43"/>
          </p15:clr>
        </p15:guide>
        <p15:guide id="4" orient="horz" pos="4032" userDrawn="1">
          <p15:clr>
            <a:srgbClr val="F26B43"/>
          </p15:clr>
        </p15:guide>
        <p15:guide id="5" pos="287" userDrawn="1">
          <p15:clr>
            <a:srgbClr val="F26B43"/>
          </p15:clr>
        </p15:guide>
        <p15:guide id="6" pos="7391" userDrawn="1">
          <p15:clr>
            <a:srgbClr val="F26B43"/>
          </p15:clr>
        </p15:guide>
        <p15:guide id="7" pos="1377" userDrawn="1">
          <p15:clr>
            <a:srgbClr val="F26B43"/>
          </p15:clr>
        </p15:guide>
        <p15:guide id="8" pos="1490" userDrawn="1">
          <p15:clr>
            <a:srgbClr val="F26B43"/>
          </p15:clr>
        </p15:guide>
        <p15:guide id="9" pos="1978" userDrawn="1">
          <p15:clr>
            <a:srgbClr val="F26B43"/>
          </p15:clr>
        </p15:guide>
        <p15:guide id="10" pos="2092" userDrawn="1">
          <p15:clr>
            <a:srgbClr val="F26B43"/>
          </p15:clr>
        </p15:guide>
        <p15:guide id="11" pos="2580" userDrawn="1">
          <p15:clr>
            <a:srgbClr val="F26B43"/>
          </p15:clr>
        </p15:guide>
        <p15:guide id="12" pos="2693" userDrawn="1">
          <p15:clr>
            <a:srgbClr val="F26B43"/>
          </p15:clr>
        </p15:guide>
        <p15:guide id="13" pos="3181" userDrawn="1">
          <p15:clr>
            <a:srgbClr val="F26B43"/>
          </p15:clr>
        </p15:guide>
        <p15:guide id="14" pos="3295" userDrawn="1">
          <p15:clr>
            <a:srgbClr val="F26B43"/>
          </p15:clr>
        </p15:guide>
        <p15:guide id="15" pos="3783" userDrawn="1">
          <p15:clr>
            <a:srgbClr val="F26B43"/>
          </p15:clr>
        </p15:guide>
        <p15:guide id="16" pos="3896" userDrawn="1">
          <p15:clr>
            <a:srgbClr val="F26B43"/>
          </p15:clr>
        </p15:guide>
        <p15:guide id="17" pos="4384" userDrawn="1">
          <p15:clr>
            <a:srgbClr val="F26B43"/>
          </p15:clr>
        </p15:guide>
        <p15:guide id="18" pos="4498" userDrawn="1">
          <p15:clr>
            <a:srgbClr val="F26B43"/>
          </p15:clr>
        </p15:guide>
        <p15:guide id="19" pos="4986" userDrawn="1">
          <p15:clr>
            <a:srgbClr val="F26B43"/>
          </p15:clr>
        </p15:guide>
        <p15:guide id="20" pos="5099" userDrawn="1">
          <p15:clr>
            <a:srgbClr val="F26B43"/>
          </p15:clr>
        </p15:guide>
        <p15:guide id="21" pos="5587" userDrawn="1">
          <p15:clr>
            <a:srgbClr val="F26B43"/>
          </p15:clr>
        </p15:guide>
        <p15:guide id="22" pos="5701" userDrawn="1">
          <p15:clr>
            <a:srgbClr val="F26B43"/>
          </p15:clr>
        </p15:guide>
        <p15:guide id="23" pos="6189" userDrawn="1">
          <p15:clr>
            <a:srgbClr val="F26B43"/>
          </p15:clr>
        </p15:guide>
        <p15:guide id="24" pos="6302" userDrawn="1">
          <p15:clr>
            <a:srgbClr val="F26B43"/>
          </p15:clr>
        </p15:guide>
        <p15:guide id="25" pos="6790" userDrawn="1">
          <p15:clr>
            <a:srgbClr val="F26B43"/>
          </p15:clr>
        </p15:guide>
        <p15:guide id="26" pos="690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7.xml"/><Relationship Id="rId1" Type="http://schemas.openxmlformats.org/officeDocument/2006/relationships/customXml" Target="../../customXml/item6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customXml" Target="../../customXml/item9.xml"/><Relationship Id="rId1" Type="http://schemas.openxmlformats.org/officeDocument/2006/relationships/customXml" Target="../../customXml/item8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A7EE3063-0308-2DD5-3C3B-A38FCA32D7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638800"/>
            <a:ext cx="7002000" cy="1286506"/>
          </a:xfrm>
        </p:spPr>
        <p:txBody>
          <a:bodyPr/>
          <a:lstStyle/>
          <a:p>
            <a:r>
              <a:rPr lang="en-US" dirty="0">
                <a:cs typeface="Arial"/>
              </a:rPr>
              <a:t>Tech Refresher – Frontend/UI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D4EE1D-FB04-DECE-9F42-22DA4C231E5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5732AD-EA4E-B14E-A59E-A855D13EFB8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5B59C3-93FB-E327-2C2C-0475F43A942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DB7EA5D-DE3C-BBDC-370A-88A37FC67AA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IN" dirty="0">
                <a:cs typeface="Arial"/>
              </a:rPr>
              <a:t>Prakash U B S</a:t>
            </a:r>
            <a:endParaRPr lang="en-IN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364582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179"/>
    </mc:Choice>
    <mc:Fallback xmlns="">
      <p:transition spd="slow" advTm="5017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9F3EB-8E20-2B34-FD04-0F57C8E88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11728"/>
            <a:ext cx="7956000" cy="496800"/>
          </a:xfrm>
        </p:spPr>
        <p:txBody>
          <a:bodyPr/>
          <a:lstStyle/>
          <a:p>
            <a:r>
              <a:rPr lang="en-IN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C1672A-2460-B997-8747-7A52919906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27976" y="1324272"/>
            <a:ext cx="10052823" cy="3650400"/>
          </a:xfrm>
        </p:spPr>
        <p:txBody>
          <a:bodyPr/>
          <a:lstStyle/>
          <a:p>
            <a:r>
              <a:rPr lang="en-IN"/>
              <a:t>Technology / Domian / Topic Overview (What/Why/Where it is used)</a:t>
            </a:r>
          </a:p>
          <a:p>
            <a:endParaRPr lang="en-IN"/>
          </a:p>
          <a:p>
            <a:r>
              <a:rPr lang="en-IN"/>
              <a:t>Basics / Foundation</a:t>
            </a:r>
          </a:p>
          <a:p>
            <a:endParaRPr lang="en-IN"/>
          </a:p>
          <a:p>
            <a:pPr>
              <a:buNone/>
            </a:pPr>
            <a:r>
              <a:rPr lang="en-IN"/>
              <a:t>Core Concepts</a:t>
            </a:r>
          </a:p>
          <a:p>
            <a:endParaRPr lang="en-IN"/>
          </a:p>
          <a:p>
            <a:r>
              <a:rPr lang="en-IN"/>
              <a:t>Ferguson Context</a:t>
            </a:r>
          </a:p>
          <a:p>
            <a:endParaRPr lang="en-IN"/>
          </a:p>
          <a:p>
            <a:r>
              <a:rPr lang="en-IN"/>
              <a:t>AI Leverage &amp; Best Practises</a:t>
            </a:r>
          </a:p>
          <a:p>
            <a:endParaRPr lang="en-IN"/>
          </a:p>
          <a:p>
            <a:r>
              <a:rPr lang="en-IN"/>
              <a:t>Hands-on Exercises</a:t>
            </a:r>
          </a:p>
          <a:p>
            <a:pPr>
              <a:buNone/>
            </a:pP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7BCA4B-B7CB-1537-B38C-3C922585DBC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14400" y="1324272"/>
            <a:ext cx="396000" cy="3650400"/>
          </a:xfrm>
        </p:spPr>
        <p:txBody>
          <a:bodyPr/>
          <a:lstStyle/>
          <a:p>
            <a:r>
              <a:rPr lang="en-IN"/>
              <a:t>01</a:t>
            </a:r>
          </a:p>
          <a:p>
            <a:endParaRPr lang="en-IN"/>
          </a:p>
          <a:p>
            <a:r>
              <a:rPr lang="en-IN"/>
              <a:t>02</a:t>
            </a:r>
          </a:p>
          <a:p>
            <a:endParaRPr lang="en-IN"/>
          </a:p>
          <a:p>
            <a:r>
              <a:rPr lang="en-IN"/>
              <a:t>03</a:t>
            </a:r>
          </a:p>
          <a:p>
            <a:endParaRPr lang="en-IN"/>
          </a:p>
          <a:p>
            <a:r>
              <a:rPr lang="en-IN"/>
              <a:t>04</a:t>
            </a:r>
          </a:p>
          <a:p>
            <a:endParaRPr lang="en-IN"/>
          </a:p>
          <a:p>
            <a:r>
              <a:rPr lang="en-IN"/>
              <a:t>05</a:t>
            </a:r>
          </a:p>
          <a:p>
            <a:endParaRPr lang="en-IN"/>
          </a:p>
          <a:p>
            <a:r>
              <a:rPr lang="en-IN"/>
              <a:t>06</a:t>
            </a:r>
          </a:p>
          <a:p>
            <a:endParaRPr lang="en-IN"/>
          </a:p>
          <a:p>
            <a:pPr>
              <a:buNone/>
            </a:pP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41EB78-731C-E59B-0545-89BE99631FEF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t>9/2/2026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E42E49-6F72-2F35-2D2C-AE22208B241F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619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04E56B-AC78-75A0-19F6-CD8D364C492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86E08D24-9AFA-434C-9914-D4EE76D7A6F1}" type="datetime1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22BC18-A371-C031-0AD3-7699BDD5270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7EE3AB-F54F-C75E-4099-A57D611CA3C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DE5C19D-9118-18B0-C95D-E87DE6FBB1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1717200"/>
            <a:ext cx="7956000" cy="643253"/>
          </a:xfrm>
        </p:spPr>
        <p:txBody>
          <a:bodyPr/>
          <a:lstStyle/>
          <a:p>
            <a:r>
              <a:rPr lang="en-US"/>
              <a:t>Trainer Quick Intro</a:t>
            </a:r>
          </a:p>
        </p:txBody>
      </p:sp>
    </p:spTree>
    <p:extLst>
      <p:ext uri="{BB962C8B-B14F-4D97-AF65-F5344CB8AC3E}">
        <p14:creationId xmlns:p14="http://schemas.microsoft.com/office/powerpoint/2010/main" val="3370405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158"/>
    </mc:Choice>
    <mc:Fallback xmlns="">
      <p:transition spd="slow" advTm="18158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55414-6C68-293E-C380-0A47C2535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177" y="533230"/>
            <a:ext cx="11277600" cy="658370"/>
          </a:xfrm>
        </p:spPr>
        <p:txBody>
          <a:bodyPr/>
          <a:lstStyle/>
          <a:p>
            <a:r>
              <a:rPr lang="en-IN"/>
              <a:t>U B S Prakash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56EAD-C637-171F-B0B8-23C5158FD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2054772"/>
            <a:ext cx="11277600" cy="3708828"/>
          </a:xfrm>
        </p:spPr>
        <p:txBody>
          <a:bodyPr/>
          <a:lstStyle/>
          <a:p>
            <a:r>
              <a:rPr lang="en-IN" b="1">
                <a:solidFill>
                  <a:schemeClr val="accent3">
                    <a:lumMod val="50000"/>
                  </a:schemeClr>
                </a:solidFill>
              </a:rPr>
              <a:t>Lead Software Engineer | Salesforce &amp; React Engineer</a:t>
            </a:r>
            <a:endParaRPr lang="en-IN">
              <a:solidFill>
                <a:schemeClr val="accent3">
                  <a:lumMod val="50000"/>
                </a:schemeClr>
              </a:solidFill>
            </a:endParaRPr>
          </a:p>
          <a:p>
            <a:r>
              <a:rPr lang="en-IN">
                <a:solidFill>
                  <a:schemeClr val="accent3">
                    <a:lumMod val="50000"/>
                  </a:schemeClr>
                </a:solidFill>
              </a:rPr>
              <a:t>🚀 </a:t>
            </a:r>
            <a:r>
              <a:rPr lang="en-IN" b="1">
                <a:solidFill>
                  <a:schemeClr val="accent3">
                    <a:lumMod val="50000"/>
                  </a:schemeClr>
                </a:solidFill>
              </a:rPr>
              <a:t>11+ Years in Software Engineering</a:t>
            </a:r>
            <a:endParaRPr lang="en-IN">
              <a:solidFill>
                <a:schemeClr val="accent3">
                  <a:lumMod val="50000"/>
                </a:schemeClr>
              </a:solidFill>
            </a:endParaRPr>
          </a:p>
          <a:p>
            <a:r>
              <a:rPr lang="en-IN" b="1">
                <a:solidFill>
                  <a:schemeClr val="accent3">
                    <a:lumMod val="50000"/>
                  </a:schemeClr>
                </a:solidFill>
              </a:rPr>
              <a:t>My Journey</a:t>
            </a:r>
            <a:endParaRPr lang="en-IN">
              <a:solidFill>
                <a:schemeClr val="accent3">
                  <a:lumMod val="50000"/>
                </a:schemeClr>
              </a:solidFill>
            </a:endParaRPr>
          </a:p>
          <a:p>
            <a:pPr lvl="0"/>
            <a:r>
              <a:rPr lang="en-IN">
                <a:solidFill>
                  <a:schemeClr val="accent3">
                    <a:lumMod val="50000"/>
                  </a:schemeClr>
                </a:solidFill>
              </a:rPr>
              <a:t>💻 </a:t>
            </a:r>
            <a:r>
              <a:rPr lang="en-IN" b="1">
                <a:solidFill>
                  <a:schemeClr val="accent3">
                    <a:lumMod val="50000"/>
                  </a:schemeClr>
                </a:solidFill>
              </a:rPr>
              <a:t>Web Development</a:t>
            </a:r>
            <a:r>
              <a:rPr lang="en-IN">
                <a:solidFill>
                  <a:schemeClr val="accent3">
                    <a:lumMod val="50000"/>
                  </a:schemeClr>
                </a:solidFill>
              </a:rPr>
              <a:t> — 11+ years building enterprise applications</a:t>
            </a:r>
          </a:p>
          <a:p>
            <a:pPr lvl="0"/>
            <a:r>
              <a:rPr lang="en-IN">
                <a:solidFill>
                  <a:schemeClr val="accent3">
                    <a:lumMod val="50000"/>
                  </a:schemeClr>
                </a:solidFill>
              </a:rPr>
              <a:t>⚛️ </a:t>
            </a:r>
            <a:r>
              <a:rPr lang="en-IN" b="1">
                <a:solidFill>
                  <a:schemeClr val="accent3">
                    <a:lumMod val="50000"/>
                  </a:schemeClr>
                </a:solidFill>
              </a:rPr>
              <a:t>Frontend Engineering</a:t>
            </a:r>
            <a:r>
              <a:rPr lang="en-IN">
                <a:solidFill>
                  <a:schemeClr val="accent3">
                    <a:lumMod val="50000"/>
                  </a:schemeClr>
                </a:solidFill>
              </a:rPr>
              <a:t> — Strong experience with </a:t>
            </a:r>
            <a:r>
              <a:rPr lang="en-IN" b="1">
                <a:solidFill>
                  <a:schemeClr val="accent3">
                    <a:lumMod val="50000"/>
                  </a:schemeClr>
                </a:solidFill>
              </a:rPr>
              <a:t>Angular, React &amp; TypeScript</a:t>
            </a:r>
            <a:endParaRPr lang="en-IN">
              <a:solidFill>
                <a:schemeClr val="accent3">
                  <a:lumMod val="50000"/>
                </a:schemeClr>
              </a:solidFill>
            </a:endParaRPr>
          </a:p>
          <a:p>
            <a:pPr lvl="0"/>
            <a:r>
              <a:rPr lang="en-IN">
                <a:solidFill>
                  <a:schemeClr val="accent3">
                    <a:lumMod val="50000"/>
                  </a:schemeClr>
                </a:solidFill>
              </a:rPr>
              <a:t>🏦 </a:t>
            </a:r>
            <a:r>
              <a:rPr lang="en-IN" b="1">
                <a:solidFill>
                  <a:schemeClr val="accent3">
                    <a:lumMod val="50000"/>
                  </a:schemeClr>
                </a:solidFill>
              </a:rPr>
              <a:t>Banking Domain</a:t>
            </a:r>
            <a:r>
              <a:rPr lang="en-IN">
                <a:solidFill>
                  <a:schemeClr val="accent3">
                    <a:lumMod val="50000"/>
                  </a:schemeClr>
                </a:solidFill>
              </a:rPr>
              <a:t> — Built and worked on large-scale banking applications</a:t>
            </a:r>
          </a:p>
          <a:p>
            <a:pPr lvl="0"/>
            <a:r>
              <a:rPr lang="en-IN">
                <a:solidFill>
                  <a:schemeClr val="accent3">
                    <a:lumMod val="50000"/>
                  </a:schemeClr>
                </a:solidFill>
              </a:rPr>
              <a:t>☁️ </a:t>
            </a:r>
            <a:r>
              <a:rPr lang="en-IN" b="1">
                <a:solidFill>
                  <a:schemeClr val="accent3">
                    <a:lumMod val="50000"/>
                  </a:schemeClr>
                </a:solidFill>
              </a:rPr>
              <a:t>Salesforce</a:t>
            </a:r>
            <a:r>
              <a:rPr lang="en-IN">
                <a:solidFill>
                  <a:schemeClr val="accent3">
                    <a:lumMod val="50000"/>
                  </a:schemeClr>
                </a:solidFill>
              </a:rPr>
              <a:t> — Currently working extensively with Salesforce development</a:t>
            </a:r>
          </a:p>
          <a:p>
            <a:pPr lvl="0"/>
            <a:r>
              <a:rPr lang="en-IN">
                <a:solidFill>
                  <a:schemeClr val="accent3">
                    <a:lumMod val="50000"/>
                  </a:schemeClr>
                </a:solidFill>
              </a:rPr>
              <a:t>🏢 </a:t>
            </a:r>
            <a:r>
              <a:rPr lang="en-IN" b="1">
                <a:solidFill>
                  <a:schemeClr val="accent3">
                    <a:lumMod val="50000"/>
                  </a:schemeClr>
                </a:solidFill>
              </a:rPr>
              <a:t>Ferguson</a:t>
            </a:r>
            <a:r>
              <a:rPr lang="en-IN">
                <a:solidFill>
                  <a:schemeClr val="accent3">
                    <a:lumMod val="50000"/>
                  </a:schemeClr>
                </a:solidFill>
              </a:rPr>
              <a:t> — </a:t>
            </a:r>
            <a:r>
              <a:rPr lang="en-IN" b="1">
                <a:solidFill>
                  <a:schemeClr val="accent3">
                    <a:lumMod val="50000"/>
                  </a:schemeClr>
                </a:solidFill>
              </a:rPr>
              <a:t>1.5+ years</a:t>
            </a:r>
            <a:r>
              <a:rPr lang="en-IN">
                <a:solidFill>
                  <a:schemeClr val="accent3">
                    <a:lumMod val="50000"/>
                  </a:schemeClr>
                </a:solidFill>
              </a:rPr>
              <a:t> as a Lead Salesforce &amp; React Engineer</a:t>
            </a:r>
          </a:p>
          <a:p>
            <a:pPr marL="0" indent="0">
              <a:buNone/>
            </a:pPr>
            <a:endParaRPr lang="en-IN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C1FB97-4E88-D45C-87AA-5F0385432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D4F3D9-0F5D-2D72-7FD6-C2B6543CA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E0C25-3140-4A2E-92AD-AEF235DC4E58}" type="datetime1">
              <a:rPr lang="en-US" smtClean="0"/>
              <a:t>9/2/2026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712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0F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178040" y="5212080"/>
            <a:ext cx="475488" cy="109728"/>
          </a:xfrm>
          <a:prstGeom prst="rect">
            <a:avLst/>
          </a:prstGeom>
          <a:solidFill>
            <a:srgbClr val="2A3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36408" y="4956048"/>
            <a:ext cx="475488" cy="109728"/>
          </a:xfrm>
          <a:prstGeom prst="rect">
            <a:avLst/>
          </a:prstGeom>
          <a:solidFill>
            <a:srgbClr val="2A3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494776" y="4700016"/>
            <a:ext cx="475488" cy="109728"/>
          </a:xfrm>
          <a:prstGeom prst="rect">
            <a:avLst/>
          </a:prstGeom>
          <a:solidFill>
            <a:srgbClr val="2A3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53144" y="4443984"/>
            <a:ext cx="475488" cy="109728"/>
          </a:xfrm>
          <a:prstGeom prst="rect">
            <a:avLst/>
          </a:prstGeom>
          <a:solidFill>
            <a:srgbClr val="2A3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811512" y="4187952"/>
            <a:ext cx="475488" cy="109728"/>
          </a:xfrm>
          <a:prstGeom prst="rect">
            <a:avLst/>
          </a:prstGeom>
          <a:solidFill>
            <a:srgbClr val="2A3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469880" y="3931920"/>
            <a:ext cx="475488" cy="109728"/>
          </a:xfrm>
          <a:prstGeom prst="rect">
            <a:avLst/>
          </a:prstGeom>
          <a:solidFill>
            <a:srgbClr val="2A3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128248" y="3675887"/>
            <a:ext cx="475488" cy="109728"/>
          </a:xfrm>
          <a:prstGeom prst="rect">
            <a:avLst/>
          </a:prstGeom>
          <a:solidFill>
            <a:srgbClr val="2A3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658368"/>
            <a:ext cx="2743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>
                <a:solidFill>
                  <a:srgbClr val="34D3EB"/>
                </a:solidFill>
                <a:latin typeface="Aptos"/>
              </a:rPr>
              <a:t>TECH REFRESHER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057400"/>
            <a:ext cx="5669280" cy="6832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lang="en-IN" sz="4200" b="1">
                <a:solidFill>
                  <a:srgbClr val="FFA64A"/>
                </a:solidFill>
                <a:latin typeface="Aptos"/>
              </a:rPr>
              <a:t>Frontend/UI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063240"/>
            <a:ext cx="53949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0">
                <a:solidFill>
                  <a:srgbClr val="A4B4C9"/>
                </a:solidFill>
                <a:latin typeface="Aptos"/>
              </a:rPr>
              <a:t>HTML • CSS • TypeScript • React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794760"/>
            <a:ext cx="5303520" cy="640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900" b="0">
                <a:latin typeface="Aptos"/>
              </a:rPr>
              <a:t>A practical bridge from knowing concepts → building software</a:t>
            </a:r>
          </a:p>
        </p:txBody>
      </p:sp>
      <p:sp>
        <p:nvSpPr>
          <p:cNvPr id="15" name="Oval 14"/>
          <p:cNvSpPr/>
          <p:nvPr/>
        </p:nvSpPr>
        <p:spPr>
          <a:xfrm>
            <a:off x="8458200" y="1234440"/>
            <a:ext cx="1097280" cy="1097280"/>
          </a:xfrm>
          <a:prstGeom prst="ellipse">
            <a:avLst/>
          </a:prstGeom>
          <a:solidFill>
            <a:srgbClr val="34D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58200" y="1252728"/>
            <a:ext cx="1097280" cy="10789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0A1220"/>
                </a:solidFill>
                <a:latin typeface="Aptos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423160"/>
            <a:ext cx="256032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>
                <a:solidFill>
                  <a:srgbClr val="34D3EB"/>
                </a:solidFill>
                <a:latin typeface="Aptos"/>
              </a:rPr>
              <a:t>STRUCTURE</a:t>
            </a:r>
          </a:p>
        </p:txBody>
      </p:sp>
      <p:sp>
        <p:nvSpPr>
          <p:cNvPr id="18" name="Oval 17"/>
          <p:cNvSpPr/>
          <p:nvPr/>
        </p:nvSpPr>
        <p:spPr>
          <a:xfrm>
            <a:off x="9921240" y="2743200"/>
            <a:ext cx="1097280" cy="1097280"/>
          </a:xfrm>
          <a:prstGeom prst="ellipse">
            <a:avLst/>
          </a:prstGeom>
          <a:solidFill>
            <a:srgbClr val="FF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921240" y="2761488"/>
            <a:ext cx="1097280" cy="10789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0A1220"/>
                </a:solidFill>
                <a:latin typeface="Aptos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60" y="3931920"/>
            <a:ext cx="20116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A64A"/>
                </a:solidFill>
                <a:latin typeface="Aptos"/>
              </a:rPr>
              <a:t>STYLE</a:t>
            </a:r>
          </a:p>
        </p:txBody>
      </p:sp>
      <p:sp>
        <p:nvSpPr>
          <p:cNvPr id="21" name="Oval 20"/>
          <p:cNvSpPr/>
          <p:nvPr/>
        </p:nvSpPr>
        <p:spPr>
          <a:xfrm>
            <a:off x="8092440" y="4343400"/>
            <a:ext cx="1097280" cy="1097280"/>
          </a:xfrm>
          <a:prstGeom prst="ellipse">
            <a:avLst/>
          </a:prstGeom>
          <a:solidFill>
            <a:srgbClr val="5CD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92440" y="4361688"/>
            <a:ext cx="1097280" cy="10789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0A1220"/>
                </a:solidFill>
                <a:latin typeface="Apto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5532120"/>
            <a:ext cx="219456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lang="en-IN" sz="1200" b="1">
                <a:solidFill>
                  <a:srgbClr val="5CDC9C"/>
                </a:solidFill>
                <a:latin typeface="Aptos"/>
              </a:rPr>
              <a:t>Model</a:t>
            </a:r>
            <a:endParaRPr sz="1200" b="1">
              <a:solidFill>
                <a:srgbClr val="5CDC9C"/>
              </a:solidFill>
              <a:latin typeface="Apto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94360" y="6382512"/>
            <a:ext cx="10972800" cy="10972"/>
          </a:xfrm>
          <a:prstGeom prst="rect">
            <a:avLst/>
          </a:prstGeom>
          <a:solidFill>
            <a:srgbClr val="2A3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609087885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>
                <a:solidFill>
                  <a:srgbClr val="34D3EB"/>
                </a:solidFill>
                <a:latin typeface="Aptos"/>
              </a:rPr>
              <a:t>THE BRIDGE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48320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900" b="1">
                <a:latin typeface="Aptos"/>
              </a:rPr>
              <a:t>What changes when you enter a real team?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34440"/>
            <a:ext cx="1051560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>
                <a:solidFill>
                  <a:srgbClr val="A4B4C9"/>
                </a:solidFill>
                <a:latin typeface="Aptos"/>
              </a:rPr>
              <a:t>The syntax is only the starting point.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457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00" b="1">
                <a:solidFill>
                  <a:srgbClr val="A4B4C9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5074920" cy="3383280"/>
          </a:xfrm>
          <a:prstGeom prst="roundRect">
            <a:avLst/>
          </a:prstGeom>
          <a:solidFill>
            <a:srgbClr val="121E32"/>
          </a:solidFill>
          <a:ln>
            <a:solidFill>
              <a:srgbClr val="2A3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438912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400" b="1">
                <a:solidFill>
                  <a:srgbClr val="FFA64A"/>
                </a:solidFill>
                <a:latin typeface="Aptos"/>
              </a:rPr>
              <a:t>College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43200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4F7FB"/>
                </a:solidFill>
                <a:latin typeface="Aptos"/>
              </a:defRPr>
            </a:pPr>
            <a:r>
              <a:t>• Solve the problem</a:t>
            </a:r>
          </a:p>
          <a:p>
            <a:pPr>
              <a:spcAft>
                <a:spcPts val="800"/>
              </a:spcAft>
              <a:defRPr sz="1700">
                <a:solidFill>
                  <a:srgbClr val="F4F7FB"/>
                </a:solidFill>
                <a:latin typeface="Aptos"/>
              </a:defRPr>
            </a:pPr>
            <a:r>
              <a:t>• Make it work</a:t>
            </a:r>
          </a:p>
          <a:p>
            <a:pPr>
              <a:spcAft>
                <a:spcPts val="800"/>
              </a:spcAft>
              <a:defRPr sz="1700">
                <a:solidFill>
                  <a:srgbClr val="F4F7FB"/>
                </a:solidFill>
                <a:latin typeface="Aptos"/>
              </a:defRPr>
            </a:pPr>
            <a:r>
              <a:t>• Individual ownership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1874519"/>
            <a:ext cx="5074920" cy="3383280"/>
          </a:xfrm>
          <a:prstGeom prst="roundRect">
            <a:avLst/>
          </a:prstGeom>
          <a:solidFill>
            <a:srgbClr val="121E32"/>
          </a:solidFill>
          <a:ln>
            <a:solidFill>
              <a:srgbClr val="2A3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79" y="2148840"/>
            <a:ext cx="438912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400" b="1">
                <a:solidFill>
                  <a:srgbClr val="34D3EB"/>
                </a:solidFill>
                <a:latin typeface="Aptos"/>
              </a:rPr>
              <a:t>Corporate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399" y="2743200"/>
            <a:ext cx="4389120" cy="1082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4F7FB"/>
                </a:solidFill>
                <a:latin typeface="Aptos"/>
              </a:defRPr>
            </a:pPr>
            <a:r>
              <a:t>• Understand</a:t>
            </a:r>
            <a:r>
              <a:rPr lang="en-IN" err="1"/>
              <a:t>ing</a:t>
            </a:r>
            <a:r>
              <a:rPr lang="en-IN"/>
              <a:t> the business requirement</a:t>
            </a:r>
            <a:endParaRPr/>
          </a:p>
          <a:p>
            <a:pPr>
              <a:spcAft>
                <a:spcPts val="800"/>
              </a:spcAft>
              <a:defRPr sz="1700">
                <a:solidFill>
                  <a:srgbClr val="F4F7FB"/>
                </a:solidFill>
                <a:latin typeface="Aptos"/>
              </a:defRPr>
            </a:pPr>
            <a:r>
              <a:t>• Make it maintainable</a:t>
            </a:r>
            <a:r>
              <a:rPr lang="en-IN"/>
              <a:t> and scalable</a:t>
            </a:r>
            <a:endParaRPr/>
          </a:p>
          <a:p>
            <a:pPr>
              <a:spcAft>
                <a:spcPts val="800"/>
              </a:spcAft>
              <a:defRPr sz="1700">
                <a:solidFill>
                  <a:srgbClr val="F4F7FB"/>
                </a:solidFill>
                <a:latin typeface="Aptos"/>
              </a:defRPr>
            </a:pPr>
            <a:r>
              <a:t>• </a:t>
            </a:r>
            <a:r>
              <a:rPr lang="en-IN"/>
              <a:t>Team Collaboration</a:t>
            </a:r>
            <a:endParaRPr/>
          </a:p>
        </p:txBody>
      </p:sp>
      <p:cxnSp>
        <p:nvCxnSpPr>
          <p:cNvPr id="12" name="Connector 11"/>
          <p:cNvCxnSpPr/>
          <p:nvPr/>
        </p:nvCxnSpPr>
        <p:spPr>
          <a:xfrm>
            <a:off x="5669280" y="3520440"/>
            <a:ext cx="822960" cy="0"/>
          </a:xfrm>
          <a:prstGeom prst="line">
            <a:avLst/>
          </a:prstGeom>
          <a:ln w="31750">
            <a:solidFill>
              <a:srgbClr val="34D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594360" y="6382512"/>
            <a:ext cx="10972800" cy="10972"/>
          </a:xfrm>
          <a:prstGeom prst="rect">
            <a:avLst/>
          </a:prstGeom>
          <a:solidFill>
            <a:srgbClr val="2A3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02920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>
                <a:latin typeface="Aptos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48320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lang="en-IN" sz="2900" b="1">
                <a:latin typeface="Aptos"/>
              </a:rPr>
              <a:t>Frontend Stack</a:t>
            </a:r>
            <a:endParaRPr sz="2900" b="1"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09960" y="347472"/>
            <a:ext cx="45720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00" b="1">
                <a:latin typeface="Aptos"/>
              </a:rPr>
              <a:t>03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965960"/>
            <a:ext cx="658368" cy="658368"/>
          </a:xfrm>
          <a:prstGeom prst="ellipse">
            <a:avLst/>
          </a:prstGeom>
          <a:solidFill>
            <a:srgbClr val="34D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2170405"/>
            <a:ext cx="658368" cy="26776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500" b="1">
                <a:latin typeface="Aptos"/>
              </a:rPr>
              <a:t>01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17320" y="2295144"/>
            <a:ext cx="1344168" cy="0"/>
          </a:xfrm>
          <a:prstGeom prst="line">
            <a:avLst/>
          </a:prstGeom>
          <a:ln w="20320">
            <a:solidFill>
              <a:srgbClr val="2A3D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2834640"/>
            <a:ext cx="1737360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000" b="1">
                <a:latin typeface="Aptos"/>
              </a:rPr>
              <a:t>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1737360" cy="2369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>
                <a:latin typeface="Aptos"/>
              </a:rPr>
              <a:t>Structure</a:t>
            </a:r>
          </a:p>
        </p:txBody>
      </p:sp>
      <p:sp>
        <p:nvSpPr>
          <p:cNvPr id="10" name="Oval 9"/>
          <p:cNvSpPr/>
          <p:nvPr/>
        </p:nvSpPr>
        <p:spPr>
          <a:xfrm>
            <a:off x="2971800" y="1965960"/>
            <a:ext cx="658368" cy="658368"/>
          </a:xfrm>
          <a:prstGeom prst="ellipse">
            <a:avLst/>
          </a:prstGeom>
          <a:solidFill>
            <a:srgbClr val="FF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971800" y="2170405"/>
            <a:ext cx="658368" cy="26776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500" b="1">
                <a:latin typeface="Aptos"/>
              </a:rPr>
              <a:t>02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57600" y="2295144"/>
            <a:ext cx="1344168" cy="0"/>
          </a:xfrm>
          <a:prstGeom prst="line">
            <a:avLst/>
          </a:prstGeom>
          <a:ln w="20320">
            <a:solidFill>
              <a:srgbClr val="2A3D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880360" y="2834640"/>
            <a:ext cx="1737360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000" b="1">
                <a:latin typeface="Aptos"/>
              </a:rPr>
              <a:t>CSS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3246120"/>
            <a:ext cx="1737360" cy="2369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>
                <a:latin typeface="Aptos"/>
              </a:rPr>
              <a:t>Presentation</a:t>
            </a:r>
          </a:p>
        </p:txBody>
      </p:sp>
      <p:sp>
        <p:nvSpPr>
          <p:cNvPr id="15" name="Oval 14"/>
          <p:cNvSpPr/>
          <p:nvPr/>
        </p:nvSpPr>
        <p:spPr>
          <a:xfrm>
            <a:off x="5212080" y="1965960"/>
            <a:ext cx="658368" cy="658368"/>
          </a:xfrm>
          <a:prstGeom prst="ellipse">
            <a:avLst/>
          </a:prstGeom>
          <a:solidFill>
            <a:srgbClr val="A4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212080" y="2170405"/>
            <a:ext cx="658368" cy="26776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500" b="1">
                <a:latin typeface="Aptos"/>
              </a:rPr>
              <a:t>03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97880" y="2295144"/>
            <a:ext cx="1344168" cy="0"/>
          </a:xfrm>
          <a:prstGeom prst="line">
            <a:avLst/>
          </a:prstGeom>
          <a:ln w="20320">
            <a:solidFill>
              <a:srgbClr val="2A3D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120640" y="2834640"/>
            <a:ext cx="1737360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000" b="1">
                <a:latin typeface="Aptos"/>
              </a:rPr>
              <a:t>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3246120"/>
            <a:ext cx="1737360" cy="2369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lang="en-IN" sz="1300">
                <a:latin typeface="Aptos"/>
              </a:rPr>
              <a:t>Model</a:t>
            </a:r>
            <a:endParaRPr sz="1300" b="0">
              <a:latin typeface="Aptos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7452360" y="1965960"/>
            <a:ext cx="658368" cy="658368"/>
          </a:xfrm>
          <a:prstGeom prst="ellipse">
            <a:avLst/>
          </a:prstGeom>
          <a:solidFill>
            <a:srgbClr val="5CD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452360" y="2170405"/>
            <a:ext cx="658368" cy="26776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500" b="1">
                <a:latin typeface="Aptos"/>
              </a:rPr>
              <a:t>04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138160" y="2295144"/>
            <a:ext cx="1344168" cy="0"/>
          </a:xfrm>
          <a:prstGeom prst="line">
            <a:avLst/>
          </a:prstGeom>
          <a:ln w="20320">
            <a:solidFill>
              <a:srgbClr val="2A3D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360920" y="2834640"/>
            <a:ext cx="1737360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000" b="1">
                <a:latin typeface="Aptos"/>
              </a:rPr>
              <a:t>React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3246120"/>
            <a:ext cx="1737360" cy="2369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>
                <a:latin typeface="Aptos"/>
              </a:rPr>
              <a:t>Behaviour</a:t>
            </a:r>
          </a:p>
        </p:txBody>
      </p:sp>
      <p:sp>
        <p:nvSpPr>
          <p:cNvPr id="25" name="Oval 24"/>
          <p:cNvSpPr/>
          <p:nvPr/>
        </p:nvSpPr>
        <p:spPr>
          <a:xfrm>
            <a:off x="9692640" y="1965960"/>
            <a:ext cx="658368" cy="658368"/>
          </a:xfrm>
          <a:prstGeom prst="ellipse">
            <a:avLst/>
          </a:prstGeom>
          <a:solidFill>
            <a:srgbClr val="FF6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692640" y="2170405"/>
            <a:ext cx="658368" cy="26776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500" b="1">
                <a:latin typeface="Aptos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2834640"/>
            <a:ext cx="1737360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000" b="1">
                <a:latin typeface="Aptos"/>
              </a:rPr>
              <a:t>Debug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3246120"/>
            <a:ext cx="1737360" cy="2369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lang="en-IN" sz="1300">
                <a:latin typeface="Aptos"/>
              </a:rPr>
              <a:t>RCA</a:t>
            </a:r>
            <a:endParaRPr sz="1300" b="0">
              <a:latin typeface="Apto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594360" y="6382512"/>
            <a:ext cx="10972800" cy="10972"/>
          </a:xfrm>
          <a:prstGeom prst="rect">
            <a:avLst/>
          </a:prstGeom>
          <a:solidFill>
            <a:srgbClr val="2A3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58368"/>
            <a:ext cx="10607040" cy="92948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lang="en-IN" sz="2900" b="1">
                <a:latin typeface="Aptos"/>
              </a:rPr>
              <a:t>HTML</a:t>
            </a:r>
          </a:p>
          <a:p>
            <a:pPr algn="l"/>
            <a:endParaRPr sz="2900" b="1">
              <a:solidFill>
                <a:srgbClr val="F4F7FB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457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00" b="1">
                <a:solidFill>
                  <a:srgbClr val="A4B4C9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10789920" cy="3566160"/>
          </a:xfrm>
          <a:prstGeom prst="roundRect">
            <a:avLst/>
          </a:prstGeom>
          <a:solidFill>
            <a:srgbClr val="080E19"/>
          </a:solidFill>
          <a:ln>
            <a:solidFill>
              <a:srgbClr val="2A3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2057400"/>
            <a:ext cx="146304" cy="146304"/>
          </a:xfrm>
          <a:prstGeom prst="ellipse">
            <a:avLst/>
          </a:prstGeom>
          <a:solidFill>
            <a:srgbClr val="FF6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43000" y="2057400"/>
            <a:ext cx="146304" cy="146304"/>
          </a:xfrm>
          <a:prstGeom prst="ellipse">
            <a:avLst/>
          </a:prstGeom>
          <a:solidFill>
            <a:srgbClr val="FF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371600" y="2057400"/>
            <a:ext cx="146304" cy="146304"/>
          </a:xfrm>
          <a:prstGeom prst="ellipse">
            <a:avLst/>
          </a:prstGeom>
          <a:solidFill>
            <a:srgbClr val="5CD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97280" y="2743200"/>
            <a:ext cx="1920240" cy="594360"/>
          </a:xfrm>
          <a:prstGeom prst="roundRect">
            <a:avLst/>
          </a:prstGeom>
          <a:solidFill>
            <a:srgbClr val="172740"/>
          </a:solidFill>
          <a:ln>
            <a:solidFill>
              <a:srgbClr val="34D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2862072"/>
            <a:ext cx="19202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700" b="1">
                <a:solidFill>
                  <a:srgbClr val="34D3EB"/>
                </a:solidFill>
                <a:latin typeface="Aptos"/>
              </a:rPr>
              <a:t>&lt;main&gt;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63240" y="3035808"/>
            <a:ext cx="868680" cy="0"/>
          </a:xfrm>
          <a:prstGeom prst="line">
            <a:avLst/>
          </a:prstGeom>
          <a:ln w="20320">
            <a:solidFill>
              <a:srgbClr val="2A3D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977639" y="2331720"/>
            <a:ext cx="2011680" cy="566928"/>
          </a:xfrm>
          <a:prstGeom prst="roundRect">
            <a:avLst/>
          </a:prstGeom>
          <a:solidFill>
            <a:srgbClr val="172740"/>
          </a:solidFill>
          <a:ln>
            <a:solidFill>
              <a:srgbClr val="FFA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977639" y="2450591"/>
            <a:ext cx="20116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600" b="1">
                <a:solidFill>
                  <a:srgbClr val="FFA64A"/>
                </a:solidFill>
                <a:latin typeface="Aptos"/>
              </a:rPr>
              <a:t>&lt;header&gt;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80760" y="2615184"/>
            <a:ext cx="731520" cy="0"/>
          </a:xfrm>
          <a:prstGeom prst="line">
            <a:avLst/>
          </a:prstGeom>
          <a:ln w="17780">
            <a:solidFill>
              <a:srgbClr val="2A3D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903720" y="2450591"/>
            <a:ext cx="13716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0">
                <a:solidFill>
                  <a:srgbClr val="F4F7FB"/>
                </a:solidFill>
                <a:latin typeface="Aptos"/>
              </a:rPr>
              <a:t>content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77639" y="3200400"/>
            <a:ext cx="2011680" cy="566928"/>
          </a:xfrm>
          <a:prstGeom prst="roundRect">
            <a:avLst/>
          </a:prstGeom>
          <a:solidFill>
            <a:srgbClr val="172740"/>
          </a:solidFill>
          <a:ln>
            <a:solidFill>
              <a:srgbClr val="5CD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977639" y="3319272"/>
            <a:ext cx="20116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600" b="1">
                <a:solidFill>
                  <a:srgbClr val="5CDC9C"/>
                </a:solidFill>
                <a:latin typeface="Aptos"/>
              </a:rPr>
              <a:t>&lt;section&gt;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80760" y="3483864"/>
            <a:ext cx="731520" cy="0"/>
          </a:xfrm>
          <a:prstGeom prst="line">
            <a:avLst/>
          </a:prstGeom>
          <a:ln w="17780">
            <a:solidFill>
              <a:srgbClr val="2A3D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903720" y="3319272"/>
            <a:ext cx="13716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0">
                <a:solidFill>
                  <a:srgbClr val="F4F7FB"/>
                </a:solidFill>
                <a:latin typeface="Aptos"/>
              </a:rPr>
              <a:t>content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77639" y="4069079"/>
            <a:ext cx="2011680" cy="566928"/>
          </a:xfrm>
          <a:prstGeom prst="roundRect">
            <a:avLst/>
          </a:prstGeom>
          <a:solidFill>
            <a:srgbClr val="172740"/>
          </a:solidFill>
          <a:ln>
            <a:solidFill>
              <a:srgbClr val="A4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977639" y="4187951"/>
            <a:ext cx="20116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600" b="1">
                <a:solidFill>
                  <a:srgbClr val="A482FF"/>
                </a:solidFill>
                <a:latin typeface="Aptos"/>
              </a:rPr>
              <a:t>&lt;footer&gt;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80760" y="4352543"/>
            <a:ext cx="731520" cy="0"/>
          </a:xfrm>
          <a:prstGeom prst="line">
            <a:avLst/>
          </a:prstGeom>
          <a:ln w="17780">
            <a:solidFill>
              <a:srgbClr val="2A3D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903720" y="4187951"/>
            <a:ext cx="13716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0">
                <a:solidFill>
                  <a:srgbClr val="F4F7FB"/>
                </a:solidFill>
                <a:latin typeface="Aptos"/>
              </a:rPr>
              <a:t>content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9640" y="2834640"/>
            <a:ext cx="228600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000" b="1">
                <a:solidFill>
                  <a:srgbClr val="F4F7FB"/>
                </a:solidFill>
                <a:latin typeface="Aptos"/>
              </a:rPr>
              <a:t>HTML = structure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3310128"/>
            <a:ext cx="2560320" cy="7315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0">
                <a:solidFill>
                  <a:srgbClr val="A4B4C9"/>
                </a:solidFill>
                <a:latin typeface="Aptos"/>
              </a:rPr>
              <a:t>CSS = appearance
JS / React = behaviour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6382512"/>
            <a:ext cx="10972800" cy="10972"/>
          </a:xfrm>
          <a:prstGeom prst="rect">
            <a:avLst/>
          </a:prstGeom>
          <a:solidFill>
            <a:srgbClr val="2A3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>
                <a:solidFill>
                  <a:srgbClr val="34D3EB"/>
                </a:solidFill>
                <a:latin typeface="Aptos"/>
              </a:rPr>
              <a:t>HTML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48320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900" b="1">
                <a:latin typeface="Aptos"/>
              </a:rPr>
              <a:t>Semantic tags: give the page meaning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34440"/>
            <a:ext cx="10515600" cy="2523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>
                <a:solidFill>
                  <a:schemeClr val="accent1"/>
                </a:solidFill>
                <a:latin typeface="Aptos"/>
              </a:rPr>
              <a:t>Good HTML helps humans, browsers, search engines and assistive tech.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457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00" b="1">
                <a:solidFill>
                  <a:srgbClr val="A4B4C9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3337560" cy="1143000"/>
          </a:xfrm>
          <a:prstGeom prst="roundRect">
            <a:avLst/>
          </a:prstGeom>
          <a:solidFill>
            <a:srgbClr val="121E32"/>
          </a:solidFill>
          <a:ln>
            <a:solidFill>
              <a:srgbClr val="2A3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14400" y="2039112"/>
            <a:ext cx="1143000" cy="329184"/>
          </a:xfrm>
          <a:prstGeom prst="roundRect">
            <a:avLst/>
          </a:prstGeom>
          <a:solidFill>
            <a:srgbClr val="172740"/>
          </a:solidFill>
          <a:ln>
            <a:solidFill>
              <a:srgbClr val="2A3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2075688"/>
            <a:ext cx="996696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34D3EB"/>
                </a:solidFill>
                <a:latin typeface="Aptos"/>
              </a:rPr>
              <a:t>&lt;header&gt;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29260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>
                <a:solidFill>
                  <a:srgbClr val="F4F7FB"/>
                </a:solidFill>
                <a:latin typeface="Aptos"/>
              </a:rPr>
              <a:t>Page / section header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874519"/>
            <a:ext cx="3337560" cy="1143000"/>
          </a:xfrm>
          <a:prstGeom prst="roundRect">
            <a:avLst/>
          </a:prstGeom>
          <a:solidFill>
            <a:srgbClr val="121E32"/>
          </a:solidFill>
          <a:ln>
            <a:solidFill>
              <a:srgbClr val="2A3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617720" y="2039112"/>
            <a:ext cx="1143000" cy="329184"/>
          </a:xfrm>
          <a:prstGeom prst="roundRect">
            <a:avLst/>
          </a:prstGeom>
          <a:solidFill>
            <a:srgbClr val="172740"/>
          </a:solidFill>
          <a:ln>
            <a:solidFill>
              <a:srgbClr val="2A3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90872" y="2075688"/>
            <a:ext cx="996696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A64A"/>
                </a:solidFill>
                <a:latin typeface="Aptos"/>
              </a:rPr>
              <a:t>&lt;nav&gt;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514600"/>
            <a:ext cx="29260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>
                <a:solidFill>
                  <a:srgbClr val="F4F7FB"/>
                </a:solidFill>
                <a:latin typeface="Aptos"/>
              </a:rPr>
              <a:t>Navigation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874519"/>
            <a:ext cx="3337560" cy="1143000"/>
          </a:xfrm>
          <a:prstGeom prst="roundRect">
            <a:avLst/>
          </a:prstGeom>
          <a:solidFill>
            <a:srgbClr val="121E32"/>
          </a:solidFill>
          <a:ln>
            <a:solidFill>
              <a:srgbClr val="2A3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321040" y="2039112"/>
            <a:ext cx="1143000" cy="329184"/>
          </a:xfrm>
          <a:prstGeom prst="roundRect">
            <a:avLst/>
          </a:prstGeom>
          <a:solidFill>
            <a:srgbClr val="172740"/>
          </a:solidFill>
          <a:ln>
            <a:solidFill>
              <a:srgbClr val="2A3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94192" y="2075688"/>
            <a:ext cx="996696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5CDC9C"/>
                </a:solidFill>
                <a:latin typeface="Aptos"/>
              </a:rPr>
              <a:t>&lt;main&gt;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514600"/>
            <a:ext cx="29260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>
                <a:solidFill>
                  <a:srgbClr val="F4F7FB"/>
                </a:solidFill>
                <a:latin typeface="Aptos"/>
              </a:rPr>
              <a:t>Primary content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383279"/>
            <a:ext cx="3337560" cy="1143000"/>
          </a:xfrm>
          <a:prstGeom prst="roundRect">
            <a:avLst/>
          </a:prstGeom>
          <a:solidFill>
            <a:srgbClr val="121E32"/>
          </a:solidFill>
          <a:ln>
            <a:solidFill>
              <a:srgbClr val="2A3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14400" y="3547872"/>
            <a:ext cx="1143000" cy="329184"/>
          </a:xfrm>
          <a:prstGeom prst="roundRect">
            <a:avLst/>
          </a:prstGeom>
          <a:solidFill>
            <a:srgbClr val="172740"/>
          </a:solidFill>
          <a:ln>
            <a:solidFill>
              <a:srgbClr val="2A3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87552" y="3584448"/>
            <a:ext cx="996696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A482FF"/>
                </a:solidFill>
                <a:latin typeface="Aptos"/>
              </a:rPr>
              <a:t>&lt;section&gt;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023359"/>
            <a:ext cx="29260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>
                <a:solidFill>
                  <a:srgbClr val="F4F7FB"/>
                </a:solidFill>
                <a:latin typeface="Aptos"/>
              </a:rPr>
              <a:t>Grouped topic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383279"/>
            <a:ext cx="3337560" cy="1143000"/>
          </a:xfrm>
          <a:prstGeom prst="roundRect">
            <a:avLst/>
          </a:prstGeom>
          <a:solidFill>
            <a:srgbClr val="121E32"/>
          </a:solidFill>
          <a:ln>
            <a:solidFill>
              <a:srgbClr val="2A3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617720" y="3547872"/>
            <a:ext cx="1143000" cy="329184"/>
          </a:xfrm>
          <a:prstGeom prst="roundRect">
            <a:avLst/>
          </a:prstGeom>
          <a:solidFill>
            <a:srgbClr val="172740"/>
          </a:solidFill>
          <a:ln>
            <a:solidFill>
              <a:srgbClr val="2A3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90872" y="3584448"/>
            <a:ext cx="996696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34D3EB"/>
                </a:solidFill>
                <a:latin typeface="Aptos"/>
              </a:rPr>
              <a:t>&lt;article&gt;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4023359"/>
            <a:ext cx="29260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>
                <a:solidFill>
                  <a:srgbClr val="F4F7FB"/>
                </a:solidFill>
                <a:latin typeface="Aptos"/>
              </a:rPr>
              <a:t>Self-contained content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383279"/>
            <a:ext cx="3337560" cy="1143000"/>
          </a:xfrm>
          <a:prstGeom prst="roundRect">
            <a:avLst/>
          </a:prstGeom>
          <a:solidFill>
            <a:srgbClr val="121E32"/>
          </a:solidFill>
          <a:ln>
            <a:solidFill>
              <a:srgbClr val="2A3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321040" y="3547872"/>
            <a:ext cx="1143000" cy="329184"/>
          </a:xfrm>
          <a:prstGeom prst="roundRect">
            <a:avLst/>
          </a:prstGeom>
          <a:solidFill>
            <a:srgbClr val="172740"/>
          </a:solidFill>
          <a:ln>
            <a:solidFill>
              <a:srgbClr val="2A3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94192" y="3584448"/>
            <a:ext cx="996696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A64A"/>
                </a:solidFill>
                <a:latin typeface="Aptos"/>
              </a:rPr>
              <a:t>&lt;footer&gt;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023359"/>
            <a:ext cx="29260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>
                <a:solidFill>
                  <a:srgbClr val="F4F7FB"/>
                </a:solidFill>
                <a:latin typeface="Aptos"/>
              </a:rPr>
              <a:t>Footer / metadata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166360"/>
            <a:ext cx="1024128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A64A"/>
                </a:solidFill>
                <a:latin typeface="Aptos"/>
              </a:rPr>
              <a:t>Think: “What is this?” before “How should this look?”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6382512"/>
            <a:ext cx="10972800" cy="10972"/>
          </a:xfrm>
          <a:prstGeom prst="rect">
            <a:avLst/>
          </a:prstGeom>
          <a:solidFill>
            <a:srgbClr val="2A3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>
                <a:solidFill>
                  <a:srgbClr val="34D3EB"/>
                </a:solidFill>
                <a:latin typeface="Aptos"/>
              </a:rPr>
              <a:t>HTML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48320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900" b="1">
                <a:latin typeface="Aptos"/>
              </a:rPr>
              <a:t>Block vs Inline + Attributes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34440"/>
            <a:ext cx="10515600" cy="2523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>
                <a:solidFill>
                  <a:schemeClr val="accent1"/>
                </a:solidFill>
                <a:latin typeface="Aptos"/>
              </a:rPr>
              <a:t>Know what the browser does before CSS changes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457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00" b="1">
                <a:solidFill>
                  <a:srgbClr val="A4B4C9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5212080" cy="3474720"/>
          </a:xfrm>
          <a:prstGeom prst="roundRect">
            <a:avLst/>
          </a:prstGeom>
          <a:solidFill>
            <a:srgbClr val="121E32"/>
          </a:solidFill>
          <a:ln>
            <a:solidFill>
              <a:srgbClr val="2A3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148840"/>
            <a:ext cx="10972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34D3EB"/>
                </a:solidFill>
                <a:latin typeface="Aptos"/>
              </a:rPr>
              <a:t>BLOCK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60320"/>
            <a:ext cx="43891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800" b="1">
                <a:solidFill>
                  <a:srgbClr val="F4F7FB"/>
                </a:solidFill>
                <a:latin typeface="Aptos"/>
              </a:rPr>
              <a:t>div  •  p  •  h1  •  section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154680"/>
            <a:ext cx="4389120" cy="7315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0">
                <a:solidFill>
                  <a:srgbClr val="A4B4C9"/>
                </a:solidFill>
                <a:latin typeface="Aptos"/>
              </a:rPr>
              <a:t>Starts on a new line
Takes available width by default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212080" cy="3474720"/>
          </a:xfrm>
          <a:prstGeom prst="roundRect">
            <a:avLst/>
          </a:prstGeom>
          <a:solidFill>
            <a:srgbClr val="121E32"/>
          </a:solidFill>
          <a:ln>
            <a:solidFill>
              <a:srgbClr val="2A3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2148840"/>
            <a:ext cx="10972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FFA64A"/>
                </a:solidFill>
                <a:latin typeface="Aptos"/>
              </a:rPr>
              <a:t>INLINE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560320"/>
            <a:ext cx="43891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800" b="1">
                <a:solidFill>
                  <a:srgbClr val="F4F7FB"/>
                </a:solidFill>
                <a:latin typeface="Aptos"/>
              </a:rPr>
              <a:t>span  •  a  •  strong  •  img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154680"/>
            <a:ext cx="4389120" cy="7315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0">
                <a:solidFill>
                  <a:srgbClr val="A4B4C9"/>
                </a:solidFill>
                <a:latin typeface="Aptos"/>
              </a:rPr>
              <a:t>Flows within surrounding content
Size follows its content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0" y="4892040"/>
            <a:ext cx="8412480" cy="777240"/>
          </a:xfrm>
          <a:prstGeom prst="roundRect">
            <a:avLst/>
          </a:prstGeom>
          <a:solidFill>
            <a:srgbClr val="070D18"/>
          </a:solidFill>
          <a:ln>
            <a:solidFill>
              <a:srgbClr val="2A3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993392" y="5276088"/>
            <a:ext cx="8083296" cy="27431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>
                <a:solidFill>
                  <a:srgbClr val="D6E1F1"/>
                </a:solidFill>
                <a:latin typeface="Cascadia Mono"/>
              </a:rPr>
              <a:t>&lt;button id="save" aria-label="Save"&gt;Save&lt;/button&gt;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382512"/>
            <a:ext cx="10972800" cy="10972"/>
          </a:xfrm>
          <a:prstGeom prst="rect">
            <a:avLst/>
          </a:prstGeom>
          <a:solidFill>
            <a:srgbClr val="2A3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02920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>
                <a:latin typeface="Aptos"/>
              </a:rPr>
              <a:t>HTML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48320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900" b="1">
                <a:latin typeface="Aptos"/>
              </a:rPr>
              <a:t>Accessibility </a:t>
            </a:r>
            <a:r>
              <a:rPr lang="en-IN" sz="2900" b="1">
                <a:latin typeface="Aptos"/>
              </a:rPr>
              <a:t>in Design Implementation</a:t>
            </a:r>
            <a:endParaRPr sz="2900" b="1"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2648" y="1234440"/>
            <a:ext cx="10515600" cy="2523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>
                <a:latin typeface="Aptos"/>
              </a:rPr>
              <a:t>Build UI that people can actually use.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45720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00" b="1">
                <a:latin typeface="Aptos"/>
              </a:rPr>
              <a:t>07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874519"/>
            <a:ext cx="384048" cy="384048"/>
          </a:xfrm>
          <a:prstGeom prst="ellipse">
            <a:avLst/>
          </a:prstGeom>
          <a:solidFill>
            <a:srgbClr val="34D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1964887"/>
            <a:ext cx="384048" cy="2215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200" b="1"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65376"/>
            <a:ext cx="1828800" cy="2831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1">
                <a:latin typeface="Aptos"/>
              </a:rPr>
              <a:t>Label inputs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1737360"/>
            <a:ext cx="6858000" cy="566928"/>
          </a:xfrm>
          <a:prstGeom prst="roundRect">
            <a:avLst/>
          </a:prstGeom>
          <a:solidFill>
            <a:srgbClr val="070D18"/>
          </a:solidFill>
          <a:ln>
            <a:solidFill>
              <a:srgbClr val="2A3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822191" y="1847088"/>
            <a:ext cx="548640" cy="1600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1">
                <a:latin typeface="Aptos"/>
              </a:rPr>
              <a:t>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22191" y="2121408"/>
            <a:ext cx="6528816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chemeClr val="bg1"/>
                </a:solidFill>
                <a:latin typeface="Cascadia Mono"/>
              </a:rPr>
              <a:t>&lt;label htmlFor="email"&gt;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2697479"/>
            <a:ext cx="384048" cy="384048"/>
          </a:xfrm>
          <a:prstGeom prst="ellipse">
            <a:avLst/>
          </a:prstGeom>
          <a:solidFill>
            <a:srgbClr val="FF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2960" y="2787848"/>
            <a:ext cx="384048" cy="2215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200" b="1"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688336"/>
            <a:ext cx="1828800" cy="2831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1">
                <a:latin typeface="Aptos"/>
              </a:rPr>
              <a:t>Alt images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2560320"/>
            <a:ext cx="6858000" cy="566928"/>
          </a:xfrm>
          <a:prstGeom prst="roundRect">
            <a:avLst/>
          </a:prstGeom>
          <a:solidFill>
            <a:srgbClr val="070D18"/>
          </a:solidFill>
          <a:ln>
            <a:solidFill>
              <a:srgbClr val="2A3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822191" y="2670048"/>
            <a:ext cx="548640" cy="1600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1">
                <a:latin typeface="Aptos"/>
              </a:rPr>
              <a:t>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22191" y="2944368"/>
            <a:ext cx="6528816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chemeClr val="bg1"/>
                </a:solidFill>
                <a:latin typeface="Cascadia Mono"/>
              </a:rPr>
              <a:t>alt="Product image"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3520439"/>
            <a:ext cx="384048" cy="384048"/>
          </a:xfrm>
          <a:prstGeom prst="ellipse">
            <a:avLst/>
          </a:prstGeom>
          <a:solidFill>
            <a:srgbClr val="5CD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2960" y="3610807"/>
            <a:ext cx="384048" cy="2215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200" b="1"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511296"/>
            <a:ext cx="1828800" cy="2831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1">
                <a:latin typeface="Aptos"/>
              </a:rPr>
              <a:t>Use buttons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383279"/>
            <a:ext cx="6858000" cy="566928"/>
          </a:xfrm>
          <a:prstGeom prst="roundRect">
            <a:avLst/>
          </a:prstGeom>
          <a:solidFill>
            <a:srgbClr val="070D18"/>
          </a:solidFill>
          <a:ln>
            <a:solidFill>
              <a:srgbClr val="2A3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822191" y="3493008"/>
            <a:ext cx="548640" cy="1600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1">
                <a:latin typeface="Aptos"/>
              </a:rPr>
              <a:t>CODE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22191" y="3767328"/>
            <a:ext cx="6528816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chemeClr val="bg1"/>
                </a:solidFill>
                <a:latin typeface="Cascadia Mono"/>
              </a:rPr>
              <a:t>&lt;button&gt; over clickable &lt;div&gt;</a:t>
            </a:r>
          </a:p>
        </p:txBody>
      </p:sp>
      <p:sp>
        <p:nvSpPr>
          <p:cNvPr id="24" name="Oval 23"/>
          <p:cNvSpPr/>
          <p:nvPr/>
        </p:nvSpPr>
        <p:spPr>
          <a:xfrm>
            <a:off x="822960" y="4343400"/>
            <a:ext cx="384048" cy="384048"/>
          </a:xfrm>
          <a:prstGeom prst="ellipse">
            <a:avLst/>
          </a:prstGeom>
          <a:solidFill>
            <a:srgbClr val="A4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22960" y="4433768"/>
            <a:ext cx="384048" cy="2215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200" b="1"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4334256"/>
            <a:ext cx="1828800" cy="2831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1">
                <a:latin typeface="Aptos"/>
              </a:rPr>
              <a:t>Headings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0" y="4206240"/>
            <a:ext cx="6858000" cy="566928"/>
          </a:xfrm>
          <a:prstGeom prst="roundRect">
            <a:avLst/>
          </a:prstGeom>
          <a:solidFill>
            <a:srgbClr val="070D18"/>
          </a:solidFill>
          <a:ln>
            <a:solidFill>
              <a:srgbClr val="2A3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822191" y="4315968"/>
            <a:ext cx="548640" cy="1600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1">
                <a:latin typeface="Aptos"/>
              </a:rPr>
              <a:t>CODE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22191" y="4590288"/>
            <a:ext cx="6528816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chemeClr val="bg1"/>
                </a:solidFill>
                <a:latin typeface="Cascadia Mono"/>
              </a:rPr>
              <a:t>h1 → h2 → h3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440680"/>
            <a:ext cx="10241280" cy="2985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700" b="1">
                <a:latin typeface="Aptos"/>
              </a:rPr>
              <a:t>Rule of thumb: if it is interactive, make it keyboard-accessible.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6382512"/>
            <a:ext cx="10972800" cy="10972"/>
          </a:xfrm>
          <a:prstGeom prst="rect">
            <a:avLst/>
          </a:prstGeom>
          <a:solidFill>
            <a:srgbClr val="2A3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>
                <a:solidFill>
                  <a:srgbClr val="34D3EB"/>
                </a:solidFill>
                <a:latin typeface="Aptos"/>
              </a:rPr>
              <a:t>HTML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48320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900" b="1">
                <a:latin typeface="Aptos"/>
              </a:rPr>
              <a:t>DOM Tree: the bridge to browser </a:t>
            </a:r>
            <a:r>
              <a:rPr sz="2900" b="1" err="1">
                <a:latin typeface="Aptos"/>
              </a:rPr>
              <a:t>behaviour</a:t>
            </a:r>
            <a:endParaRPr sz="2900" b="1"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457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00" b="1">
                <a:solidFill>
                  <a:srgbClr val="A4B4C9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828800"/>
            <a:ext cx="1645920" cy="530352"/>
          </a:xfrm>
          <a:prstGeom prst="roundRect">
            <a:avLst/>
          </a:prstGeom>
          <a:solidFill>
            <a:srgbClr val="121E32"/>
          </a:solidFill>
          <a:ln>
            <a:solidFill>
              <a:srgbClr val="34D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0" y="1947672"/>
            <a:ext cx="164592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00" b="1">
                <a:solidFill>
                  <a:srgbClr val="34D3EB"/>
                </a:solidFill>
                <a:latin typeface="Aptos"/>
              </a:rPr>
              <a:t>document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2743200"/>
            <a:ext cx="1645920" cy="530352"/>
          </a:xfrm>
          <a:prstGeom prst="roundRect">
            <a:avLst/>
          </a:prstGeom>
          <a:solidFill>
            <a:srgbClr val="121E32"/>
          </a:solidFill>
          <a:ln>
            <a:solidFill>
              <a:srgbClr val="FFA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0" y="2862072"/>
            <a:ext cx="164592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A64A"/>
                </a:solidFill>
                <a:latin typeface="Aptos"/>
              </a:rPr>
              <a:t>body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3840480"/>
            <a:ext cx="1645920" cy="530352"/>
          </a:xfrm>
          <a:prstGeom prst="roundRect">
            <a:avLst/>
          </a:prstGeom>
          <a:solidFill>
            <a:srgbClr val="121E32"/>
          </a:solidFill>
          <a:ln>
            <a:solidFill>
              <a:srgbClr val="5CD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26080" y="3959352"/>
            <a:ext cx="164592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00" b="1">
                <a:solidFill>
                  <a:srgbClr val="5CDC9C"/>
                </a:solidFill>
                <a:latin typeface="Aptos"/>
              </a:rPr>
              <a:t>header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3840480"/>
            <a:ext cx="1645920" cy="530352"/>
          </a:xfrm>
          <a:prstGeom prst="roundRect">
            <a:avLst/>
          </a:prstGeom>
          <a:solidFill>
            <a:srgbClr val="121E32"/>
          </a:solidFill>
          <a:ln>
            <a:solidFill>
              <a:srgbClr val="A4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0" y="3959352"/>
            <a:ext cx="164592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00" b="1">
                <a:solidFill>
                  <a:srgbClr val="A482FF"/>
                </a:solidFill>
                <a:latin typeface="Aptos"/>
              </a:rPr>
              <a:t>main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3840480"/>
            <a:ext cx="1645920" cy="530352"/>
          </a:xfrm>
          <a:prstGeom prst="roundRect">
            <a:avLst/>
          </a:prstGeom>
          <a:solidFill>
            <a:srgbClr val="121E32"/>
          </a:solidFill>
          <a:ln>
            <a:solidFill>
              <a:srgbClr val="FF6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20" y="3959352"/>
            <a:ext cx="164592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6978"/>
                </a:solidFill>
                <a:latin typeface="Aptos"/>
              </a:rPr>
              <a:t>footer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4892040"/>
            <a:ext cx="1645920" cy="530352"/>
          </a:xfrm>
          <a:prstGeom prst="roundRect">
            <a:avLst/>
          </a:prstGeom>
          <a:solidFill>
            <a:srgbClr val="121E32"/>
          </a:solidFill>
          <a:ln>
            <a:solidFill>
              <a:srgbClr val="34D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97680" y="5010912"/>
            <a:ext cx="164592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00" b="1">
                <a:solidFill>
                  <a:srgbClr val="34D3EB"/>
                </a:solidFill>
                <a:latin typeface="Aptos"/>
              </a:rPr>
              <a:t>button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4892040"/>
            <a:ext cx="1645920" cy="530352"/>
          </a:xfrm>
          <a:prstGeom prst="roundRect">
            <a:avLst/>
          </a:prstGeom>
          <a:solidFill>
            <a:srgbClr val="121E32"/>
          </a:solidFill>
          <a:ln>
            <a:solidFill>
              <a:srgbClr val="5CD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0" y="5010912"/>
            <a:ext cx="164592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00" b="1">
                <a:solidFill>
                  <a:srgbClr val="5CDC9C"/>
                </a:solidFill>
                <a:latin typeface="Aptos"/>
              </a:rPr>
              <a:t>card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309360" y="2359152"/>
            <a:ext cx="0" cy="365760"/>
          </a:xfrm>
          <a:prstGeom prst="line">
            <a:avLst/>
          </a:prstGeom>
          <a:ln w="17780">
            <a:solidFill>
              <a:srgbClr val="2A3D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3749039" y="3273552"/>
            <a:ext cx="2560321" cy="548639"/>
          </a:xfrm>
          <a:prstGeom prst="line">
            <a:avLst/>
          </a:prstGeom>
          <a:ln w="17780">
            <a:solidFill>
              <a:srgbClr val="2A3D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309360" y="3273552"/>
            <a:ext cx="0" cy="548639"/>
          </a:xfrm>
          <a:prstGeom prst="line">
            <a:avLst/>
          </a:prstGeom>
          <a:ln w="17780">
            <a:solidFill>
              <a:srgbClr val="2A3D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309360" y="3273552"/>
            <a:ext cx="2560320" cy="548639"/>
          </a:xfrm>
          <a:prstGeom prst="line">
            <a:avLst/>
          </a:prstGeom>
          <a:ln w="17780">
            <a:solidFill>
              <a:srgbClr val="2A3D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749039" y="4370832"/>
            <a:ext cx="914401" cy="493776"/>
          </a:xfrm>
          <a:prstGeom prst="line">
            <a:avLst/>
          </a:prstGeom>
          <a:ln w="15240">
            <a:solidFill>
              <a:srgbClr val="2A3D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400800" y="4370832"/>
            <a:ext cx="914400" cy="493776"/>
          </a:xfrm>
          <a:prstGeom prst="line">
            <a:avLst/>
          </a:prstGeom>
          <a:ln w="15240">
            <a:solidFill>
              <a:srgbClr val="2A3D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188720" y="5751577"/>
            <a:ext cx="10241280" cy="3139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800" b="1">
                <a:solidFill>
                  <a:schemeClr val="tx2">
                    <a:lumMod val="50000"/>
                    <a:lumOff val="50000"/>
                  </a:schemeClr>
                </a:solidFill>
                <a:latin typeface="Aptos"/>
              </a:rPr>
              <a:t>Inspect → understand → debug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6382512"/>
            <a:ext cx="10972800" cy="10972"/>
          </a:xfrm>
          <a:prstGeom prst="rect">
            <a:avLst/>
          </a:prstGeom>
          <a:solidFill>
            <a:srgbClr val="2A3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1417320"/>
            <a:ext cx="18288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>
                <a:solidFill>
                  <a:srgbClr val="FFA64A"/>
                </a:solidFill>
                <a:latin typeface="Aptos"/>
              </a:rPr>
              <a:t>NEXT STOP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74519"/>
            <a:ext cx="10241280" cy="62170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800" b="1">
                <a:solidFill>
                  <a:schemeClr val="tx2">
                    <a:lumMod val="75000"/>
                    <a:lumOff val="25000"/>
                  </a:schemeClr>
                </a:solidFill>
                <a:latin typeface="Aptos"/>
              </a:rPr>
              <a:t>CSS: make the structure usable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743200"/>
            <a:ext cx="9601200" cy="2985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0">
                <a:solidFill>
                  <a:schemeClr val="bg1">
                    <a:lumMod val="50000"/>
                  </a:schemeClr>
                </a:solidFill>
                <a:latin typeface="Aptos"/>
              </a:rPr>
              <a:t>Layout, spacing, positioning and responsive thinking.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3840480"/>
            <a:ext cx="201168" cy="201168"/>
          </a:xfrm>
          <a:prstGeom prst="ellipse">
            <a:avLst/>
          </a:prstGeom>
          <a:solidFill>
            <a:srgbClr val="34D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371600" y="3840480"/>
            <a:ext cx="201168" cy="201168"/>
          </a:xfrm>
          <a:prstGeom prst="ellipse">
            <a:avLst/>
          </a:prstGeom>
          <a:solidFill>
            <a:srgbClr val="FF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965960" y="3840480"/>
            <a:ext cx="201168" cy="201168"/>
          </a:xfrm>
          <a:prstGeom prst="ellipse">
            <a:avLst/>
          </a:prstGeom>
          <a:solidFill>
            <a:srgbClr val="5CD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2560320" y="3840480"/>
            <a:ext cx="201168" cy="201168"/>
          </a:xfrm>
          <a:prstGeom prst="ellipse">
            <a:avLst/>
          </a:prstGeom>
          <a:solidFill>
            <a:srgbClr val="A4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1051560" y="3941063"/>
            <a:ext cx="2011680" cy="0"/>
          </a:xfrm>
          <a:prstGeom prst="line">
            <a:avLst/>
          </a:prstGeom>
          <a:ln w="19050">
            <a:solidFill>
              <a:srgbClr val="2A3D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>
                <a:solidFill>
                  <a:srgbClr val="34D3EB"/>
                </a:solidFill>
                <a:latin typeface="Aptos"/>
              </a:rPr>
              <a:t>02 • CSS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48320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900" b="1">
                <a:latin typeface="Aptos"/>
              </a:rPr>
              <a:t>The Box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34440"/>
            <a:ext cx="1051560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>
                <a:solidFill>
                  <a:srgbClr val="A4B4C9"/>
                </a:solidFill>
                <a:latin typeface="Aptos"/>
              </a:rPr>
              <a:t>Every element is a box. Learn to see the invisible space.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457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00" b="1">
                <a:solidFill>
                  <a:srgbClr val="A4B4C9"/>
                </a:solidFill>
                <a:latin typeface="Aptos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1828800"/>
            <a:ext cx="4572000" cy="3474720"/>
          </a:xfrm>
          <a:prstGeom prst="roundRect">
            <a:avLst/>
          </a:prstGeom>
          <a:solidFill>
            <a:srgbClr val="FFA64A"/>
          </a:solidFill>
          <a:ln>
            <a:solidFill>
              <a:srgbClr val="FFA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417320" y="2240280"/>
            <a:ext cx="3749039" cy="2651760"/>
          </a:xfrm>
          <a:prstGeom prst="roundRect">
            <a:avLst/>
          </a:prstGeom>
          <a:solidFill>
            <a:srgbClr val="A482FF"/>
          </a:solidFill>
          <a:ln>
            <a:solidFill>
              <a:srgbClr val="A4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874519" y="2697480"/>
            <a:ext cx="2834640" cy="1737360"/>
          </a:xfrm>
          <a:prstGeom prst="roundRect">
            <a:avLst/>
          </a:prstGeom>
          <a:solidFill>
            <a:srgbClr val="34D3EB"/>
          </a:solidFill>
          <a:ln>
            <a:solidFill>
              <a:srgbClr val="34D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2011680"/>
            <a:ext cx="438912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00" b="1">
                <a:solidFill>
                  <a:srgbClr val="0A1220"/>
                </a:solidFill>
                <a:latin typeface="Aptos"/>
              </a:rPr>
              <a:t>MARGIN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423160"/>
            <a:ext cx="356616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300" b="1">
                <a:solidFill>
                  <a:srgbClr val="F4F7FB"/>
                </a:solidFill>
                <a:latin typeface="Aptos"/>
              </a:rPr>
              <a:t>BORDER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852928"/>
            <a:ext cx="2743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300" b="1">
                <a:solidFill>
                  <a:srgbClr val="0A1220"/>
                </a:solidFill>
                <a:latin typeface="Aptos"/>
              </a:rPr>
              <a:t>PADDING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3401568"/>
            <a:ext cx="274320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2000" b="1">
                <a:solidFill>
                  <a:srgbClr val="0A1220"/>
                </a:solidFill>
                <a:latin typeface="Aptos"/>
              </a:rPr>
              <a:t>CONTENT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011680"/>
            <a:ext cx="18288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FFA64A"/>
                </a:solidFill>
                <a:latin typeface="Aptos"/>
              </a:rPr>
              <a:t>Remember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514600"/>
            <a:ext cx="4572000" cy="1036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4F7FB"/>
                </a:solidFill>
                <a:latin typeface="Aptos"/>
              </a:defRPr>
            </a:pPr>
            <a:r>
              <a:rPr>
                <a:solidFill>
                  <a:schemeClr val="tx1">
                    <a:lumMod val="95000"/>
                    <a:lumOff val="5000"/>
                  </a:schemeClr>
                </a:solidFill>
              </a:rPr>
              <a:t>• width / height apply to the content box by default</a:t>
            </a:r>
          </a:p>
          <a:p>
            <a:pPr>
              <a:spcAft>
                <a:spcPts val="800"/>
              </a:spcAft>
              <a:defRPr sz="1600">
                <a:solidFill>
                  <a:srgbClr val="F4F7FB"/>
                </a:solidFill>
                <a:latin typeface="Aptos"/>
              </a:defRPr>
            </a:pPr>
            <a:r>
              <a:rPr>
                <a:solidFill>
                  <a:schemeClr val="tx1">
                    <a:lumMod val="95000"/>
                    <a:lumOff val="5000"/>
                  </a:schemeClr>
                </a:solidFill>
              </a:rPr>
              <a:t>• box-sizing: border-box makes sizing predictable</a:t>
            </a:r>
          </a:p>
          <a:p>
            <a:pPr>
              <a:spcAft>
                <a:spcPts val="800"/>
              </a:spcAft>
              <a:defRPr sz="1600">
                <a:solidFill>
                  <a:srgbClr val="F4F7FB"/>
                </a:solidFill>
                <a:latin typeface="Aptos"/>
              </a:defRPr>
            </a:pPr>
            <a:r>
              <a:rPr>
                <a:solidFill>
                  <a:schemeClr val="tx1">
                    <a:lumMod val="95000"/>
                    <a:lumOff val="5000"/>
                  </a:schemeClr>
                </a:solidFill>
              </a:rPr>
              <a:t>• margin = outside space • padding = inside space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4800600"/>
            <a:ext cx="4389120" cy="685800"/>
          </a:xfrm>
          <a:prstGeom prst="roundRect">
            <a:avLst/>
          </a:prstGeom>
          <a:solidFill>
            <a:srgbClr val="070D18"/>
          </a:solidFill>
          <a:ln>
            <a:solidFill>
              <a:srgbClr val="2A3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65392" y="4910328"/>
            <a:ext cx="54864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1">
                <a:solidFill>
                  <a:srgbClr val="A4B4C9"/>
                </a:solidFill>
                <a:latin typeface="Aptos"/>
              </a:rPr>
              <a:t>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5392" y="5184648"/>
            <a:ext cx="4059935" cy="18287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>
                <a:solidFill>
                  <a:srgbClr val="D6E1F1"/>
                </a:solidFill>
                <a:latin typeface="Cascadia Mono"/>
              </a:rPr>
              <a:t>* { box-sizing: border-box; 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6382512"/>
            <a:ext cx="10972800" cy="10972"/>
          </a:xfrm>
          <a:prstGeom prst="rect">
            <a:avLst/>
          </a:prstGeom>
          <a:solidFill>
            <a:srgbClr val="2A3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>
                <a:solidFill>
                  <a:srgbClr val="34D3EB"/>
                </a:solidFill>
                <a:latin typeface="Aptos"/>
              </a:rPr>
              <a:t>CSS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48320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900" b="1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Display + Flexbox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34440"/>
            <a:ext cx="10515600" cy="2523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>
                <a:solidFill>
                  <a:schemeClr val="bg1">
                    <a:lumMod val="50000"/>
                  </a:schemeClr>
                </a:solidFill>
                <a:latin typeface="Aptos"/>
              </a:rPr>
              <a:t>Most everyday UI layout problems can be solved with a small set of flex concepts.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457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00" b="1">
                <a:solidFill>
                  <a:srgbClr val="A4B4C9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3291840" cy="3474720"/>
          </a:xfrm>
          <a:prstGeom prst="roundRect">
            <a:avLst/>
          </a:prstGeom>
          <a:solidFill>
            <a:srgbClr val="121E32"/>
          </a:solidFill>
          <a:ln>
            <a:solidFill>
              <a:srgbClr val="2A3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22860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34D3EB"/>
                </a:solidFill>
                <a:latin typeface="Aptos"/>
              </a:rPr>
              <a:t>DISPLAY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2606040"/>
            <a:ext cx="1645920" cy="329184"/>
          </a:xfrm>
          <a:prstGeom prst="roundRect">
            <a:avLst/>
          </a:prstGeom>
          <a:solidFill>
            <a:srgbClr val="172740"/>
          </a:solidFill>
          <a:ln>
            <a:solidFill>
              <a:srgbClr val="2A3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33272" y="2642616"/>
            <a:ext cx="1499616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34D3EB"/>
                </a:solidFill>
                <a:latin typeface="Aptos"/>
              </a:rPr>
              <a:t>block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3136392"/>
            <a:ext cx="1645920" cy="329184"/>
          </a:xfrm>
          <a:prstGeom prst="roundRect">
            <a:avLst/>
          </a:prstGeom>
          <a:solidFill>
            <a:srgbClr val="172740"/>
          </a:solidFill>
          <a:ln>
            <a:solidFill>
              <a:srgbClr val="2A3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2" y="3172968"/>
            <a:ext cx="1499616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34D3EB"/>
                </a:solidFill>
                <a:latin typeface="Aptos"/>
              </a:rPr>
              <a:t>inline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3666744"/>
            <a:ext cx="1645920" cy="329184"/>
          </a:xfrm>
          <a:prstGeom prst="roundRect">
            <a:avLst/>
          </a:prstGeom>
          <a:solidFill>
            <a:srgbClr val="172740"/>
          </a:solidFill>
          <a:ln>
            <a:solidFill>
              <a:srgbClr val="2A3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33272" y="3703320"/>
            <a:ext cx="1499616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34D3EB"/>
                </a:solidFill>
                <a:latin typeface="Aptos"/>
              </a:rPr>
              <a:t>inline-block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4197096"/>
            <a:ext cx="1645920" cy="329184"/>
          </a:xfrm>
          <a:prstGeom prst="roundRect">
            <a:avLst/>
          </a:prstGeom>
          <a:solidFill>
            <a:srgbClr val="172740"/>
          </a:solidFill>
          <a:ln>
            <a:solidFill>
              <a:srgbClr val="2A3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33272" y="4233672"/>
            <a:ext cx="1499616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6978"/>
                </a:solidFill>
                <a:latin typeface="Aptos"/>
              </a:rPr>
              <a:t>none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60" y="1828800"/>
            <a:ext cx="7223760" cy="3474720"/>
          </a:xfrm>
          <a:prstGeom prst="roundRect">
            <a:avLst/>
          </a:prstGeom>
          <a:solidFill>
            <a:srgbClr val="121E32"/>
          </a:solidFill>
          <a:ln>
            <a:solidFill>
              <a:srgbClr val="2A3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26280" y="2103120"/>
            <a:ext cx="22860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FFA64A"/>
                </a:solidFill>
                <a:latin typeface="Aptos"/>
              </a:rPr>
              <a:t>FLEX MODEL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17720" y="2788920"/>
            <a:ext cx="6309360" cy="1417320"/>
          </a:xfrm>
          <a:prstGeom prst="roundRect">
            <a:avLst/>
          </a:prstGeom>
          <a:solidFill>
            <a:srgbClr val="080F1B"/>
          </a:solidFill>
          <a:ln>
            <a:solidFill>
              <a:srgbClr val="2A3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892040" y="3090672"/>
            <a:ext cx="1463040" cy="822960"/>
          </a:xfrm>
          <a:prstGeom prst="roundRect">
            <a:avLst/>
          </a:prstGeom>
          <a:solidFill>
            <a:srgbClr val="34D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766559" y="3090672"/>
            <a:ext cx="1463040" cy="822960"/>
          </a:xfrm>
          <a:prstGeom prst="roundRect">
            <a:avLst/>
          </a:prstGeom>
          <a:solidFill>
            <a:srgbClr val="FF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641080" y="3090672"/>
            <a:ext cx="1463040" cy="822960"/>
          </a:xfrm>
          <a:prstGeom prst="roundRect">
            <a:avLst/>
          </a:prstGeom>
          <a:solidFill>
            <a:srgbClr val="5CD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92240" y="2496312"/>
            <a:ext cx="164592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00" b="1">
                <a:solidFill>
                  <a:srgbClr val="A4B4C9"/>
                </a:solidFill>
                <a:latin typeface="Aptos"/>
              </a:rPr>
              <a:t>main axis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983480" y="2724912"/>
            <a:ext cx="5486400" cy="0"/>
          </a:xfrm>
          <a:prstGeom prst="line">
            <a:avLst/>
          </a:prstGeom>
          <a:ln w="19050">
            <a:solidFill>
              <a:srgbClr val="2A3D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663440" y="4526280"/>
            <a:ext cx="18288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34D3EB"/>
                </a:solidFill>
                <a:latin typeface="Aptos"/>
              </a:rPr>
              <a:t>justify-content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4526280"/>
            <a:ext cx="13716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FFA64A"/>
                </a:solidFill>
                <a:latin typeface="Aptos"/>
              </a:rPr>
              <a:t>align-items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4526280"/>
            <a:ext cx="24688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5CDC9C"/>
                </a:solidFill>
                <a:latin typeface="Aptos"/>
              </a:rPr>
              <a:t>gap • flex-wrap • flex: 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6382512"/>
            <a:ext cx="10972800" cy="10972"/>
          </a:xfrm>
          <a:prstGeom prst="rect">
            <a:avLst/>
          </a:prstGeom>
          <a:solidFill>
            <a:srgbClr val="2A3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>
                <a:solidFill>
                  <a:srgbClr val="34D3EB"/>
                </a:solidFill>
                <a:latin typeface="Aptos"/>
              </a:rPr>
              <a:t>CSS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48320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900" b="1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Positioning: know what you are positioning against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34440"/>
            <a:ext cx="10515600" cy="2523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>
                <a:solidFill>
                  <a:schemeClr val="bg1">
                    <a:lumMod val="50000"/>
                  </a:schemeClr>
                </a:solidFill>
                <a:latin typeface="Aptos"/>
              </a:rPr>
              <a:t>Relative, absolute, fixed and sticky solve different problems.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457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00" b="1">
                <a:solidFill>
                  <a:srgbClr val="A4B4C9"/>
                </a:solidFill>
                <a:latin typeface="Aptos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5120640" cy="1371600"/>
          </a:xfrm>
          <a:prstGeom prst="roundRect">
            <a:avLst/>
          </a:prstGeom>
          <a:solidFill>
            <a:srgbClr val="121E32"/>
          </a:solidFill>
          <a:ln>
            <a:solidFill>
              <a:srgbClr val="2A3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60120" y="2103120"/>
            <a:ext cx="1417320" cy="329184"/>
          </a:xfrm>
          <a:prstGeom prst="roundRect">
            <a:avLst/>
          </a:prstGeom>
          <a:solidFill>
            <a:srgbClr val="172740"/>
          </a:solidFill>
          <a:ln>
            <a:solidFill>
              <a:srgbClr val="2A3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33272" y="2139696"/>
            <a:ext cx="1271016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34D3EB"/>
                </a:solidFill>
                <a:latin typeface="Aptos"/>
              </a:rPr>
              <a:t>relative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39" y="2130552"/>
            <a:ext cx="2926080" cy="685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>
                <a:solidFill>
                  <a:srgbClr val="F4F7FB"/>
                </a:solidFill>
                <a:latin typeface="Aptos"/>
              </a:rPr>
              <a:t>moves from its normal position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74519"/>
            <a:ext cx="5120640" cy="1371600"/>
          </a:xfrm>
          <a:prstGeom prst="roundRect">
            <a:avLst/>
          </a:prstGeom>
          <a:solidFill>
            <a:srgbClr val="121E32"/>
          </a:solidFill>
          <a:ln>
            <a:solidFill>
              <a:srgbClr val="2A3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92240" y="2103120"/>
            <a:ext cx="1417320" cy="329184"/>
          </a:xfrm>
          <a:prstGeom prst="roundRect">
            <a:avLst/>
          </a:prstGeom>
          <a:solidFill>
            <a:srgbClr val="172740"/>
          </a:solidFill>
          <a:ln>
            <a:solidFill>
              <a:srgbClr val="2A3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65392" y="2139696"/>
            <a:ext cx="1271016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A64A"/>
                </a:solidFill>
                <a:latin typeface="Aptos"/>
              </a:rPr>
              <a:t>absolute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59" y="2130552"/>
            <a:ext cx="2926080" cy="685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>
                <a:solidFill>
                  <a:srgbClr val="F4F7FB"/>
                </a:solidFill>
                <a:latin typeface="Aptos"/>
              </a:rPr>
              <a:t>positioned relative to a containing block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566160"/>
            <a:ext cx="5120640" cy="1371600"/>
          </a:xfrm>
          <a:prstGeom prst="roundRect">
            <a:avLst/>
          </a:prstGeom>
          <a:solidFill>
            <a:srgbClr val="121E32"/>
          </a:solidFill>
          <a:ln>
            <a:solidFill>
              <a:srgbClr val="2A3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60120" y="3794760"/>
            <a:ext cx="1417320" cy="329184"/>
          </a:xfrm>
          <a:prstGeom prst="roundRect">
            <a:avLst/>
          </a:prstGeom>
          <a:solidFill>
            <a:srgbClr val="172740"/>
          </a:solidFill>
          <a:ln>
            <a:solidFill>
              <a:srgbClr val="2A3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33272" y="3831336"/>
            <a:ext cx="1271016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6978"/>
                </a:solidFill>
                <a:latin typeface="Aptos"/>
              </a:rPr>
              <a:t>fixed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39" y="3822191"/>
            <a:ext cx="2926080" cy="685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>
                <a:solidFill>
                  <a:srgbClr val="F4F7FB"/>
                </a:solidFill>
                <a:latin typeface="Aptos"/>
              </a:rPr>
              <a:t>anchored to the viewport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566160"/>
            <a:ext cx="5120640" cy="1371600"/>
          </a:xfrm>
          <a:prstGeom prst="roundRect">
            <a:avLst/>
          </a:prstGeom>
          <a:solidFill>
            <a:srgbClr val="121E32"/>
          </a:solidFill>
          <a:ln>
            <a:solidFill>
              <a:srgbClr val="2A3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492240" y="3794760"/>
            <a:ext cx="1417320" cy="329184"/>
          </a:xfrm>
          <a:prstGeom prst="roundRect">
            <a:avLst/>
          </a:prstGeom>
          <a:solidFill>
            <a:srgbClr val="172740"/>
          </a:solidFill>
          <a:ln>
            <a:solidFill>
              <a:srgbClr val="2A3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65392" y="3831336"/>
            <a:ext cx="1271016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5CDC9C"/>
                </a:solidFill>
                <a:latin typeface="Aptos"/>
              </a:rPr>
              <a:t>sticky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59" y="3822191"/>
            <a:ext cx="2926080" cy="685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>
                <a:solidFill>
                  <a:srgbClr val="F4F7FB"/>
                </a:solidFill>
                <a:latin typeface="Aptos"/>
              </a:rPr>
              <a:t>switches between normal + stuck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6382512"/>
            <a:ext cx="10972800" cy="10972"/>
          </a:xfrm>
          <a:prstGeom prst="rect">
            <a:avLst/>
          </a:prstGeom>
          <a:solidFill>
            <a:srgbClr val="2A3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>
                <a:solidFill>
                  <a:srgbClr val="34D3EB"/>
                </a:solidFill>
                <a:latin typeface="Aptos"/>
              </a:rPr>
              <a:t>CSS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48320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900" b="1">
                <a:latin typeface="Aptos"/>
              </a:rPr>
              <a:t>Responsive design: mobile-first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34440"/>
            <a:ext cx="1051560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>
                <a:solidFill>
                  <a:srgbClr val="A4B4C9"/>
                </a:solidFill>
                <a:latin typeface="Aptos"/>
              </a:rPr>
              <a:t>Design for constraints first; enhance when space allows.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457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00" b="1">
                <a:solidFill>
                  <a:srgbClr val="A4B4C9"/>
                </a:solidFill>
                <a:latin typeface="Aptos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011680"/>
            <a:ext cx="1554480" cy="2926080"/>
          </a:xfrm>
          <a:prstGeom prst="roundRect">
            <a:avLst/>
          </a:prstGeom>
          <a:solidFill>
            <a:srgbClr val="121E32"/>
          </a:solidFill>
          <a:ln>
            <a:solidFill>
              <a:srgbClr val="34D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15544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00" b="1">
                <a:solidFill>
                  <a:srgbClr val="34D3EB"/>
                </a:solidFill>
                <a:latin typeface="Aptos"/>
              </a:rPr>
              <a:t>MOBILE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2331720"/>
            <a:ext cx="1097280" cy="457200"/>
          </a:xfrm>
          <a:prstGeom prst="roundRect">
            <a:avLst/>
          </a:prstGeom>
          <a:solidFill>
            <a:srgbClr val="172740"/>
          </a:solidFill>
          <a:ln>
            <a:solidFill>
              <a:srgbClr val="2A3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143000" y="3017520"/>
            <a:ext cx="1097280" cy="457200"/>
          </a:xfrm>
          <a:prstGeom prst="roundRect">
            <a:avLst/>
          </a:prstGeom>
          <a:solidFill>
            <a:srgbClr val="172740"/>
          </a:solidFill>
          <a:ln>
            <a:solidFill>
              <a:srgbClr val="2A3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143000" y="3703320"/>
            <a:ext cx="1097280" cy="457200"/>
          </a:xfrm>
          <a:prstGeom prst="roundRect">
            <a:avLst/>
          </a:prstGeom>
          <a:solidFill>
            <a:srgbClr val="172740"/>
          </a:solidFill>
          <a:ln>
            <a:solidFill>
              <a:srgbClr val="2A3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657600" y="2377440"/>
            <a:ext cx="2286000" cy="2560320"/>
          </a:xfrm>
          <a:prstGeom prst="roundRect">
            <a:avLst/>
          </a:prstGeom>
          <a:solidFill>
            <a:srgbClr val="121E32"/>
          </a:solidFill>
          <a:ln>
            <a:solidFill>
              <a:srgbClr val="FFA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0" y="1965960"/>
            <a:ext cx="22860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A64A"/>
                </a:solidFill>
                <a:latin typeface="Aptos"/>
              </a:rPr>
              <a:t>TABLET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86200" y="2743200"/>
            <a:ext cx="713232" cy="1828799"/>
          </a:xfrm>
          <a:prstGeom prst="roundRect">
            <a:avLst/>
          </a:prstGeom>
          <a:solidFill>
            <a:srgbClr val="172740"/>
          </a:solidFill>
          <a:ln>
            <a:solidFill>
              <a:srgbClr val="2A3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709160" y="2743200"/>
            <a:ext cx="713232" cy="1828799"/>
          </a:xfrm>
          <a:prstGeom prst="roundRect">
            <a:avLst/>
          </a:prstGeom>
          <a:solidFill>
            <a:srgbClr val="172740"/>
          </a:solidFill>
          <a:ln>
            <a:solidFill>
              <a:srgbClr val="2A3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132320" y="2697480"/>
            <a:ext cx="3840480" cy="1920240"/>
          </a:xfrm>
          <a:prstGeom prst="roundRect">
            <a:avLst/>
          </a:prstGeom>
          <a:solidFill>
            <a:srgbClr val="121E32"/>
          </a:solidFill>
          <a:ln>
            <a:solidFill>
              <a:srgbClr val="5CD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0" y="2286000"/>
            <a:ext cx="38404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00" b="1">
                <a:solidFill>
                  <a:srgbClr val="5CDC9C"/>
                </a:solidFill>
                <a:latin typeface="Aptos"/>
              </a:rPr>
              <a:t>DESKTOP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20" y="3063240"/>
            <a:ext cx="957072" cy="1188720"/>
          </a:xfrm>
          <a:prstGeom prst="roundRect">
            <a:avLst/>
          </a:prstGeom>
          <a:solidFill>
            <a:srgbClr val="172740"/>
          </a:solidFill>
          <a:ln>
            <a:solidFill>
              <a:srgbClr val="2A3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427720" y="3063240"/>
            <a:ext cx="957072" cy="1188720"/>
          </a:xfrm>
          <a:prstGeom prst="roundRect">
            <a:avLst/>
          </a:prstGeom>
          <a:solidFill>
            <a:srgbClr val="172740"/>
          </a:solidFill>
          <a:ln>
            <a:solidFill>
              <a:srgbClr val="2A3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494520" y="3063240"/>
            <a:ext cx="957072" cy="1188720"/>
          </a:xfrm>
          <a:prstGeom prst="roundRect">
            <a:avLst/>
          </a:prstGeom>
          <a:solidFill>
            <a:srgbClr val="172740"/>
          </a:solidFill>
          <a:ln>
            <a:solidFill>
              <a:srgbClr val="2A3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315200" y="5074920"/>
            <a:ext cx="3566160" cy="685800"/>
          </a:xfrm>
          <a:prstGeom prst="roundRect">
            <a:avLst/>
          </a:prstGeom>
          <a:solidFill>
            <a:srgbClr val="070D18"/>
          </a:solidFill>
          <a:ln>
            <a:solidFill>
              <a:srgbClr val="2A3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79792" y="5184648"/>
            <a:ext cx="54864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1">
                <a:solidFill>
                  <a:srgbClr val="A4B4C9"/>
                </a:solidFill>
                <a:latin typeface="Aptos"/>
              </a:rPr>
              <a:t>CODE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79792" y="5458968"/>
            <a:ext cx="3236976" cy="18287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D6E1F1"/>
                </a:solidFill>
                <a:latin typeface="Cascadia Mono"/>
              </a:rPr>
              <a:t>@media (min-width: 768px) { ... 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623560"/>
            <a:ext cx="5669280" cy="2831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1">
                <a:solidFill>
                  <a:schemeClr val="bg1">
                    <a:lumMod val="65000"/>
                  </a:schemeClr>
                </a:solidFill>
                <a:latin typeface="Aptos"/>
              </a:rPr>
              <a:t>Think: content → layout → breakpoint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6382512"/>
            <a:ext cx="10972800" cy="10972"/>
          </a:xfrm>
          <a:prstGeom prst="rect">
            <a:avLst/>
          </a:prstGeom>
          <a:solidFill>
            <a:srgbClr val="2A3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1417320"/>
            <a:ext cx="18288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>
                <a:solidFill>
                  <a:srgbClr val="A482FF"/>
                </a:solidFill>
                <a:latin typeface="Aptos"/>
              </a:rPr>
              <a:t>NEXT STOP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74519"/>
            <a:ext cx="10241280" cy="62170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800" b="1">
                <a:latin typeface="Aptos"/>
              </a:rPr>
              <a:t>TypeScript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743200"/>
            <a:ext cx="9601200" cy="2985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0">
                <a:solidFill>
                  <a:schemeClr val="bg1">
                    <a:lumMod val="50000"/>
                  </a:schemeClr>
                </a:solidFill>
                <a:latin typeface="Aptos"/>
              </a:rPr>
              <a:t>Just enough type safety to make React easier to reason about.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3840480"/>
            <a:ext cx="201168" cy="201168"/>
          </a:xfrm>
          <a:prstGeom prst="ellipse">
            <a:avLst/>
          </a:prstGeom>
          <a:solidFill>
            <a:srgbClr val="34D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371600" y="3840480"/>
            <a:ext cx="201168" cy="201168"/>
          </a:xfrm>
          <a:prstGeom prst="ellipse">
            <a:avLst/>
          </a:prstGeom>
          <a:solidFill>
            <a:srgbClr val="FF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965960" y="3840480"/>
            <a:ext cx="201168" cy="201168"/>
          </a:xfrm>
          <a:prstGeom prst="ellipse">
            <a:avLst/>
          </a:prstGeom>
          <a:solidFill>
            <a:srgbClr val="5CD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2560320" y="3840480"/>
            <a:ext cx="201168" cy="201168"/>
          </a:xfrm>
          <a:prstGeom prst="ellipse">
            <a:avLst/>
          </a:prstGeom>
          <a:solidFill>
            <a:srgbClr val="A4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1051560" y="3941063"/>
            <a:ext cx="2011680" cy="0"/>
          </a:xfrm>
          <a:prstGeom prst="line">
            <a:avLst/>
          </a:prstGeom>
          <a:ln w="19050">
            <a:solidFill>
              <a:srgbClr val="2A3D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>
                <a:solidFill>
                  <a:srgbClr val="34D3EB"/>
                </a:solidFill>
                <a:latin typeface="Aptos"/>
              </a:rPr>
              <a:t>03 • TYPESCRIPT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48320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900" b="1">
                <a:latin typeface="Aptos"/>
              </a:rPr>
              <a:t>TypeScript for React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34440"/>
            <a:ext cx="10515600" cy="2523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>
                <a:solidFill>
                  <a:schemeClr val="bg1">
                    <a:lumMod val="65000"/>
                  </a:schemeClr>
                </a:solidFill>
                <a:latin typeface="Aptos"/>
              </a:rPr>
              <a:t>Types are contracts between your data and your UI.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457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00" b="1">
                <a:solidFill>
                  <a:srgbClr val="A4B4C9"/>
                </a:solidFill>
                <a:latin typeface="Aptos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657600" cy="2743200"/>
          </a:xfrm>
          <a:prstGeom prst="roundRect">
            <a:avLst/>
          </a:prstGeom>
          <a:solidFill>
            <a:srgbClr val="070D18"/>
          </a:solidFill>
          <a:ln>
            <a:solidFill>
              <a:srgbClr val="2A3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938528"/>
            <a:ext cx="54864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1">
                <a:solidFill>
                  <a:srgbClr val="A4B4C9"/>
                </a:solidFill>
                <a:latin typeface="Aptos"/>
              </a:rPr>
              <a:t>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212848"/>
            <a:ext cx="3328416" cy="22402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>
                <a:solidFill>
                  <a:srgbClr val="D6E1F1"/>
                </a:solidFill>
                <a:latin typeface="Cascadia Mono"/>
              </a:rPr>
              <a:t>interface User {
  id: number;
  name: string;
  email?: string;
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828800"/>
            <a:ext cx="3246120" cy="2743200"/>
          </a:xfrm>
          <a:prstGeom prst="roundRect">
            <a:avLst/>
          </a:prstGeom>
          <a:solidFill>
            <a:srgbClr val="070D18"/>
          </a:solidFill>
          <a:ln>
            <a:solidFill>
              <a:srgbClr val="2A3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90872" y="1938528"/>
            <a:ext cx="54864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1">
                <a:solidFill>
                  <a:srgbClr val="A4B4C9"/>
                </a:solidFill>
                <a:latin typeface="Aptos"/>
              </a:rPr>
              <a:t>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0872" y="2212848"/>
            <a:ext cx="2916936" cy="22402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>
                <a:solidFill>
                  <a:srgbClr val="D6E1F1"/>
                </a:solidFill>
                <a:latin typeface="Cascadia Mono"/>
              </a:rPr>
              <a:t>type Status =
  | 'loading'
  | 'success'
  | 'error';
const [status, setStatus] =
  useState&lt;Status&gt;('loading');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1828800"/>
            <a:ext cx="3474720" cy="2743200"/>
          </a:xfrm>
          <a:prstGeom prst="roundRect">
            <a:avLst/>
          </a:prstGeom>
          <a:solidFill>
            <a:srgbClr val="070D18"/>
          </a:solidFill>
          <a:ln>
            <a:solidFill>
              <a:srgbClr val="2A3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19871" y="1938528"/>
            <a:ext cx="54864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1">
                <a:solidFill>
                  <a:srgbClr val="A4B4C9"/>
                </a:solidFill>
                <a:latin typeface="Aptos"/>
              </a:rPr>
              <a:t>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9871" y="2212848"/>
            <a:ext cx="3145536" cy="22402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>
                <a:solidFill>
                  <a:srgbClr val="D6E1F1"/>
                </a:solidFill>
                <a:latin typeface="Cascadia Mono"/>
              </a:rPr>
              <a:t>const getName =
  (user: User): string =&gt;
    user.name;
user?.email ?? 'No email'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166360"/>
            <a:ext cx="1014984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0">
                <a:solidFill>
                  <a:srgbClr val="A4B4C9"/>
                </a:solidFill>
                <a:latin typeface="Aptos"/>
              </a:rPr>
              <a:t>Types • Interfaces • Enums • Unions • Functions • null/undefined • optional chaining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382512"/>
            <a:ext cx="10972800" cy="10972"/>
          </a:xfrm>
          <a:prstGeom prst="rect">
            <a:avLst/>
          </a:prstGeom>
          <a:solidFill>
            <a:srgbClr val="2A3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1417320"/>
            <a:ext cx="18288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>
                <a:solidFill>
                  <a:srgbClr val="5CDC9C"/>
                </a:solidFill>
                <a:latin typeface="Aptos"/>
              </a:rPr>
              <a:t>NEXT STOP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74519"/>
            <a:ext cx="10241280" cy="62170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800" b="1">
                <a:latin typeface="Aptos"/>
              </a:rPr>
              <a:t>React: UI as a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743200"/>
            <a:ext cx="9601200" cy="2985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0">
                <a:solidFill>
                  <a:schemeClr val="tx2">
                    <a:lumMod val="75000"/>
                    <a:lumOff val="25000"/>
                  </a:schemeClr>
                </a:solidFill>
                <a:latin typeface="Aptos"/>
              </a:rPr>
              <a:t>Components + state + events + data flow.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3840480"/>
            <a:ext cx="201168" cy="201168"/>
          </a:xfrm>
          <a:prstGeom prst="ellipse">
            <a:avLst/>
          </a:prstGeom>
          <a:solidFill>
            <a:srgbClr val="34D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371600" y="3840480"/>
            <a:ext cx="201168" cy="201168"/>
          </a:xfrm>
          <a:prstGeom prst="ellipse">
            <a:avLst/>
          </a:prstGeom>
          <a:solidFill>
            <a:srgbClr val="FF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965960" y="3840480"/>
            <a:ext cx="201168" cy="201168"/>
          </a:xfrm>
          <a:prstGeom prst="ellipse">
            <a:avLst/>
          </a:prstGeom>
          <a:solidFill>
            <a:srgbClr val="5CD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2560320" y="3840480"/>
            <a:ext cx="201168" cy="201168"/>
          </a:xfrm>
          <a:prstGeom prst="ellipse">
            <a:avLst/>
          </a:prstGeom>
          <a:solidFill>
            <a:srgbClr val="A4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1051560" y="3941063"/>
            <a:ext cx="2011680" cy="0"/>
          </a:xfrm>
          <a:prstGeom prst="line">
            <a:avLst/>
          </a:prstGeom>
          <a:ln w="19050">
            <a:solidFill>
              <a:srgbClr val="2A3D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>
                <a:solidFill>
                  <a:srgbClr val="34D3EB"/>
                </a:solidFill>
                <a:latin typeface="Aptos"/>
              </a:rPr>
              <a:t>REACT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48320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900" b="1">
                <a:solidFill>
                  <a:schemeClr val="accent1">
                    <a:lumMod val="60000"/>
                    <a:lumOff val="40000"/>
                  </a:schemeClr>
                </a:solidFill>
                <a:latin typeface="Aptos"/>
              </a:rPr>
              <a:t>JSX: markup meets 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34440"/>
            <a:ext cx="10515600" cy="2523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</a:rPr>
              <a:t>The goal isn't “HTML inside JS” — it's a declarative description of UI.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457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00" b="1">
                <a:solidFill>
                  <a:srgbClr val="A4B4C9"/>
                </a:solidFill>
                <a:latin typeface="Aptos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577840" cy="4023360"/>
          </a:xfrm>
          <a:prstGeom prst="roundRect">
            <a:avLst/>
          </a:prstGeom>
          <a:solidFill>
            <a:srgbClr val="070D18"/>
          </a:solidFill>
          <a:ln>
            <a:solidFill>
              <a:srgbClr val="2A3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892807"/>
            <a:ext cx="54864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1">
                <a:solidFill>
                  <a:srgbClr val="A4B4C9"/>
                </a:solidFill>
                <a:latin typeface="Aptos"/>
              </a:rPr>
              <a:t>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167128"/>
            <a:ext cx="5248655" cy="35204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>
                <a:solidFill>
                  <a:srgbClr val="D6E1F1"/>
                </a:solidFill>
                <a:latin typeface="Cascadia Mono"/>
              </a:rPr>
              <a:t>function Greeting({ name }) {
  return (
    &lt;section className="card"&gt;
      &lt;h2&gt;Hello, {name}&lt;/h2&gt;
      &lt;button onClick={handleClick}&gt;
        Continue
      &lt;/button&gt;
    &lt;/section&gt;
  );
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3720" y="1920240"/>
            <a:ext cx="1417320" cy="329184"/>
          </a:xfrm>
          <a:prstGeom prst="roundRect">
            <a:avLst/>
          </a:prstGeom>
          <a:solidFill>
            <a:srgbClr val="172740"/>
          </a:solidFill>
          <a:ln>
            <a:solidFill>
              <a:srgbClr val="2A3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76872" y="1956816"/>
            <a:ext cx="1271016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34D3EB"/>
                </a:solidFill>
                <a:latin typeface="Aptos"/>
              </a:rPr>
              <a:t>className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1956816"/>
            <a:ext cx="24688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>
                <a:solidFill>
                  <a:srgbClr val="F4F7FB"/>
                </a:solidFill>
                <a:latin typeface="Aptos"/>
              </a:rPr>
              <a:t>JSX attribute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2788920"/>
            <a:ext cx="1417320" cy="329184"/>
          </a:xfrm>
          <a:prstGeom prst="roundRect">
            <a:avLst/>
          </a:prstGeom>
          <a:solidFill>
            <a:srgbClr val="172740"/>
          </a:solidFill>
          <a:ln>
            <a:solidFill>
              <a:srgbClr val="2A3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76872" y="2825496"/>
            <a:ext cx="1271016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A64A"/>
                </a:solidFill>
                <a:latin typeface="Aptos"/>
              </a:rPr>
              <a:t>{name}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825496"/>
            <a:ext cx="24688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>
                <a:solidFill>
                  <a:srgbClr val="F4F7FB"/>
                </a:solidFill>
                <a:latin typeface="Aptos"/>
              </a:rPr>
              <a:t>JavaScript expression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3720" y="3657600"/>
            <a:ext cx="1417320" cy="329184"/>
          </a:xfrm>
          <a:prstGeom prst="roundRect">
            <a:avLst/>
          </a:prstGeom>
          <a:solidFill>
            <a:srgbClr val="172740"/>
          </a:solidFill>
          <a:ln>
            <a:solidFill>
              <a:srgbClr val="2A3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76872" y="3694176"/>
            <a:ext cx="1271016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5CDC9C"/>
                </a:solidFill>
                <a:latin typeface="Aptos"/>
              </a:rPr>
              <a:t>onClick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3694176"/>
            <a:ext cx="24688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>
                <a:solidFill>
                  <a:srgbClr val="F4F7FB"/>
                </a:solidFill>
                <a:latin typeface="Aptos"/>
              </a:rPr>
              <a:t>event handler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03720" y="4526279"/>
            <a:ext cx="1417320" cy="329184"/>
          </a:xfrm>
          <a:prstGeom prst="roundRect">
            <a:avLst/>
          </a:prstGeom>
          <a:solidFill>
            <a:srgbClr val="172740"/>
          </a:solidFill>
          <a:ln>
            <a:solidFill>
              <a:srgbClr val="2A3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76872" y="4562855"/>
            <a:ext cx="1271016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A482FF"/>
                </a:solidFill>
                <a:latin typeface="Aptos"/>
              </a:rPr>
              <a:t>&lt;section&gt;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4562855"/>
            <a:ext cx="24688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>
                <a:solidFill>
                  <a:srgbClr val="F4F7FB"/>
                </a:solidFill>
                <a:latin typeface="Aptos"/>
              </a:rPr>
              <a:t>semantic HTML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6382512"/>
            <a:ext cx="10972800" cy="10972"/>
          </a:xfrm>
          <a:prstGeom prst="rect">
            <a:avLst/>
          </a:prstGeom>
          <a:solidFill>
            <a:srgbClr val="2A3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slow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>
                <a:solidFill>
                  <a:srgbClr val="34D3EB"/>
                </a:solidFill>
                <a:latin typeface="Aptos"/>
              </a:rPr>
              <a:t>REACT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48320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900" b="1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</a:rPr>
              <a:t>Props vs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34440"/>
            <a:ext cx="10515600" cy="2523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>
                <a:solidFill>
                  <a:schemeClr val="tx2">
                    <a:lumMod val="75000"/>
                    <a:lumOff val="25000"/>
                  </a:schemeClr>
                </a:solidFill>
                <a:latin typeface="Aptos"/>
              </a:rPr>
              <a:t>One flows in. The other is owned and can change.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457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00" b="1">
                <a:solidFill>
                  <a:srgbClr val="A4B4C9"/>
                </a:solidFill>
                <a:latin typeface="Aptos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074920" cy="3337560"/>
          </a:xfrm>
          <a:prstGeom prst="roundRect">
            <a:avLst/>
          </a:prstGeom>
          <a:solidFill>
            <a:srgbClr val="121E32"/>
          </a:solidFill>
          <a:ln>
            <a:solidFill>
              <a:srgbClr val="34D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8288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400" b="1">
                <a:solidFill>
                  <a:srgbClr val="34D3EB"/>
                </a:solidFill>
                <a:latin typeface="Aptos"/>
              </a:rPr>
              <a:t>PROPS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43200"/>
            <a:ext cx="4206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4F7FB"/>
                </a:solidFill>
                <a:latin typeface="Aptos"/>
              </a:defRPr>
            </a:pPr>
            <a:r>
              <a:t>• Passed from parent to child</a:t>
            </a:r>
          </a:p>
          <a:p>
            <a:pPr>
              <a:spcAft>
                <a:spcPts val="800"/>
              </a:spcAft>
              <a:defRPr sz="1600">
                <a:solidFill>
                  <a:srgbClr val="F4F7FB"/>
                </a:solidFill>
                <a:latin typeface="Aptos"/>
              </a:defRPr>
            </a:pPr>
            <a:r>
              <a:t>• Read-only from the child's point of view</a:t>
            </a:r>
          </a:p>
          <a:p>
            <a:pPr>
              <a:spcAft>
                <a:spcPts val="800"/>
              </a:spcAft>
              <a:defRPr sz="1600">
                <a:solidFill>
                  <a:srgbClr val="F4F7FB"/>
                </a:solidFill>
                <a:latin typeface="Aptos"/>
              </a:defRPr>
            </a:pPr>
            <a:r>
              <a:t>• Use for configuration / data / callbacks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828800"/>
            <a:ext cx="5074920" cy="3337560"/>
          </a:xfrm>
          <a:prstGeom prst="roundRect">
            <a:avLst/>
          </a:prstGeom>
          <a:solidFill>
            <a:srgbClr val="121E32"/>
          </a:solidFill>
          <a:ln>
            <a:solidFill>
              <a:srgbClr val="FFA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29400" y="2148840"/>
            <a:ext cx="18288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400" b="1">
                <a:solidFill>
                  <a:srgbClr val="FFA64A"/>
                </a:solidFill>
                <a:latin typeface="Aptos"/>
              </a:rPr>
              <a:t>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743200"/>
            <a:ext cx="4206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4F7FB"/>
                </a:solidFill>
                <a:latin typeface="Aptos"/>
              </a:defRPr>
            </a:pPr>
            <a:r>
              <a:t>• Component memory</a:t>
            </a:r>
          </a:p>
          <a:p>
            <a:pPr>
              <a:spcAft>
                <a:spcPts val="800"/>
              </a:spcAft>
              <a:defRPr sz="1600">
                <a:solidFill>
                  <a:srgbClr val="F4F7FB"/>
                </a:solidFill>
                <a:latin typeface="Aptos"/>
              </a:defRPr>
            </a:pPr>
            <a:r>
              <a:t>• Changes over time</a:t>
            </a:r>
          </a:p>
          <a:p>
            <a:pPr>
              <a:spcAft>
                <a:spcPts val="800"/>
              </a:spcAft>
              <a:defRPr sz="1600">
                <a:solidFill>
                  <a:srgbClr val="F4F7FB"/>
                </a:solidFill>
                <a:latin typeface="Aptos"/>
              </a:defRPr>
            </a:pPr>
            <a:r>
              <a:t>• Updating state requests a re-render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40680" y="3429000"/>
            <a:ext cx="777240" cy="0"/>
          </a:xfrm>
          <a:prstGeom prst="line">
            <a:avLst/>
          </a:prstGeom>
          <a:ln w="20320">
            <a:solidFill>
              <a:srgbClr val="2A3D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14400" y="5486400"/>
            <a:ext cx="10241280" cy="2677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0">
                <a:solidFill>
                  <a:schemeClr val="accent4">
                    <a:lumMod val="50000"/>
                  </a:schemeClr>
                </a:solidFill>
                <a:latin typeface="Aptos"/>
              </a:rPr>
              <a:t>When two components need to coordinate → lift state to their closest common parent.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382512"/>
            <a:ext cx="10972800" cy="10972"/>
          </a:xfrm>
          <a:prstGeom prst="rect">
            <a:avLst/>
          </a:prstGeom>
          <a:solidFill>
            <a:srgbClr val="2A3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slow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>
                <a:solidFill>
                  <a:srgbClr val="34D3EB"/>
                </a:solidFill>
                <a:latin typeface="Aptos"/>
              </a:rPr>
              <a:t>REACT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48320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900" b="1">
                <a:solidFill>
                  <a:schemeClr val="tx2">
                    <a:lumMod val="75000"/>
                    <a:lumOff val="25000"/>
                  </a:schemeClr>
                </a:solidFill>
                <a:latin typeface="Aptos"/>
              </a:rPr>
              <a:t>Rendering &amp; re-rendering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34440"/>
            <a:ext cx="10515600" cy="2523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>
                <a:solidFill>
                  <a:schemeClr val="bg1">
                    <a:lumMod val="50000"/>
                  </a:schemeClr>
                </a:solidFill>
                <a:latin typeface="Aptos"/>
              </a:rPr>
              <a:t>Think in snapshots: state changes → React renders again.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457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00" b="1">
                <a:solidFill>
                  <a:srgbClr val="A4B4C9"/>
                </a:solidFill>
                <a:latin typeface="Aptos"/>
              </a:rPr>
              <a:t>18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2057400"/>
            <a:ext cx="749808" cy="749808"/>
          </a:xfrm>
          <a:prstGeom prst="ellipse">
            <a:avLst/>
          </a:prstGeom>
          <a:solidFill>
            <a:srgbClr val="34D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2075688"/>
            <a:ext cx="749808" cy="73151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A1220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71800"/>
            <a:ext cx="10972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>
                <a:solidFill>
                  <a:srgbClr val="34D3EB"/>
                </a:solidFill>
                <a:latin typeface="Aptos"/>
              </a:rPr>
              <a:t>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3383280"/>
            <a:ext cx="1645920" cy="2369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300" b="0">
                <a:latin typeface="Aptos"/>
              </a:rPr>
              <a:t>click / type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508760" y="2432304"/>
            <a:ext cx="1188720" cy="0"/>
          </a:xfrm>
          <a:prstGeom prst="line">
            <a:avLst/>
          </a:prstGeom>
          <a:ln w="20320">
            <a:solidFill>
              <a:srgbClr val="2A3D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2926080" y="2057400"/>
            <a:ext cx="749808" cy="749808"/>
          </a:xfrm>
          <a:prstGeom prst="ellipse">
            <a:avLst/>
          </a:prstGeom>
          <a:solidFill>
            <a:srgbClr val="FF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26080" y="2075688"/>
            <a:ext cx="749808" cy="73151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A1220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971800"/>
            <a:ext cx="10972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A64A"/>
                </a:solidFill>
                <a:latin typeface="Aptos"/>
              </a:rPr>
              <a:t>EVENT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383280"/>
            <a:ext cx="1645920" cy="2369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300" b="0">
                <a:latin typeface="Aptos"/>
              </a:rPr>
              <a:t>handler runs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749040" y="2432304"/>
            <a:ext cx="1188720" cy="0"/>
          </a:xfrm>
          <a:prstGeom prst="line">
            <a:avLst/>
          </a:prstGeom>
          <a:ln w="20320">
            <a:solidFill>
              <a:srgbClr val="2A3D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166360" y="2057400"/>
            <a:ext cx="749808" cy="749808"/>
          </a:xfrm>
          <a:prstGeom prst="ellipse">
            <a:avLst/>
          </a:prstGeom>
          <a:solidFill>
            <a:srgbClr val="5CD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66360" y="2075688"/>
            <a:ext cx="749808" cy="73151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A1220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971800"/>
            <a:ext cx="10972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>
                <a:solidFill>
                  <a:srgbClr val="5CDC9C"/>
                </a:solidFill>
                <a:latin typeface="Aptos"/>
              </a:rPr>
              <a:t>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3383280"/>
            <a:ext cx="1645920" cy="2369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300" b="0" err="1">
                <a:latin typeface="Aptos"/>
              </a:rPr>
              <a:t>setState</a:t>
            </a:r>
            <a:r>
              <a:rPr sz="1300" b="0">
                <a:latin typeface="Aptos"/>
              </a:rPr>
              <a:t>(...)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89320" y="2432304"/>
            <a:ext cx="1188720" cy="0"/>
          </a:xfrm>
          <a:prstGeom prst="line">
            <a:avLst/>
          </a:prstGeom>
          <a:ln w="20320">
            <a:solidFill>
              <a:srgbClr val="2A3D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406640" y="2057400"/>
            <a:ext cx="749808" cy="749808"/>
          </a:xfrm>
          <a:prstGeom prst="ellipse">
            <a:avLst/>
          </a:prstGeom>
          <a:solidFill>
            <a:srgbClr val="A4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06640" y="2075688"/>
            <a:ext cx="749808" cy="73151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A1220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2971800"/>
            <a:ext cx="10972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>
                <a:solidFill>
                  <a:srgbClr val="A482FF"/>
                </a:solidFill>
                <a:latin typeface="Aptos"/>
              </a:rPr>
              <a:t>RENDER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3383280"/>
            <a:ext cx="1645920" cy="2369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300" b="0">
                <a:latin typeface="Aptos"/>
              </a:rPr>
              <a:t>component runs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229600" y="2432304"/>
            <a:ext cx="1188720" cy="0"/>
          </a:xfrm>
          <a:prstGeom prst="line">
            <a:avLst/>
          </a:prstGeom>
          <a:ln w="20320">
            <a:solidFill>
              <a:srgbClr val="2A3D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9646920" y="2057400"/>
            <a:ext cx="749808" cy="749808"/>
          </a:xfrm>
          <a:prstGeom prst="ellipse">
            <a:avLst/>
          </a:prstGeom>
          <a:solidFill>
            <a:srgbClr val="34D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46920" y="2075688"/>
            <a:ext cx="749808" cy="73151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A1220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2971800"/>
            <a:ext cx="10972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>
                <a:solidFill>
                  <a:srgbClr val="34D3EB"/>
                </a:solidFill>
                <a:latin typeface="Aptos"/>
              </a:rPr>
              <a:t>UI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3383280"/>
            <a:ext cx="1645920" cy="2369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300" b="0">
                <a:latin typeface="Aptos"/>
              </a:rPr>
              <a:t>new output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97280" y="4389120"/>
            <a:ext cx="9966960" cy="914400"/>
          </a:xfrm>
          <a:prstGeom prst="roundRect">
            <a:avLst/>
          </a:prstGeom>
          <a:solidFill>
            <a:srgbClr val="121E32"/>
          </a:solidFill>
          <a:ln>
            <a:solidFill>
              <a:srgbClr val="2A3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417320" y="4663440"/>
            <a:ext cx="438912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1">
                <a:solidFill>
                  <a:srgbClr val="FF6978"/>
                </a:solidFill>
                <a:latin typeface="Aptos"/>
              </a:rPr>
              <a:t>A local variable changing ≠ a React update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4663440"/>
            <a:ext cx="493776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1">
                <a:solidFill>
                  <a:srgbClr val="5CDC9C"/>
                </a:solidFill>
                <a:latin typeface="Aptos"/>
              </a:rPr>
              <a:t>State retains data + triggers a re-render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6382512"/>
            <a:ext cx="10972800" cy="10972"/>
          </a:xfrm>
          <a:prstGeom prst="rect">
            <a:avLst/>
          </a:prstGeom>
          <a:solidFill>
            <a:srgbClr val="2A3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slow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>
                <a:solidFill>
                  <a:srgbClr val="34D3EB"/>
                </a:solidFill>
                <a:latin typeface="Aptos"/>
              </a:rPr>
              <a:t>REACT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48320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900" b="1">
                <a:latin typeface="Aptos"/>
              </a:rPr>
              <a:t>Virtual DOM: understand</a:t>
            </a:r>
            <a:r>
              <a:rPr lang="en-IN" sz="2900" b="1" err="1">
                <a:latin typeface="Aptos"/>
              </a:rPr>
              <a:t>ing</a:t>
            </a:r>
            <a:r>
              <a:rPr sz="2900" b="1">
                <a:latin typeface="Aptos"/>
              </a:rPr>
              <a:t> the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34440"/>
            <a:ext cx="10515600" cy="2523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>
                <a:solidFill>
                  <a:schemeClr val="bg1">
                    <a:lumMod val="50000"/>
                  </a:schemeClr>
                </a:solidFill>
                <a:latin typeface="Aptos"/>
              </a:rPr>
              <a:t>React builds and compares UI descriptions; the browser DOM is the real rendered tree.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457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00" b="1">
                <a:solidFill>
                  <a:srgbClr val="A4B4C9"/>
                </a:solidFill>
                <a:latin typeface="Aptos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2926080" cy="2651760"/>
          </a:xfrm>
          <a:prstGeom prst="roundRect">
            <a:avLst/>
          </a:prstGeom>
          <a:solidFill>
            <a:srgbClr val="121E32"/>
          </a:solidFill>
          <a:ln>
            <a:solidFill>
              <a:srgbClr val="34D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23774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300" b="1">
                <a:solidFill>
                  <a:srgbClr val="34D3EB"/>
                </a:solidFill>
                <a:latin typeface="Aptos"/>
              </a:rPr>
              <a:t>COMPONENTS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97480"/>
            <a:ext cx="2377440" cy="10058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2000" b="1">
                <a:solidFill>
                  <a:srgbClr val="F4F7FB"/>
                </a:solidFill>
                <a:latin typeface="Aptos"/>
              </a:rPr>
              <a:t>state + props
       ↓
  JSX / UI tree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1828800"/>
            <a:ext cx="2926080" cy="2651760"/>
          </a:xfrm>
          <a:prstGeom prst="roundRect">
            <a:avLst/>
          </a:prstGeom>
          <a:solidFill>
            <a:srgbClr val="121E32"/>
          </a:solidFill>
          <a:ln>
            <a:solidFill>
              <a:srgbClr val="A4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92040" y="2148840"/>
            <a:ext cx="23774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300" b="1">
                <a:solidFill>
                  <a:srgbClr val="A482FF"/>
                </a:solidFill>
                <a:latin typeface="Aptos"/>
              </a:rPr>
              <a:t>REACT TREE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2697480"/>
            <a:ext cx="2377440" cy="10058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800" b="1">
                <a:solidFill>
                  <a:srgbClr val="F4F7FB"/>
                </a:solidFill>
                <a:latin typeface="Aptos"/>
              </a:rPr>
              <a:t>new output
       ↕
compare / reconcile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1828800"/>
            <a:ext cx="2926080" cy="2651760"/>
          </a:xfrm>
          <a:prstGeom prst="roundRect">
            <a:avLst/>
          </a:prstGeom>
          <a:solidFill>
            <a:srgbClr val="121E32"/>
          </a:solidFill>
          <a:ln>
            <a:solidFill>
              <a:srgbClr val="5CD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0" y="2148840"/>
            <a:ext cx="23774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300" b="1">
                <a:solidFill>
                  <a:srgbClr val="5CDC9C"/>
                </a:solidFill>
                <a:latin typeface="Aptos"/>
              </a:rPr>
              <a:t>BROWSER DOM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2697480"/>
            <a:ext cx="2377440" cy="10058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800" b="1">
                <a:solidFill>
                  <a:srgbClr val="F4F7FB"/>
                </a:solidFill>
                <a:latin typeface="Aptos"/>
              </a:rPr>
              <a:t>actual elements
       ↓
 pixels on screen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794760" y="3154680"/>
            <a:ext cx="731520" cy="0"/>
          </a:xfrm>
          <a:prstGeom prst="line">
            <a:avLst/>
          </a:prstGeom>
          <a:ln w="20320">
            <a:solidFill>
              <a:srgbClr val="2A3D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589520" y="3154680"/>
            <a:ext cx="731520" cy="0"/>
          </a:xfrm>
          <a:prstGeom prst="line">
            <a:avLst/>
          </a:prstGeom>
          <a:ln w="20320">
            <a:solidFill>
              <a:srgbClr val="2A3D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94360" y="6382512"/>
            <a:ext cx="10972800" cy="10972"/>
          </a:xfrm>
          <a:prstGeom prst="rect">
            <a:avLst/>
          </a:prstGeom>
          <a:solidFill>
            <a:srgbClr val="2A3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slow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>
                <a:solidFill>
                  <a:srgbClr val="34D3EB"/>
                </a:solidFill>
                <a:latin typeface="Aptos"/>
              </a:rPr>
              <a:t>REACT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48320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900" b="1">
                <a:latin typeface="Aptos"/>
              </a:rPr>
              <a:t>Hooks: when do I use what?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34440"/>
            <a:ext cx="10515600" cy="2523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>
                <a:solidFill>
                  <a:schemeClr val="bg1">
                    <a:lumMod val="50000"/>
                  </a:schemeClr>
                </a:solidFill>
                <a:latin typeface="Aptos"/>
              </a:rPr>
              <a:t>Learn the problem each Hook solves.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457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00" b="1">
                <a:solidFill>
                  <a:srgbClr val="A4B4C9"/>
                </a:solidFill>
                <a:latin typeface="Aptos"/>
              </a:rP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2514600" cy="2286000"/>
          </a:xfrm>
          <a:prstGeom prst="roundRect">
            <a:avLst/>
          </a:prstGeom>
          <a:solidFill>
            <a:srgbClr val="121E32"/>
          </a:solidFill>
          <a:ln>
            <a:solidFill>
              <a:srgbClr val="2A3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60120" y="2240280"/>
            <a:ext cx="1417320" cy="329184"/>
          </a:xfrm>
          <a:prstGeom prst="roundRect">
            <a:avLst/>
          </a:prstGeom>
          <a:solidFill>
            <a:srgbClr val="172740"/>
          </a:solidFill>
          <a:ln>
            <a:solidFill>
              <a:srgbClr val="2A3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33272" y="2276856"/>
            <a:ext cx="1271016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34D3EB"/>
                </a:solidFill>
                <a:latin typeface="Aptos"/>
              </a:rPr>
              <a:t>useState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971800"/>
            <a:ext cx="2011680" cy="640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>
                <a:solidFill>
                  <a:srgbClr val="F4F7FB"/>
                </a:solidFill>
                <a:latin typeface="Aptos"/>
              </a:rPr>
              <a:t>component memory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39" y="1965960"/>
            <a:ext cx="2514600" cy="2286000"/>
          </a:xfrm>
          <a:prstGeom prst="roundRect">
            <a:avLst/>
          </a:prstGeom>
          <a:solidFill>
            <a:srgbClr val="121E32"/>
          </a:solidFill>
          <a:ln>
            <a:solidFill>
              <a:srgbClr val="2A3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749039" y="2240280"/>
            <a:ext cx="1417320" cy="329184"/>
          </a:xfrm>
          <a:prstGeom prst="roundRect">
            <a:avLst/>
          </a:prstGeom>
          <a:solidFill>
            <a:srgbClr val="172740"/>
          </a:solidFill>
          <a:ln>
            <a:solidFill>
              <a:srgbClr val="2A3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22191" y="2276856"/>
            <a:ext cx="1271016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A64A"/>
                </a:solidFill>
                <a:latin typeface="Aptos"/>
              </a:rPr>
              <a:t>useEffect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971800"/>
            <a:ext cx="2011680" cy="640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>
                <a:solidFill>
                  <a:srgbClr val="F4F7FB"/>
                </a:solidFill>
                <a:latin typeface="Aptos"/>
              </a:rPr>
              <a:t>sync with external systems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1965960"/>
            <a:ext cx="2514600" cy="2286000"/>
          </a:xfrm>
          <a:prstGeom prst="roundRect">
            <a:avLst/>
          </a:prstGeom>
          <a:solidFill>
            <a:srgbClr val="121E32"/>
          </a:solidFill>
          <a:ln>
            <a:solidFill>
              <a:srgbClr val="2A3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537959" y="2240280"/>
            <a:ext cx="1417320" cy="329184"/>
          </a:xfrm>
          <a:prstGeom prst="roundRect">
            <a:avLst/>
          </a:prstGeom>
          <a:solidFill>
            <a:srgbClr val="172740"/>
          </a:solidFill>
          <a:ln>
            <a:solidFill>
              <a:srgbClr val="2A3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11112" y="2276856"/>
            <a:ext cx="1271016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5CDC9C"/>
                </a:solidFill>
                <a:latin typeface="Aptos"/>
              </a:rPr>
              <a:t>useRef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2971800"/>
            <a:ext cx="2011680" cy="640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>
                <a:solidFill>
                  <a:srgbClr val="F4F7FB"/>
                </a:solidFill>
                <a:latin typeface="Aptos"/>
              </a:rPr>
              <a:t>persist a value / DOM reference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1965960"/>
            <a:ext cx="2514600" cy="2286000"/>
          </a:xfrm>
          <a:prstGeom prst="roundRect">
            <a:avLst/>
          </a:prstGeom>
          <a:solidFill>
            <a:srgbClr val="121E32"/>
          </a:solidFill>
          <a:ln>
            <a:solidFill>
              <a:srgbClr val="2A3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326880" y="2240280"/>
            <a:ext cx="1417320" cy="329184"/>
          </a:xfrm>
          <a:prstGeom prst="roundRect">
            <a:avLst/>
          </a:prstGeom>
          <a:solidFill>
            <a:srgbClr val="172740"/>
          </a:solidFill>
          <a:ln>
            <a:solidFill>
              <a:srgbClr val="2A3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00032" y="2276856"/>
            <a:ext cx="1271016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A482FF"/>
                </a:solidFill>
                <a:latin typeface="Aptos"/>
              </a:rPr>
              <a:t>useContext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2971800"/>
            <a:ext cx="2011680" cy="640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>
                <a:solidFill>
                  <a:srgbClr val="F4F7FB"/>
                </a:solidFill>
                <a:latin typeface="Aptos"/>
              </a:rPr>
              <a:t>read shared context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5840" y="4800600"/>
            <a:ext cx="10058400" cy="822960"/>
          </a:xfrm>
          <a:prstGeom prst="roundRect">
            <a:avLst/>
          </a:prstGeom>
          <a:solidFill>
            <a:srgbClr val="172740"/>
          </a:solidFill>
          <a:ln>
            <a:solidFill>
              <a:srgbClr val="2A3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234440" y="5047488"/>
            <a:ext cx="96012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>
                <a:solidFill>
                  <a:srgbClr val="34D3EB"/>
                </a:solidFill>
                <a:latin typeface="Aptos"/>
              </a:rPr>
              <a:t>Rule: Hooks live at the top level of React components / custom Hooks.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6382512"/>
            <a:ext cx="10972800" cy="10972"/>
          </a:xfrm>
          <a:prstGeom prst="rect">
            <a:avLst/>
          </a:prstGeom>
          <a:solidFill>
            <a:srgbClr val="2A3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slow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>
                <a:solidFill>
                  <a:srgbClr val="34D3EB"/>
                </a:solidFill>
                <a:latin typeface="Aptos"/>
              </a:rPr>
              <a:t>REACT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48320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900" b="1">
                <a:latin typeface="Aptos"/>
              </a:rPr>
              <a:t>Lists + conditional rendering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34440"/>
            <a:ext cx="10515600" cy="2523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>
                <a:solidFill>
                  <a:schemeClr val="bg1">
                    <a:lumMod val="50000"/>
                  </a:schemeClr>
                </a:solidFill>
                <a:latin typeface="Aptos"/>
              </a:rPr>
              <a:t>Most product UIs are “data → list → conditions”.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457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00" b="1">
                <a:solidFill>
                  <a:srgbClr val="A4B4C9"/>
                </a:solidFill>
                <a:latin typeface="Aptos"/>
              </a:rP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4023360" cy="2468880"/>
          </a:xfrm>
          <a:prstGeom prst="roundRect">
            <a:avLst/>
          </a:prstGeom>
          <a:solidFill>
            <a:srgbClr val="070D18"/>
          </a:solidFill>
          <a:ln>
            <a:solidFill>
              <a:srgbClr val="2A3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938528"/>
            <a:ext cx="54864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1">
                <a:solidFill>
                  <a:srgbClr val="A4B4C9"/>
                </a:solidFill>
                <a:latin typeface="Aptos"/>
              </a:rPr>
              <a:t>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212848"/>
            <a:ext cx="3694176" cy="19659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>
                <a:solidFill>
                  <a:srgbClr val="D6E1F1"/>
                </a:solidFill>
                <a:latin typeface="Cascadia Mono"/>
              </a:rPr>
              <a:t>{users.map(user =&gt; (
  &lt;UserCard
    key={user.id}
    user={user}
  /&gt;
))}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66360" y="1828800"/>
            <a:ext cx="5303520" cy="2468880"/>
          </a:xfrm>
          <a:prstGeom prst="roundRect">
            <a:avLst/>
          </a:prstGeom>
          <a:solidFill>
            <a:srgbClr val="070D18"/>
          </a:solidFill>
          <a:ln>
            <a:solidFill>
              <a:srgbClr val="2A3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30952" y="1938528"/>
            <a:ext cx="54864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1">
                <a:solidFill>
                  <a:srgbClr val="A4B4C9"/>
                </a:solidFill>
                <a:latin typeface="Aptos"/>
              </a:rPr>
              <a:t>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0952" y="2212848"/>
            <a:ext cx="4974336" cy="19659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>
                <a:solidFill>
                  <a:srgbClr val="D6E1F1"/>
                </a:solidFill>
                <a:latin typeface="Cascadia Mono"/>
              </a:rPr>
              <a:t>{loading &amp;&amp; &lt;Spinner /&gt;}
{error ? &lt;Error /&gt; : &lt;Results /&gt;}
{users.length === 0 &amp;&amp; &lt;Empty /&gt;}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663440"/>
            <a:ext cx="10972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FFA64A"/>
                </a:solidFill>
                <a:latin typeface="Aptos"/>
              </a:rPr>
              <a:t>KEYS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590288"/>
            <a:ext cx="8961120" cy="2677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0">
                <a:solidFill>
                  <a:schemeClr val="accent3">
                    <a:lumMod val="60000"/>
                    <a:lumOff val="40000"/>
                  </a:schemeClr>
                </a:solidFill>
                <a:latin typeface="Aptos"/>
              </a:rPr>
              <a:t>Stable identity helps React track list items. Avoid array index when order can change.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382512"/>
            <a:ext cx="10972800" cy="10972"/>
          </a:xfrm>
          <a:prstGeom prst="rect">
            <a:avLst/>
          </a:prstGeom>
          <a:solidFill>
            <a:srgbClr val="2A3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slow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>
                <a:solidFill>
                  <a:srgbClr val="34D3EB"/>
                </a:solidFill>
                <a:latin typeface="Aptos"/>
              </a:rPr>
              <a:t>REACT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48320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900" b="1">
                <a:solidFill>
                  <a:schemeClr val="accent6">
                    <a:lumMod val="75000"/>
                  </a:schemeClr>
                </a:solidFill>
                <a:latin typeface="Aptos"/>
              </a:rPr>
              <a:t>API integration + async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34440"/>
            <a:ext cx="10515600" cy="2523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>
                <a:solidFill>
                  <a:schemeClr val="accent6">
                    <a:lumMod val="40000"/>
                    <a:lumOff val="60000"/>
                  </a:schemeClr>
                </a:solidFill>
                <a:latin typeface="Aptos"/>
              </a:rPr>
              <a:t>A real UI is a state machine around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457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00" b="1">
                <a:solidFill>
                  <a:srgbClr val="A4B4C9"/>
                </a:solidFill>
                <a:latin typeface="Aptos"/>
              </a:rP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2377440" cy="1234440"/>
          </a:xfrm>
          <a:prstGeom prst="roundRect">
            <a:avLst/>
          </a:prstGeom>
          <a:solidFill>
            <a:srgbClr val="121E32"/>
          </a:solidFill>
          <a:ln>
            <a:solidFill>
              <a:srgbClr val="2A3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20116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00" b="1">
                <a:solidFill>
                  <a:srgbClr val="A4B4C9"/>
                </a:solidFill>
                <a:latin typeface="Aptos"/>
              </a:rPr>
              <a:t>IDLE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20116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300" b="0">
                <a:solidFill>
                  <a:srgbClr val="F4F7FB"/>
                </a:solidFill>
                <a:latin typeface="Aptos"/>
              </a:rPr>
              <a:t>screen opens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54680" y="2532888"/>
            <a:ext cx="320040" cy="0"/>
          </a:xfrm>
          <a:prstGeom prst="line">
            <a:avLst/>
          </a:prstGeom>
          <a:ln w="19050">
            <a:solidFill>
              <a:srgbClr val="2A3D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520439" y="1920240"/>
            <a:ext cx="2377440" cy="1234440"/>
          </a:xfrm>
          <a:prstGeom prst="roundRect">
            <a:avLst/>
          </a:prstGeom>
          <a:solidFill>
            <a:srgbClr val="121E32"/>
          </a:solidFill>
          <a:ln>
            <a:solidFill>
              <a:srgbClr val="2A3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03320" y="2148840"/>
            <a:ext cx="20116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00" b="1">
                <a:solidFill>
                  <a:srgbClr val="34D3EB"/>
                </a:solidFill>
                <a:latin typeface="Aptos"/>
              </a:rPr>
              <a:t>LOADING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560320"/>
            <a:ext cx="20116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300" b="0">
                <a:solidFill>
                  <a:srgbClr val="F4F7FB"/>
                </a:solidFill>
                <a:latin typeface="Aptos"/>
              </a:rPr>
              <a:t>request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43600" y="2532888"/>
            <a:ext cx="320040" cy="0"/>
          </a:xfrm>
          <a:prstGeom prst="line">
            <a:avLst/>
          </a:prstGeom>
          <a:ln w="19050">
            <a:solidFill>
              <a:srgbClr val="2A3D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309359" y="1920240"/>
            <a:ext cx="2377440" cy="1234440"/>
          </a:xfrm>
          <a:prstGeom prst="roundRect">
            <a:avLst/>
          </a:prstGeom>
          <a:solidFill>
            <a:srgbClr val="121E32"/>
          </a:solidFill>
          <a:ln>
            <a:solidFill>
              <a:srgbClr val="2A3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2148840"/>
            <a:ext cx="20116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00" b="1">
                <a:solidFill>
                  <a:srgbClr val="5CDC9C"/>
                </a:solidFill>
                <a:latin typeface="Aptos"/>
              </a:rPr>
              <a:t>SUCCESS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560320"/>
            <a:ext cx="20116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300" b="0">
                <a:solidFill>
                  <a:srgbClr val="F4F7FB"/>
                </a:solidFill>
                <a:latin typeface="Aptos"/>
              </a:rPr>
              <a:t>data arrives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732519" y="2532888"/>
            <a:ext cx="320040" cy="0"/>
          </a:xfrm>
          <a:prstGeom prst="line">
            <a:avLst/>
          </a:prstGeom>
          <a:ln w="19050">
            <a:solidFill>
              <a:srgbClr val="2A3D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098280" y="1920240"/>
            <a:ext cx="2377440" cy="1234440"/>
          </a:xfrm>
          <a:prstGeom prst="roundRect">
            <a:avLst/>
          </a:prstGeom>
          <a:solidFill>
            <a:srgbClr val="121E32"/>
          </a:solidFill>
          <a:ln>
            <a:solidFill>
              <a:srgbClr val="2A3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81159" y="2148840"/>
            <a:ext cx="20116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6978"/>
                </a:solidFill>
                <a:latin typeface="Aptos"/>
              </a:rPr>
              <a:t>ERROR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59" y="2560320"/>
            <a:ext cx="20116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300" b="0">
                <a:solidFill>
                  <a:srgbClr val="F4F7FB"/>
                </a:solidFill>
                <a:latin typeface="Aptos"/>
              </a:rPr>
              <a:t>request fails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" y="3840480"/>
            <a:ext cx="4754880" cy="1691640"/>
          </a:xfrm>
          <a:prstGeom prst="roundRect">
            <a:avLst/>
          </a:prstGeom>
          <a:solidFill>
            <a:srgbClr val="070D18"/>
          </a:solidFill>
          <a:ln>
            <a:solidFill>
              <a:srgbClr val="2A3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61872" y="3950208"/>
            <a:ext cx="54864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1">
                <a:solidFill>
                  <a:srgbClr val="A4B4C9"/>
                </a:solidFill>
                <a:latin typeface="Aptos"/>
              </a:rPr>
              <a:t>CODE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61872" y="4224528"/>
            <a:ext cx="4425696" cy="11887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>
                <a:solidFill>
                  <a:srgbClr val="D6E1F1"/>
                </a:solidFill>
                <a:latin typeface="Cascadia Mono"/>
              </a:rPr>
              <a:t>useEffect(() =&gt; {
  fetch('/api/users')
    .then(...)
    .catch(...)
}, []);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069080"/>
            <a:ext cx="4206240" cy="56015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>
                <a:solidFill>
                  <a:schemeClr val="bg1">
                    <a:lumMod val="50000"/>
                  </a:schemeClr>
                </a:solidFill>
                <a:latin typeface="Aptos"/>
              </a:rPr>
              <a:t>Separate data state from UI state.
Think: loading • data • error • empty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6382512"/>
            <a:ext cx="10972800" cy="10972"/>
          </a:xfrm>
          <a:prstGeom prst="rect">
            <a:avLst/>
          </a:prstGeom>
          <a:solidFill>
            <a:srgbClr val="2A3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slow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>
                <a:solidFill>
                  <a:srgbClr val="34D3EB"/>
                </a:solidFill>
                <a:latin typeface="Aptos"/>
              </a:rPr>
              <a:t>REACT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48320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900" b="1">
                <a:latin typeface="Aptos"/>
              </a:rPr>
              <a:t>Error handling: “works on my machine” is not a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34440"/>
            <a:ext cx="10515600" cy="2523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>
                <a:solidFill>
                  <a:schemeClr val="bg1">
                    <a:lumMod val="50000"/>
                  </a:schemeClr>
                </a:solidFill>
                <a:latin typeface="Aptos"/>
              </a:rPr>
              <a:t>Good frontend code anticipates failure.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457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00" b="1">
                <a:solidFill>
                  <a:srgbClr val="A4B4C9"/>
                </a:solidFill>
                <a:latin typeface="Aptos"/>
              </a:rPr>
              <a:t>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2011680" cy="566928"/>
          </a:xfrm>
          <a:prstGeom prst="roundRect">
            <a:avLst/>
          </a:prstGeom>
          <a:solidFill>
            <a:srgbClr val="121E32"/>
          </a:solidFill>
          <a:ln>
            <a:solidFill>
              <a:srgbClr val="34D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002536"/>
            <a:ext cx="173736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00" b="1">
                <a:solidFill>
                  <a:srgbClr val="34D3EB"/>
                </a:solidFill>
                <a:latin typeface="Aptos"/>
              </a:rPr>
              <a:t>Loading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71800" y="2157984"/>
            <a:ext cx="822960" cy="0"/>
          </a:xfrm>
          <a:prstGeom prst="line">
            <a:avLst/>
          </a:prstGeom>
          <a:ln w="16510">
            <a:solidFill>
              <a:srgbClr val="2A3D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023360" y="1984248"/>
            <a:ext cx="5303520" cy="2677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0">
                <a:solidFill>
                  <a:schemeClr val="accent3">
                    <a:lumMod val="75000"/>
                  </a:schemeClr>
                </a:solidFill>
                <a:latin typeface="Aptos"/>
              </a:rPr>
              <a:t>Give feedback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715768"/>
            <a:ext cx="2011680" cy="566928"/>
          </a:xfrm>
          <a:prstGeom prst="roundRect">
            <a:avLst/>
          </a:prstGeom>
          <a:solidFill>
            <a:srgbClr val="121E32"/>
          </a:solidFill>
          <a:ln>
            <a:solidFill>
              <a:srgbClr val="FF6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843784"/>
            <a:ext cx="173736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6978"/>
                </a:solidFill>
                <a:latin typeface="Aptos"/>
              </a:rPr>
              <a:t>Error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971800" y="2999232"/>
            <a:ext cx="822960" cy="0"/>
          </a:xfrm>
          <a:prstGeom prst="line">
            <a:avLst/>
          </a:prstGeom>
          <a:ln w="16510">
            <a:solidFill>
              <a:srgbClr val="2A3D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023360" y="2825496"/>
            <a:ext cx="5303520" cy="2677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0">
                <a:solidFill>
                  <a:schemeClr val="accent3">
                    <a:lumMod val="75000"/>
                  </a:schemeClr>
                </a:solidFill>
                <a:latin typeface="Aptos"/>
              </a:rPr>
              <a:t>Explain + retry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557015"/>
            <a:ext cx="2011680" cy="566928"/>
          </a:xfrm>
          <a:prstGeom prst="roundRect">
            <a:avLst/>
          </a:prstGeom>
          <a:solidFill>
            <a:srgbClr val="121E32"/>
          </a:solidFill>
          <a:ln>
            <a:solidFill>
              <a:srgbClr val="FFA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3685031"/>
            <a:ext cx="173736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A64A"/>
                </a:solidFill>
                <a:latin typeface="Aptos"/>
              </a:rPr>
              <a:t>Empty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971800" y="3840479"/>
            <a:ext cx="822960" cy="0"/>
          </a:xfrm>
          <a:prstGeom prst="line">
            <a:avLst/>
          </a:prstGeom>
          <a:ln w="16510">
            <a:solidFill>
              <a:srgbClr val="2A3D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023360" y="3666744"/>
            <a:ext cx="5303520" cy="2677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0">
                <a:solidFill>
                  <a:schemeClr val="accent3">
                    <a:lumMod val="75000"/>
                  </a:schemeClr>
                </a:solidFill>
                <a:latin typeface="Aptos"/>
              </a:rPr>
              <a:t>Tell the user what happened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398264"/>
            <a:ext cx="2011680" cy="566928"/>
          </a:xfrm>
          <a:prstGeom prst="roundRect">
            <a:avLst/>
          </a:prstGeom>
          <a:solidFill>
            <a:srgbClr val="121E32"/>
          </a:solidFill>
          <a:ln>
            <a:solidFill>
              <a:srgbClr val="A4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4526280"/>
            <a:ext cx="173736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00" b="1">
                <a:solidFill>
                  <a:srgbClr val="A482FF"/>
                </a:solidFill>
                <a:latin typeface="Aptos"/>
              </a:rPr>
              <a:t>Invalid input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971800" y="4681728"/>
            <a:ext cx="822960" cy="0"/>
          </a:xfrm>
          <a:prstGeom prst="line">
            <a:avLst/>
          </a:prstGeom>
          <a:ln w="16510">
            <a:solidFill>
              <a:srgbClr val="2A3D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023360" y="4507992"/>
            <a:ext cx="5303520" cy="2677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0">
                <a:solidFill>
                  <a:schemeClr val="accent3">
                    <a:lumMod val="75000"/>
                  </a:schemeClr>
                </a:solidFill>
                <a:latin typeface="Aptos"/>
              </a:rPr>
              <a:t>Prevent bad requests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1874519"/>
            <a:ext cx="2834640" cy="3383280"/>
          </a:xfrm>
          <a:prstGeom prst="roundRect">
            <a:avLst/>
          </a:prstGeom>
          <a:solidFill>
            <a:srgbClr val="172740"/>
          </a:solidFill>
          <a:ln>
            <a:solidFill>
              <a:srgbClr val="2A3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21040" y="2148840"/>
            <a:ext cx="22860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34D3EB"/>
                </a:solidFill>
                <a:latin typeface="Aptos"/>
              </a:rPr>
              <a:t>DEBUG CHECKLIST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651760"/>
            <a:ext cx="2194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4F7FB"/>
                </a:solidFill>
                <a:latin typeface="Aptos"/>
              </a:defRPr>
            </a:pPr>
            <a:r>
              <a:t>• Network tab</a:t>
            </a:r>
          </a:p>
          <a:p>
            <a:pPr>
              <a:spcAft>
                <a:spcPts val="800"/>
              </a:spcAft>
              <a:defRPr sz="1400">
                <a:solidFill>
                  <a:srgbClr val="F4F7FB"/>
                </a:solidFill>
                <a:latin typeface="Aptos"/>
              </a:defRPr>
            </a:pPr>
            <a:r>
              <a:t>• Console</a:t>
            </a:r>
          </a:p>
          <a:p>
            <a:pPr>
              <a:spcAft>
                <a:spcPts val="800"/>
              </a:spcAft>
              <a:defRPr sz="1400">
                <a:solidFill>
                  <a:srgbClr val="F4F7FB"/>
                </a:solidFill>
                <a:latin typeface="Aptos"/>
              </a:defRPr>
            </a:pPr>
            <a:r>
              <a:t>• Request / response</a:t>
            </a:r>
          </a:p>
          <a:p>
            <a:pPr>
              <a:spcAft>
                <a:spcPts val="800"/>
              </a:spcAft>
              <a:defRPr sz="1400">
                <a:solidFill>
                  <a:srgbClr val="F4F7FB"/>
                </a:solidFill>
                <a:latin typeface="Aptos"/>
              </a:defRPr>
            </a:pPr>
            <a:r>
              <a:t>• Component state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6382512"/>
            <a:ext cx="10972800" cy="10972"/>
          </a:xfrm>
          <a:prstGeom prst="rect">
            <a:avLst/>
          </a:prstGeom>
          <a:solidFill>
            <a:srgbClr val="2A3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slow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>
                <a:solidFill>
                  <a:srgbClr val="34D3EB"/>
                </a:solidFill>
                <a:latin typeface="Aptos"/>
              </a:rPr>
              <a:t>REACT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48320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900" b="1">
                <a:latin typeface="Aptos"/>
              </a:rPr>
              <a:t>Routing, navigation &amp; debugging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34440"/>
            <a:ext cx="10515600" cy="2523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>
                <a:solidFill>
                  <a:schemeClr val="bg1">
                    <a:lumMod val="50000"/>
                  </a:schemeClr>
                </a:solidFill>
                <a:latin typeface="Aptos"/>
              </a:rPr>
              <a:t>A corporate app is more than one screen — and debugging is part of development.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457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00" b="1">
                <a:solidFill>
                  <a:srgbClr val="A4B4C9"/>
                </a:solidFill>
                <a:latin typeface="Aptos"/>
              </a:rPr>
              <a:t>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212080" cy="3291840"/>
          </a:xfrm>
          <a:prstGeom prst="roundRect">
            <a:avLst/>
          </a:prstGeom>
          <a:solidFill>
            <a:srgbClr val="121E32"/>
          </a:solidFill>
          <a:ln>
            <a:solidFill>
              <a:srgbClr val="34D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8288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34D3EB"/>
                </a:solidFill>
                <a:latin typeface="Aptos"/>
              </a:rPr>
              <a:t>ROUTING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2651760"/>
            <a:ext cx="1554480" cy="329184"/>
          </a:xfrm>
          <a:prstGeom prst="roundRect">
            <a:avLst/>
          </a:prstGeom>
          <a:solidFill>
            <a:srgbClr val="172740"/>
          </a:solidFill>
          <a:ln>
            <a:solidFill>
              <a:srgbClr val="2A3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" y="2688336"/>
            <a:ext cx="1408176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34D3EB"/>
                </a:solidFill>
                <a:latin typeface="Aptos"/>
              </a:rPr>
              <a:t>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2688336"/>
            <a:ext cx="219456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>
                <a:solidFill>
                  <a:srgbClr val="F4F7FB"/>
                </a:solidFill>
                <a:latin typeface="Aptos"/>
              </a:rPr>
              <a:t>Home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3182112"/>
            <a:ext cx="1554480" cy="329184"/>
          </a:xfrm>
          <a:prstGeom prst="roundRect">
            <a:avLst/>
          </a:prstGeom>
          <a:solidFill>
            <a:srgbClr val="172740"/>
          </a:solidFill>
          <a:ln>
            <a:solidFill>
              <a:srgbClr val="2A3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78992" y="3218688"/>
            <a:ext cx="1408176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34D3EB"/>
                </a:solidFill>
                <a:latin typeface="Aptos"/>
              </a:rPr>
              <a:t>/users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3218688"/>
            <a:ext cx="219456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>
                <a:solidFill>
                  <a:srgbClr val="F4F7FB"/>
                </a:solidFill>
                <a:latin typeface="Aptos"/>
              </a:rPr>
              <a:t>Users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3712463"/>
            <a:ext cx="1554480" cy="329184"/>
          </a:xfrm>
          <a:prstGeom prst="roundRect">
            <a:avLst/>
          </a:prstGeom>
          <a:solidFill>
            <a:srgbClr val="172740"/>
          </a:solidFill>
          <a:ln>
            <a:solidFill>
              <a:srgbClr val="2A3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78992" y="3749039"/>
            <a:ext cx="1408176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34D3EB"/>
                </a:solidFill>
                <a:latin typeface="Aptos"/>
              </a:rPr>
              <a:t>/users/:id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3749039"/>
            <a:ext cx="219456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>
                <a:solidFill>
                  <a:srgbClr val="F4F7FB"/>
                </a:solidFill>
                <a:latin typeface="Aptos"/>
              </a:rPr>
              <a:t>User Details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4242816"/>
            <a:ext cx="1554480" cy="329184"/>
          </a:xfrm>
          <a:prstGeom prst="roundRect">
            <a:avLst/>
          </a:prstGeom>
          <a:solidFill>
            <a:srgbClr val="172740"/>
          </a:solidFill>
          <a:ln>
            <a:solidFill>
              <a:srgbClr val="2A3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78992" y="4279392"/>
            <a:ext cx="1408176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34D3EB"/>
                </a:solidFill>
                <a:latin typeface="Aptos"/>
              </a:rPr>
              <a:t>/settings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4279392"/>
            <a:ext cx="219456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>
                <a:solidFill>
                  <a:srgbClr val="F4F7FB"/>
                </a:solidFill>
                <a:latin typeface="Aptos"/>
              </a:rPr>
              <a:t>Settings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1828800"/>
            <a:ext cx="5166360" cy="3291840"/>
          </a:xfrm>
          <a:prstGeom prst="roundRect">
            <a:avLst/>
          </a:prstGeom>
          <a:solidFill>
            <a:srgbClr val="121E32"/>
          </a:solidFill>
          <a:ln>
            <a:solidFill>
              <a:srgbClr val="FFA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37960" y="2148840"/>
            <a:ext cx="42062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FFA64A"/>
                </a:solidFill>
                <a:latin typeface="Aptos"/>
              </a:rPr>
              <a:t>DEBUG LIKE AN ENGINEER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606040"/>
            <a:ext cx="41148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4F7FB"/>
                </a:solidFill>
                <a:latin typeface="Aptos"/>
              </a:defRPr>
            </a:pPr>
            <a:r>
              <a:t>• Reproduce the issue</a:t>
            </a:r>
          </a:p>
          <a:p>
            <a:pPr>
              <a:spcAft>
                <a:spcPts val="800"/>
              </a:spcAft>
              <a:defRPr sz="1500">
                <a:solidFill>
                  <a:srgbClr val="F4F7FB"/>
                </a:solidFill>
                <a:latin typeface="Aptos"/>
              </a:defRPr>
            </a:pPr>
            <a:r>
              <a:t>• Inspect the DOM</a:t>
            </a:r>
          </a:p>
          <a:p>
            <a:pPr>
              <a:spcAft>
                <a:spcPts val="800"/>
              </a:spcAft>
              <a:defRPr sz="1500">
                <a:solidFill>
                  <a:srgbClr val="F4F7FB"/>
                </a:solidFill>
                <a:latin typeface="Aptos"/>
              </a:defRPr>
            </a:pPr>
            <a:r>
              <a:t>• Read console + network errors</a:t>
            </a:r>
          </a:p>
          <a:p>
            <a:pPr>
              <a:spcAft>
                <a:spcPts val="800"/>
              </a:spcAft>
              <a:defRPr sz="1500">
                <a:solidFill>
                  <a:srgbClr val="F4F7FB"/>
                </a:solidFill>
                <a:latin typeface="Aptos"/>
              </a:defRPr>
            </a:pPr>
            <a:r>
              <a:t>• Check state / props</a:t>
            </a:r>
          </a:p>
          <a:p>
            <a:pPr>
              <a:spcAft>
                <a:spcPts val="800"/>
              </a:spcAft>
              <a:defRPr sz="1500">
                <a:solidFill>
                  <a:srgbClr val="F4F7FB"/>
                </a:solidFill>
                <a:latin typeface="Aptos"/>
              </a:defRPr>
            </a:pPr>
            <a:r>
              <a:t>• Fix the root cause</a:t>
            </a:r>
          </a:p>
          <a:p>
            <a:pPr>
              <a:spcAft>
                <a:spcPts val="800"/>
              </a:spcAft>
              <a:defRPr sz="1500">
                <a:solidFill>
                  <a:srgbClr val="F4F7FB"/>
                </a:solidFill>
                <a:latin typeface="Aptos"/>
              </a:defRPr>
            </a:pPr>
            <a:r>
              <a:t>• Verify the regression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6382512"/>
            <a:ext cx="10972800" cy="10972"/>
          </a:xfrm>
          <a:prstGeom prst="rect">
            <a:avLst/>
          </a:prstGeom>
          <a:solidFill>
            <a:srgbClr val="2A3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slow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>
                <a:solidFill>
                  <a:srgbClr val="34D3EB"/>
                </a:solidFill>
                <a:latin typeface="Aptos"/>
              </a:rPr>
              <a:t>ECOSYSTEM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48320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900" b="1">
                <a:latin typeface="Aptos"/>
              </a:rPr>
              <a:t>CSS frameworks &amp; icons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34440"/>
            <a:ext cx="10515600" cy="2523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>
                <a:solidFill>
                  <a:schemeClr val="bg1">
                    <a:lumMod val="50000"/>
                  </a:schemeClr>
                </a:solidFill>
                <a:latin typeface="Aptos"/>
              </a:rPr>
              <a:t>Corporate work often means using an ecosystem — not reinventing every button.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457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00" b="1">
                <a:solidFill>
                  <a:srgbClr val="A4B4C9"/>
                </a:solidFill>
                <a:latin typeface="Aptos"/>
              </a:rP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1417320"/>
          </a:xfrm>
          <a:prstGeom prst="roundRect">
            <a:avLst/>
          </a:prstGeom>
          <a:solidFill>
            <a:srgbClr val="121E32"/>
          </a:solidFill>
          <a:ln>
            <a:solidFill>
              <a:srgbClr val="2A3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60120" y="2084832"/>
            <a:ext cx="1143000" cy="329184"/>
          </a:xfrm>
          <a:prstGeom prst="roundRect">
            <a:avLst/>
          </a:prstGeom>
          <a:solidFill>
            <a:srgbClr val="172740"/>
          </a:solidFill>
          <a:ln>
            <a:solidFill>
              <a:srgbClr val="2A3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33272" y="2121408"/>
            <a:ext cx="996696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>
                <a:solidFill/>
                <a:latin typeface="Aptos"/>
              </a:rPr>
              <a:t>CSS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084832"/>
            <a:ext cx="1143000" cy="329184"/>
          </a:xfrm>
          <a:prstGeom prst="roundRect">
            <a:avLst/>
          </a:prstGeom>
          <a:solidFill>
            <a:srgbClr val="172740"/>
          </a:solidFill>
          <a:ln>
            <a:solidFill>
              <a:srgbClr val="2A3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121408"/>
            <a:ext cx="996696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34D3EB"/>
                </a:solidFill>
                <a:latin typeface="Aptos"/>
              </a:rPr>
              <a:t>CSS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029968"/>
            <a:ext cx="310896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1">
                <a:solidFill>
                  <a:srgbClr val="F4F7FB"/>
                </a:solidFill>
                <a:latin typeface="Aptos"/>
              </a:rPr>
              <a:t>Foundation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2450592"/>
            <a:ext cx="310896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>
                <a:solidFill>
                  <a:srgbClr val="A4B4C9"/>
                </a:solidFill>
                <a:latin typeface="Aptos"/>
              </a:rPr>
              <a:t>Write your own styles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2084832"/>
            <a:ext cx="1143000" cy="329184"/>
          </a:xfrm>
          <a:prstGeom prst="roundRect">
            <a:avLst/>
          </a:prstGeom>
          <a:solidFill>
            <a:srgbClr val="172740"/>
          </a:solidFill>
          <a:ln>
            <a:solidFill>
              <a:srgbClr val="2A3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65392" y="2121408"/>
            <a:ext cx="996696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A64A"/>
                </a:solidFill>
                <a:latin typeface="Aptos"/>
              </a:rPr>
              <a:t>Framework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029968"/>
            <a:ext cx="310896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1">
                <a:solidFill>
                  <a:schemeClr val="accent3"/>
                </a:solidFill>
                <a:latin typeface="Aptos"/>
              </a:rPr>
              <a:t>Bootstrap / Tailwind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2450592"/>
            <a:ext cx="3108960" cy="2369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>
                <a:solidFill>
                  <a:schemeClr val="tx2">
                    <a:lumMod val="50000"/>
                    <a:lumOff val="50000"/>
                  </a:schemeClr>
                </a:solidFill>
                <a:latin typeface="Aptos"/>
              </a:rPr>
              <a:t>Speed + consistency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3822191"/>
            <a:ext cx="1143000" cy="329184"/>
          </a:xfrm>
          <a:prstGeom prst="roundRect">
            <a:avLst/>
          </a:prstGeom>
          <a:solidFill>
            <a:srgbClr val="172740"/>
          </a:solidFill>
          <a:ln>
            <a:solidFill>
              <a:srgbClr val="2A3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33272" y="3858768"/>
            <a:ext cx="996696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A482FF"/>
                </a:solidFill>
                <a:latin typeface="Aptos"/>
              </a:rPr>
              <a:t>Component 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3767328"/>
            <a:ext cx="310896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1">
                <a:solidFill>
                  <a:schemeClr val="accent6">
                    <a:lumMod val="75000"/>
                  </a:schemeClr>
                </a:solidFill>
                <a:latin typeface="Aptos"/>
              </a:rPr>
              <a:t>MUI / similar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4187952"/>
            <a:ext cx="3108960" cy="2369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>
                <a:solidFill>
                  <a:schemeClr val="accent6">
                    <a:lumMod val="60000"/>
                    <a:lumOff val="40000"/>
                  </a:schemeClr>
                </a:solidFill>
                <a:latin typeface="Aptos"/>
              </a:rPr>
              <a:t>Reusable building blocks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0" y="3822191"/>
            <a:ext cx="1143000" cy="329184"/>
          </a:xfrm>
          <a:prstGeom prst="roundRect">
            <a:avLst/>
          </a:prstGeom>
          <a:solidFill>
            <a:srgbClr val="172740"/>
          </a:solidFill>
          <a:ln>
            <a:solidFill>
              <a:srgbClr val="2A3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65392" y="3858768"/>
            <a:ext cx="996696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5CDC9C"/>
                </a:solidFill>
                <a:latin typeface="Aptos"/>
              </a:rPr>
              <a:t>Icons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3767328"/>
            <a:ext cx="310896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1" err="1">
                <a:solidFill>
                  <a:schemeClr val="accent4">
                    <a:lumMod val="75000"/>
                  </a:schemeClr>
                </a:solidFill>
                <a:latin typeface="Aptos"/>
              </a:rPr>
              <a:t>Lucide</a:t>
            </a:r>
            <a:r>
              <a:rPr sz="1600" b="1">
                <a:solidFill>
                  <a:schemeClr val="accent4">
                    <a:lumMod val="75000"/>
                  </a:schemeClr>
                </a:solidFill>
                <a:latin typeface="Aptos"/>
              </a:rPr>
              <a:t> / Font Awesome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4187952"/>
            <a:ext cx="3108960" cy="2369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>
                <a:solidFill>
                  <a:schemeClr val="accent4">
                    <a:lumMod val="60000"/>
                    <a:lumOff val="40000"/>
                  </a:schemeClr>
                </a:solidFill>
                <a:latin typeface="Aptos"/>
              </a:rPr>
              <a:t>Recognizable visual language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6382512"/>
            <a:ext cx="10972800" cy="10972"/>
          </a:xfrm>
          <a:prstGeom prst="rect">
            <a:avLst/>
          </a:prstGeom>
          <a:solidFill>
            <a:srgbClr val="2A3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slow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>
                <a:solidFill>
                  <a:srgbClr val="34D3EB"/>
                </a:solidFill>
                <a:latin typeface="Aptos"/>
              </a:rPr>
              <a:t>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48320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900" b="1">
                <a:latin typeface="Aptos"/>
              </a:rPr>
              <a:t>Put the pieces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34440"/>
            <a:ext cx="10515600" cy="2523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>
                <a:solidFill>
                  <a:schemeClr val="bg1">
                    <a:lumMod val="50000"/>
                  </a:schemeClr>
                </a:solidFill>
                <a:latin typeface="Aptos"/>
              </a:rPr>
              <a:t>A corporate frontend developer connects all of these layers.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457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00" b="1">
                <a:solidFill>
                  <a:srgbClr val="A4B4C9"/>
                </a:solidFill>
                <a:latin typeface="Aptos"/>
              </a:rPr>
              <a:t>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691640"/>
            <a:ext cx="2240280" cy="566928"/>
          </a:xfrm>
          <a:prstGeom prst="roundRect">
            <a:avLst/>
          </a:prstGeom>
          <a:solidFill>
            <a:srgbClr val="34D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22402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>
                <a:solidFill>
                  <a:srgbClr val="0A1220"/>
                </a:solidFill>
                <a:latin typeface="Aptos"/>
              </a:rPr>
              <a:t>HTML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383280" y="1975104"/>
            <a:ext cx="777240" cy="0"/>
          </a:xfrm>
          <a:prstGeom prst="line">
            <a:avLst/>
          </a:prstGeom>
          <a:ln w="15240">
            <a:solidFill>
              <a:srgbClr val="2A3D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389120" y="1801368"/>
            <a:ext cx="6217920" cy="2677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0">
                <a:latin typeface="Aptos"/>
              </a:rPr>
              <a:t>Structure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496312"/>
            <a:ext cx="2240280" cy="566928"/>
          </a:xfrm>
          <a:prstGeom prst="roundRect">
            <a:avLst/>
          </a:prstGeom>
          <a:solidFill>
            <a:srgbClr val="FF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615184"/>
            <a:ext cx="22402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>
                <a:solidFill>
                  <a:srgbClr val="0A1220"/>
                </a:solidFill>
                <a:latin typeface="Aptos"/>
              </a:rPr>
              <a:t>CSS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383280" y="2779776"/>
            <a:ext cx="777240" cy="0"/>
          </a:xfrm>
          <a:prstGeom prst="line">
            <a:avLst/>
          </a:prstGeom>
          <a:ln w="15240">
            <a:solidFill>
              <a:srgbClr val="2A3D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389120" y="2606040"/>
            <a:ext cx="6217920" cy="2677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0">
                <a:latin typeface="Aptos"/>
              </a:rPr>
              <a:t>Layout + visual system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300984"/>
            <a:ext cx="2240280" cy="566928"/>
          </a:xfrm>
          <a:prstGeom prst="roundRect">
            <a:avLst/>
          </a:prstGeom>
          <a:solidFill>
            <a:srgbClr val="A4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419856"/>
            <a:ext cx="22402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>
                <a:solidFill>
                  <a:srgbClr val="0A1220"/>
                </a:solidFill>
                <a:latin typeface="Aptos"/>
              </a:rPr>
              <a:t>TypeScript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383280" y="3584448"/>
            <a:ext cx="777240" cy="0"/>
          </a:xfrm>
          <a:prstGeom prst="line">
            <a:avLst/>
          </a:prstGeom>
          <a:ln w="15240">
            <a:solidFill>
              <a:srgbClr val="2A3D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389120" y="3410712"/>
            <a:ext cx="6217920" cy="2677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0">
                <a:latin typeface="Aptos"/>
              </a:rPr>
              <a:t>Contracts + </a:t>
            </a:r>
            <a:r>
              <a:rPr lang="en-IN" sz="1500" b="0">
                <a:latin typeface="Aptos"/>
              </a:rPr>
              <a:t>Model</a:t>
            </a:r>
            <a:endParaRPr sz="1500" b="0"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14400" y="4105656"/>
            <a:ext cx="2240280" cy="566928"/>
          </a:xfrm>
          <a:prstGeom prst="roundRect">
            <a:avLst/>
          </a:prstGeom>
          <a:solidFill>
            <a:srgbClr val="5CD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224528"/>
            <a:ext cx="22402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>
                <a:solidFill>
                  <a:srgbClr val="0A1220"/>
                </a:solidFill>
                <a:latin typeface="Aptos"/>
              </a:rPr>
              <a:t>React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383280" y="4389120"/>
            <a:ext cx="777240" cy="0"/>
          </a:xfrm>
          <a:prstGeom prst="line">
            <a:avLst/>
          </a:prstGeom>
          <a:ln w="15240">
            <a:solidFill>
              <a:srgbClr val="2A3D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389120" y="4215384"/>
            <a:ext cx="6217920" cy="2677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0" err="1">
                <a:latin typeface="Aptos"/>
              </a:rPr>
              <a:t>Behaviour</a:t>
            </a:r>
            <a:r>
              <a:rPr sz="1500" b="0">
                <a:latin typeface="Aptos"/>
              </a:rPr>
              <a:t> + composition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4910328"/>
            <a:ext cx="2240280" cy="566928"/>
          </a:xfrm>
          <a:prstGeom prst="roundRect">
            <a:avLst/>
          </a:prstGeom>
          <a:solidFill>
            <a:srgbClr val="FF6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5029200"/>
            <a:ext cx="22402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>
                <a:solidFill>
                  <a:srgbClr val="0A1220"/>
                </a:solidFill>
                <a:latin typeface="Aptos"/>
              </a:rPr>
              <a:t>Tools / AI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383280" y="5193792"/>
            <a:ext cx="777240" cy="0"/>
          </a:xfrm>
          <a:prstGeom prst="line">
            <a:avLst/>
          </a:prstGeom>
          <a:ln w="15240">
            <a:solidFill>
              <a:srgbClr val="2A3D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389120" y="5020056"/>
            <a:ext cx="6217920" cy="2677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0">
                <a:latin typeface="Aptos"/>
              </a:rPr>
              <a:t>Speed + feedback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6382512"/>
            <a:ext cx="10972800" cy="10972"/>
          </a:xfrm>
          <a:prstGeom prst="rect">
            <a:avLst/>
          </a:prstGeom>
          <a:solidFill>
            <a:srgbClr val="2A3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slow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8C968-197F-04DA-59B3-28F09C577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DD83CE-923C-CBCA-95EB-4922DCDFBDC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86E08D24-9AFA-434C-9914-D4EE76D7A6F1}" type="datetime1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83F127-560B-EFFA-6733-AB91BCEE61C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395995-FA95-5CE1-3ECE-A0BEB05360A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9A6C5D7-AFBB-47EA-CBBA-A5B1DC1628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1717200"/>
            <a:ext cx="7956000" cy="643253"/>
          </a:xfrm>
        </p:spPr>
        <p:txBody>
          <a:bodyPr/>
          <a:lstStyle/>
          <a:p>
            <a:r>
              <a:rPr lang="en-US"/>
              <a:t>Build an app</a:t>
            </a:r>
          </a:p>
        </p:txBody>
      </p:sp>
    </p:spTree>
    <p:extLst>
      <p:ext uri="{BB962C8B-B14F-4D97-AF65-F5344CB8AC3E}">
        <p14:creationId xmlns:p14="http://schemas.microsoft.com/office/powerpoint/2010/main" val="1217353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871"/>
    </mc:Choice>
    <mc:Fallback xmlns="">
      <p:transition spd="slow" advTm="5087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11D316-45E1-8D39-A7AF-D3F472422B2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86E08D24-9AFA-434C-9914-D4EE76D7A6F1}" type="datetime1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DF0DD0-C916-A327-796C-80658FD022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A7F3C4-FE20-4B92-E3D2-B381BAB9580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0CA8454-3046-D390-CFE8-8871DF64B0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Thank you!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EDF50C3-6434-88D1-8350-5945ABCC84F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Prakash U B 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7D3A2C1-C170-8CC0-5833-229883FEC00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IN"/>
              <a:t>Prakash.ubs@ferguson.com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928716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141"/>
    </mc:Choice>
    <mc:Fallback xmlns="">
      <p:transition spd="slow" advTm="57141"/>
    </mc:Fallback>
  </mc:AlternateContent>
</p:sld>
</file>

<file path=ppt/theme/theme1.xml><?xml version="1.0" encoding="utf-8"?>
<a:theme xmlns:a="http://schemas.openxmlformats.org/drawingml/2006/main" name="Ferguson Enterprises">
  <a:themeElements>
    <a:clrScheme name="Ferguson Enterprises">
      <a:dk1>
        <a:srgbClr val="000000"/>
      </a:dk1>
      <a:lt1>
        <a:srgbClr val="FFFFFF"/>
      </a:lt1>
      <a:dk2>
        <a:srgbClr val="003051"/>
      </a:dk2>
      <a:lt2>
        <a:srgbClr val="EAEAEA"/>
      </a:lt2>
      <a:accent1>
        <a:srgbClr val="00446A"/>
      </a:accent1>
      <a:accent2>
        <a:srgbClr val="77787B"/>
      </a:accent2>
      <a:accent3>
        <a:srgbClr val="00A0DD"/>
      </a:accent3>
      <a:accent4>
        <a:srgbClr val="66DBBD"/>
      </a:accent4>
      <a:accent5>
        <a:srgbClr val="A3C657"/>
      </a:accent5>
      <a:accent6>
        <a:srgbClr val="FCAF17"/>
      </a:accent6>
      <a:hlink>
        <a:srgbClr val="00446A"/>
      </a:hlink>
      <a:folHlink>
        <a:srgbClr val="008FB2"/>
      </a:folHlink>
    </a:clrScheme>
    <a:fontScheme name="Ferguson Enterprise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accent1"/>
          </a:solidFill>
        </a:ln>
      </a:spPr>
      <a:bodyPr lIns="72000" tIns="36000" rIns="72000" bIns="36000" rtlCol="0" anchor="ctr"/>
      <a:lstStyle>
        <a:defPPr algn="ctr">
          <a:spcBef>
            <a:spcPts val="600"/>
          </a:spcBef>
          <a:spcAft>
            <a:spcPts val="300"/>
          </a:spcAft>
          <a:defRPr sz="1800" noProof="0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spcBef>
            <a:spcPts val="600"/>
          </a:spcBef>
          <a:spcAft>
            <a:spcPts val="300"/>
          </a:spcAft>
          <a:defRPr sz="1800" dirty="0">
            <a:solidFill>
              <a:srgbClr val="595454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aseTemplate 16-9 UK.potx" id="{DA555A82-A902-4BA8-A4E4-A7823948678F}" vid="{0BF9AC09-53C4-40C5-AED0-BEF8E19CEC5F}"/>
    </a:ext>
  </a:extLst>
</a:theme>
</file>

<file path=ppt/theme/theme2.xml><?xml version="1.0" encoding="utf-8"?>
<a:theme xmlns:a="http://schemas.openxmlformats.org/drawingml/2006/main" name="Office-tema">
  <a:themeElements>
    <a:clrScheme name="Ferguson Enterprises">
      <a:dk1>
        <a:srgbClr val="000000"/>
      </a:dk1>
      <a:lt1>
        <a:srgbClr val="FFFFFF"/>
      </a:lt1>
      <a:dk2>
        <a:srgbClr val="003051"/>
      </a:dk2>
      <a:lt2>
        <a:srgbClr val="EAEAEA"/>
      </a:lt2>
      <a:accent1>
        <a:srgbClr val="00446A"/>
      </a:accent1>
      <a:accent2>
        <a:srgbClr val="77787B"/>
      </a:accent2>
      <a:accent3>
        <a:srgbClr val="00A0DD"/>
      </a:accent3>
      <a:accent4>
        <a:srgbClr val="66DBBD"/>
      </a:accent4>
      <a:accent5>
        <a:srgbClr val="A3C657"/>
      </a:accent5>
      <a:accent6>
        <a:srgbClr val="FCAF17"/>
      </a:accent6>
      <a:hlink>
        <a:srgbClr val="00446A"/>
      </a:hlink>
      <a:folHlink>
        <a:srgbClr val="008FB2"/>
      </a:folHlink>
    </a:clrScheme>
    <a:fontScheme name="Ferguson Enterprise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Ferguson Enterprises">
      <a:dk1>
        <a:srgbClr val="000000"/>
      </a:dk1>
      <a:lt1>
        <a:srgbClr val="FFFFFF"/>
      </a:lt1>
      <a:dk2>
        <a:srgbClr val="003051"/>
      </a:dk2>
      <a:lt2>
        <a:srgbClr val="EAEAEA"/>
      </a:lt2>
      <a:accent1>
        <a:srgbClr val="00446A"/>
      </a:accent1>
      <a:accent2>
        <a:srgbClr val="77787B"/>
      </a:accent2>
      <a:accent3>
        <a:srgbClr val="00A0DD"/>
      </a:accent3>
      <a:accent4>
        <a:srgbClr val="66DBBD"/>
      </a:accent4>
      <a:accent5>
        <a:srgbClr val="A3C657"/>
      </a:accent5>
      <a:accent6>
        <a:srgbClr val="FCAF17"/>
      </a:accent6>
      <a:hlink>
        <a:srgbClr val="00446A"/>
      </a:hlink>
      <a:folHlink>
        <a:srgbClr val="008FB2"/>
      </a:folHlink>
    </a:clrScheme>
    <a:fontScheme name="Ferguson Enterprise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454" row="9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A395A683-4272-F04F-936C-BC7D120E070B}">
  <we:reference id="d2164860-9689-45e3-a1e5-90c76032056e" version="1.0.0.7" store="EXCatalog" storeType="EXCatalog"/>
  <we:alternateReferences/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D56B80F0-DC3E-4EF2-B8DD-D690B43CF21E}">
  <we:reference id="d52b89d3-14ec-4607-aed0-cc521be658dc" version="2.0.0.4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TemplafyTemplateConfiguration><![CDATA[{"elementsMetadata":[],"transformationConfigurations":[],"templateName":"Ferguson PowerPoint Template","templateDescription":"","enableDocumentContentUpdater":false,"version":"2.0"}]]></TemplafyTemplateConfiguration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LengthInSeconds xmlns="740de5f0-b4d6-4099-8573-9762b281cab6" xsi:nil="true"/>
    <lcf76f155ced4ddcb4097134ff3c332f xmlns="740de5f0-b4d6-4099-8573-9762b281cab6">
      <Terms xmlns="http://schemas.microsoft.com/office/infopath/2007/PartnerControls"/>
    </lcf76f155ced4ddcb4097134ff3c332f>
    <TaxCatchAll xmlns="1e622d7b-320f-4a70-9dfc-b4ea20849cb3" xsi:nil="true"/>
  </documentManagement>
</p:properties>
</file>

<file path=customXml/item4.xml><?xml version="1.0" encoding="utf-8"?>
<TemplafyFormConfiguration><![CDATA[{"formFields":[],"formDataEntries":[]}]]></TemplafyFormConfiguration>
</file>

<file path=customXml/item5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BEE18108F71CE48B7D341B204F6A9A9" ma:contentTypeVersion="15" ma:contentTypeDescription="Create a new document." ma:contentTypeScope="" ma:versionID="d3b702cb611eef79cc687ea277d69898">
  <xsd:schema xmlns:xsd="http://www.w3.org/2001/XMLSchema" xmlns:xs="http://www.w3.org/2001/XMLSchema" xmlns:p="http://schemas.microsoft.com/office/2006/metadata/properties" xmlns:ns2="740de5f0-b4d6-4099-8573-9762b281cab6" xmlns:ns3="1e622d7b-320f-4a70-9dfc-b4ea20849cb3" targetNamespace="http://schemas.microsoft.com/office/2006/metadata/properties" ma:root="true" ma:fieldsID="43aa41909529d9fba556bf474a678137" ns2:_="" ns3:_="">
    <xsd:import namespace="740de5f0-b4d6-4099-8573-9762b281cab6"/>
    <xsd:import namespace="1e622d7b-320f-4a70-9dfc-b4ea20849cb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0de5f0-b4d6-4099-8573-9762b281cab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7b9c5f40-f9d3-4160-ab04-6fd564e931e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622d7b-320f-4a70-9dfc-b4ea20849cb3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eef51d77-27b6-4675-8198-3d9ee98ebca2}" ma:internalName="TaxCatchAll" ma:showField="CatchAllData" ma:web="1e622d7b-320f-4a70-9dfc-b4ea20849cb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4" ma:displayName="Content Typ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6.xml><?xml version="1.0" encoding="utf-8"?>
<TemplafySlideFormConfiguration><![CDATA[{"formFields":[],"formDataEntries":[]}]]></TemplafySlideFormConfiguration>
</file>

<file path=customXml/item7.xml><?xml version="1.0" encoding="utf-8"?>
<TemplafySlideTemplateConfiguration><![CDATA[{"slideVersion":1,"isValidatorEnabled":false,"isLocked":false,"elementsMetadata":[],"slideId":"638131098641234066","enableDocumentContentUpdater":false,"version":"2.0"}]]></TemplafySlideTemplateConfiguration>
</file>

<file path=customXml/item8.xml><?xml version="1.0" encoding="utf-8"?>
<TemplafySlideFormConfiguration><![CDATA[{"formFields":[],"formDataEntries":[]}]]></TemplafySlideFormConfiguration>
</file>

<file path=customXml/item9.xml><?xml version="1.0" encoding="utf-8"?>
<TemplafySlideTemplateConfiguration><![CDATA[{"slideVersion":1,"isValidatorEnabled":false,"isLocked":false,"elementsMetadata":[],"slideId":"638131098641261312","enableDocumentContentUpdater":false,"version":"2.0"}]]></TemplafySlideTemplateConfiguration>
</file>

<file path=customXml/itemProps1.xml><?xml version="1.0" encoding="utf-8"?>
<ds:datastoreItem xmlns:ds="http://schemas.openxmlformats.org/officeDocument/2006/customXml" ds:itemID="{4BA9A057-C5DA-4007-BEE1-BC419C0B74D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B88E25B-4A04-40F4-BB18-E378D867DF0F}">
  <ds:schemaRefs/>
</ds:datastoreItem>
</file>

<file path=customXml/itemProps3.xml><?xml version="1.0" encoding="utf-8"?>
<ds:datastoreItem xmlns:ds="http://schemas.openxmlformats.org/officeDocument/2006/customXml" ds:itemID="{59ABDC19-9982-4205-B071-D93F658E248B}">
  <ds:schemaRefs>
    <ds:schemaRef ds:uri="1e622d7b-320f-4a70-9dfc-b4ea20849cb3"/>
    <ds:schemaRef ds:uri="740de5f0-b4d6-4099-8573-9762b281cab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4.xml><?xml version="1.0" encoding="utf-8"?>
<ds:datastoreItem xmlns:ds="http://schemas.openxmlformats.org/officeDocument/2006/customXml" ds:itemID="{8EB4871E-07B5-4541-BDA0-6B126859C4B6}">
  <ds:schemaRefs/>
</ds:datastoreItem>
</file>

<file path=customXml/itemProps5.xml><?xml version="1.0" encoding="utf-8"?>
<ds:datastoreItem xmlns:ds="http://schemas.openxmlformats.org/officeDocument/2006/customXml" ds:itemID="{940519DC-5D64-4578-8DF9-55B311A66AC4}">
  <ds:schemaRefs>
    <ds:schemaRef ds:uri="1e622d7b-320f-4a70-9dfc-b4ea20849cb3"/>
    <ds:schemaRef ds:uri="740de5f0-b4d6-4099-8573-9762b281cab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6.xml><?xml version="1.0" encoding="utf-8"?>
<ds:datastoreItem xmlns:ds="http://schemas.openxmlformats.org/officeDocument/2006/customXml" ds:itemID="{333CD5A0-665C-4003-AFD0-FF090DCB32E7}">
  <ds:schemaRefs/>
</ds:datastoreItem>
</file>

<file path=customXml/itemProps7.xml><?xml version="1.0" encoding="utf-8"?>
<ds:datastoreItem xmlns:ds="http://schemas.openxmlformats.org/officeDocument/2006/customXml" ds:itemID="{7B17F212-9E42-4B91-8217-5A05A4B4A278}">
  <ds:schemaRefs/>
</ds:datastoreItem>
</file>

<file path=customXml/itemProps8.xml><?xml version="1.0" encoding="utf-8"?>
<ds:datastoreItem xmlns:ds="http://schemas.openxmlformats.org/officeDocument/2006/customXml" ds:itemID="{AB5CC942-ED91-435A-93E7-549C0D2838B7}">
  <ds:schemaRefs/>
</ds:datastoreItem>
</file>

<file path=customXml/itemProps9.xml><?xml version="1.0" encoding="utf-8"?>
<ds:datastoreItem xmlns:ds="http://schemas.openxmlformats.org/officeDocument/2006/customXml" ds:itemID="{F0567FBA-A811-4FB9-B82B-1C4C88AA0648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Ferguson presentation</Template>
  <Application>Microsoft Office PowerPoint</Application>
  <PresentationFormat>Widescreen</PresentationFormat>
  <Slides>33</Slides>
  <Notes>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Ferguson Enterprises</vt:lpstr>
      <vt:lpstr>Tech Refresher – Frontend/UI</vt:lpstr>
      <vt:lpstr>Agenda</vt:lpstr>
      <vt:lpstr>Trainer Quick Intro</vt:lpstr>
      <vt:lpstr>U B S Prakash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Build an app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Nrimal</dc:creator>
  <cp:keywords/>
  <dc:description/>
  <cp:revision>6</cp:revision>
  <dcterms:created xsi:type="dcterms:W3CDTF">2025-12-22T17:52:22Z</dcterms:created>
  <dcterms:modified xsi:type="dcterms:W3CDTF">2026-09-03T06:52:31Z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TemplafyTimeStamp">
    <vt:lpwstr>2023-02-27T15:51:04</vt:lpwstr>
  </property>
  <property fmtid="{D5CDD505-2E9C-101B-9397-08002B2CF9AE}" pid="4" name="TemplafyTenantId">
    <vt:lpwstr>ferguson</vt:lpwstr>
  </property>
  <property fmtid="{D5CDD505-2E9C-101B-9397-08002B2CF9AE}" pid="5" name="TemplafyTemplateId">
    <vt:lpwstr>638131098632002359</vt:lpwstr>
  </property>
  <property fmtid="{D5CDD505-2E9C-101B-9397-08002B2CF9AE}" pid="6" name="TemplafyUserProfileId">
    <vt:lpwstr>719579052783960166</vt:lpwstr>
  </property>
  <property fmtid="{D5CDD505-2E9C-101B-9397-08002B2CF9AE}" pid="7" name="TemplafyFromBlank">
    <vt:bool>true</vt:bool>
  </property>
  <property fmtid="{D5CDD505-2E9C-101B-9397-08002B2CF9AE}" pid="8" name="ContentTypeId">
    <vt:lpwstr>0x010100ABEE18108F71CE48B7D341B204F6A9A9</vt:lpwstr>
  </property>
  <property fmtid="{D5CDD505-2E9C-101B-9397-08002B2CF9AE}" pid="9" name="Order">
    <vt:r8>455400</vt:r8>
  </property>
  <property fmtid="{D5CDD505-2E9C-101B-9397-08002B2CF9AE}" pid="10" name="ComplianceAssetId">
    <vt:lpwstr/>
  </property>
  <property fmtid="{D5CDD505-2E9C-101B-9397-08002B2CF9AE}" pid="11" name="_ExtendedDescription">
    <vt:lpwstr/>
  </property>
  <property fmtid="{D5CDD505-2E9C-101B-9397-08002B2CF9AE}" pid="12" name="TriggerFlowInfo">
    <vt:lpwstr/>
  </property>
</Properties>
</file>