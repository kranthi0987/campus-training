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0"/>
  </p:sldMasterIdLst>
  <p:notesMasterIdLst>
    <p:notesMasterId r:id="rId51"/>
  </p:notesMasterIdLst>
  <p:handoutMasterIdLst>
    <p:handoutMasterId r:id="rId52"/>
  </p:handoutMasterIdLst>
  <p:sldIdLst>
    <p:sldId id="256" r:id="rId11"/>
    <p:sldId id="2147481670" r:id="rId12"/>
    <p:sldId id="2147482451" r:id="rId13"/>
    <p:sldId id="2147482457" r:id="rId14"/>
    <p:sldId id="2147482469" r:id="rId15"/>
    <p:sldId id="2147482468" r:id="rId16"/>
    <p:sldId id="2147482467" r:id="rId17"/>
    <p:sldId id="2147482466" r:id="rId18"/>
    <p:sldId id="2147482465" r:id="rId19"/>
    <p:sldId id="2147482486" r:id="rId20"/>
    <p:sldId id="2147482464" r:id="rId21"/>
    <p:sldId id="2147482470" r:id="rId22"/>
    <p:sldId id="2147482485" r:id="rId23"/>
    <p:sldId id="2147482471" r:id="rId24"/>
    <p:sldId id="2147482472" r:id="rId25"/>
    <p:sldId id="2147482473" r:id="rId26"/>
    <p:sldId id="2147482487" r:id="rId27"/>
    <p:sldId id="2147482474" r:id="rId28"/>
    <p:sldId id="2147482488" r:id="rId29"/>
    <p:sldId id="2147482475" r:id="rId30"/>
    <p:sldId id="2147482476" r:id="rId31"/>
    <p:sldId id="2147482477" r:id="rId32"/>
    <p:sldId id="2147482478" r:id="rId33"/>
    <p:sldId id="2147482481" r:id="rId34"/>
    <p:sldId id="2147482482" r:id="rId35"/>
    <p:sldId id="2147482483" r:id="rId36"/>
    <p:sldId id="2147482484" r:id="rId37"/>
    <p:sldId id="2147482479" r:id="rId38"/>
    <p:sldId id="2147482480" r:id="rId39"/>
    <p:sldId id="2147482490" r:id="rId40"/>
    <p:sldId id="2147482491" r:id="rId41"/>
    <p:sldId id="257" r:id="rId42"/>
    <p:sldId id="2147482492" r:id="rId43"/>
    <p:sldId id="258" r:id="rId44"/>
    <p:sldId id="2147482493" r:id="rId45"/>
    <p:sldId id="259" r:id="rId46"/>
    <p:sldId id="2147482494" r:id="rId47"/>
    <p:sldId id="260" r:id="rId48"/>
    <p:sldId id="2147482495" r:id="rId49"/>
    <p:sldId id="263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6A"/>
    <a:srgbClr val="13AA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slide" Target="slides/slide16.xml"/><Relationship Id="rId39" Type="http://schemas.openxmlformats.org/officeDocument/2006/relationships/slide" Target="slides/slide29.xml"/><Relationship Id="rId21" Type="http://schemas.openxmlformats.org/officeDocument/2006/relationships/slide" Target="slides/slide11.xml"/><Relationship Id="rId34" Type="http://schemas.openxmlformats.org/officeDocument/2006/relationships/slide" Target="slides/slide24.xml"/><Relationship Id="rId42" Type="http://schemas.openxmlformats.org/officeDocument/2006/relationships/slide" Target="slides/slide32.xml"/><Relationship Id="rId47" Type="http://schemas.openxmlformats.org/officeDocument/2006/relationships/slide" Target="slides/slide37.xml"/><Relationship Id="rId50" Type="http://schemas.openxmlformats.org/officeDocument/2006/relationships/slide" Target="slides/slide40.xml"/><Relationship Id="rId55" Type="http://schemas.openxmlformats.org/officeDocument/2006/relationships/theme" Target="theme/theme1.xml"/><Relationship Id="rId7" Type="http://schemas.openxmlformats.org/officeDocument/2006/relationships/customXml" Target="../customXml/item7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9" Type="http://schemas.openxmlformats.org/officeDocument/2006/relationships/slide" Target="slides/slide19.xml"/><Relationship Id="rId11" Type="http://schemas.openxmlformats.org/officeDocument/2006/relationships/slide" Target="slides/slide1.xml"/><Relationship Id="rId24" Type="http://schemas.openxmlformats.org/officeDocument/2006/relationships/slide" Target="slides/slide14.xml"/><Relationship Id="rId32" Type="http://schemas.openxmlformats.org/officeDocument/2006/relationships/slide" Target="slides/slide22.xml"/><Relationship Id="rId37" Type="http://schemas.openxmlformats.org/officeDocument/2006/relationships/slide" Target="slides/slide27.xml"/><Relationship Id="rId40" Type="http://schemas.openxmlformats.org/officeDocument/2006/relationships/slide" Target="slides/slide30.xml"/><Relationship Id="rId45" Type="http://schemas.openxmlformats.org/officeDocument/2006/relationships/slide" Target="slides/slide35.xml"/><Relationship Id="rId53" Type="http://schemas.openxmlformats.org/officeDocument/2006/relationships/presProps" Target="presProps.xml"/><Relationship Id="rId5" Type="http://schemas.openxmlformats.org/officeDocument/2006/relationships/customXml" Target="../customXml/item5.xml"/><Relationship Id="rId10" Type="http://schemas.openxmlformats.org/officeDocument/2006/relationships/slideMaster" Target="slideMasters/slideMaster1.xml"/><Relationship Id="rId19" Type="http://schemas.openxmlformats.org/officeDocument/2006/relationships/slide" Target="slides/slide9.xml"/><Relationship Id="rId31" Type="http://schemas.openxmlformats.org/officeDocument/2006/relationships/slide" Target="slides/slide21.xml"/><Relationship Id="rId44" Type="http://schemas.openxmlformats.org/officeDocument/2006/relationships/slide" Target="slides/slide34.xml"/><Relationship Id="rId52" Type="http://schemas.openxmlformats.org/officeDocument/2006/relationships/handoutMaster" Target="handoutMasters/handout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4" Type="http://schemas.openxmlformats.org/officeDocument/2006/relationships/slide" Target="slides/slide4.xml"/><Relationship Id="rId22" Type="http://schemas.openxmlformats.org/officeDocument/2006/relationships/slide" Target="slides/slide12.xml"/><Relationship Id="rId27" Type="http://schemas.openxmlformats.org/officeDocument/2006/relationships/slide" Target="slides/slide17.xml"/><Relationship Id="rId30" Type="http://schemas.openxmlformats.org/officeDocument/2006/relationships/slide" Target="slides/slide20.xml"/><Relationship Id="rId35" Type="http://schemas.openxmlformats.org/officeDocument/2006/relationships/slide" Target="slides/slide25.xml"/><Relationship Id="rId43" Type="http://schemas.openxmlformats.org/officeDocument/2006/relationships/slide" Target="slides/slide33.xml"/><Relationship Id="rId48" Type="http://schemas.openxmlformats.org/officeDocument/2006/relationships/slide" Target="slides/slide38.xml"/><Relationship Id="rId56" Type="http://schemas.openxmlformats.org/officeDocument/2006/relationships/tableStyles" Target="tableStyles.xml"/><Relationship Id="rId8" Type="http://schemas.openxmlformats.org/officeDocument/2006/relationships/customXml" Target="../customXml/item8.xml"/><Relationship Id="rId51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slide" Target="slides/slide15.xml"/><Relationship Id="rId33" Type="http://schemas.openxmlformats.org/officeDocument/2006/relationships/slide" Target="slides/slide23.xml"/><Relationship Id="rId38" Type="http://schemas.openxmlformats.org/officeDocument/2006/relationships/slide" Target="slides/slide28.xml"/><Relationship Id="rId46" Type="http://schemas.openxmlformats.org/officeDocument/2006/relationships/slide" Target="slides/slide36.xml"/><Relationship Id="rId20" Type="http://schemas.openxmlformats.org/officeDocument/2006/relationships/slide" Target="slides/slide10.xml"/><Relationship Id="rId41" Type="http://schemas.openxmlformats.org/officeDocument/2006/relationships/slide" Target="slides/slide31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5.xml"/><Relationship Id="rId23" Type="http://schemas.openxmlformats.org/officeDocument/2006/relationships/slide" Target="slides/slide13.xml"/><Relationship Id="rId28" Type="http://schemas.openxmlformats.org/officeDocument/2006/relationships/slide" Target="slides/slide18.xml"/><Relationship Id="rId36" Type="http://schemas.openxmlformats.org/officeDocument/2006/relationships/slide" Target="slides/slide26.xml"/><Relationship Id="rId49" Type="http://schemas.openxmlformats.org/officeDocument/2006/relationships/slide" Target="slides/slide3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261ADCD-0986-466F-BCF4-F1403744020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D45B1-DDA3-4823-B57F-398ED6D7CE5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51DD8-B00C-4794-9F38-603E28FD22A0}" type="datetime1">
              <a:rPr lang="en-GB" sz="800" smtClean="0">
                <a:solidFill>
                  <a:schemeClr val="accent1"/>
                </a:solidFill>
              </a:rPr>
              <a:t>03/09/2026</a:t>
            </a:fld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3B3C53-DC75-4A5C-81E7-5D7CB96E12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BF6EE6-6533-46A0-A8FB-DBC252423243}" type="slidenum">
              <a:rPr lang="en-GB" sz="800" smtClean="0">
                <a:solidFill>
                  <a:schemeClr val="accent1"/>
                </a:solidFill>
              </a:rPr>
              <a:t>‹#›</a:t>
            </a:fld>
            <a:endParaRPr lang="en-GB" sz="800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1B013-C79C-4BAB-9591-CE1E1BF2A98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sz="80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7838611-CB23-4A11-B466-01829FB3E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1B1D025B-ACD2-45C1-B156-1DDB470CE319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F8BE06-C1AD-4FF4-9212-678516BAB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410225-CB48-4A2A-9739-463AD2DBC31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800">
                <a:solidFill>
                  <a:schemeClr val="accent1"/>
                </a:solidFill>
              </a:defRPr>
            </a:lvl1pPr>
          </a:lstStyle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668863D3-1D0C-412C-99BB-873840116AC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Image Placeholder 5">
            <a:extLst>
              <a:ext uri="{FF2B5EF4-FFF2-40B4-BE49-F238E27FC236}">
                <a16:creationId xmlns:a16="http://schemas.microsoft.com/office/drawing/2014/main" id="{5E44B7E2-ED93-42BE-81A6-FE398D91C1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5691570-C65F-4C66-9CB2-8798BF7E8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accent1"/>
                </a:solidFill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18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36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54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720000" indent="0" algn="l" defTabSz="914400" rtl="0" eaLnBrk="1" latinLnBrk="0" hangingPunct="1">
      <a:buFont typeface="Arial" panose="020B0604020202020204" pitchFamily="34" charset="0"/>
      <a:buNone/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16CFAD1-D197-4A88-B173-A6412E995EE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1B2F52-14E2-45D5-A249-78CC2A66BD96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9EEDCFBE-27A6-4833-8A02-6F090B5FDABE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8B06C-D1C0-4719-87F3-6E1B46C516C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Header Placeholder 6">
            <a:extLst>
              <a:ext uri="{FF2B5EF4-FFF2-40B4-BE49-F238E27FC236}">
                <a16:creationId xmlns:a16="http://schemas.microsoft.com/office/drawing/2014/main" id="{8A4D158C-A6AB-44D9-9E3E-40314B363B1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82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386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3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08301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1963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7F6A6-FD17-8F4C-7044-ABFEEA21A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81703A-7F34-0354-48EF-A894969F4C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CA9356-B0D7-2C31-86F2-9D8D1C6728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5975D-6B64-ED21-F0EC-3AE161FA64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B2260F-4373-E5F5-0D82-6B3B07452A69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3793B49-0AAD-38A9-92B4-DC3E084F872C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0AEFF9A-CB40-3348-9E8F-318B43070F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883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ACBA-D7EF-CEF5-39CC-1105D0B7D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B0A1CB-F537-F5E1-3191-8A0267C023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640C4A-2707-B5F7-599F-9CCA6D7DE5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C5D2D5-060F-1CB2-4843-81C908F22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A59CE-D4DC-6FF4-E8BB-3FB3F83FBB4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EE4A39C-C1C5-5F72-FD12-935AD74BD91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48E0AA8-C311-BBA5-5936-D1BBDAB2525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3453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ADB33-8A48-BE42-4C50-D29DAA275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A098F3-D8BE-621C-6B22-8C5625078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7351A3-E98E-F111-C9AF-BEFF0D50E7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55FDA-CD65-45E5-F3A6-0AE7DB480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0C063C-A744-0266-B39A-03D420E9B1C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58B8172-AD5C-5397-A82C-36AEB6AA756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451183-CBA3-115E-5684-557E88C2AB7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28247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6BE3-97B0-E6B6-F91E-09D1F62E6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DE8548-646A-1C4E-6D6C-FD5E340248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428D7C-6DB8-EDF3-9312-6544D0BE0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A5BEF-C0B6-936A-3431-3588FE518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D523F2-6C8F-CC51-231C-9BB81A741997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9917E8D-080F-FE5A-68ED-0B06E6C3DD7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9BBCEA1-8DCE-EFE3-3F6D-858B8C1F8E0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36683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3ADDF-6DB3-E05C-7A10-11262961F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3B0132-E402-487D-A27E-7DAB23BE2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7A782-5FF8-7BE6-9548-5A7E980D38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6C8552-1D69-32FA-2135-50069EC45D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E66B37-B1A8-491E-C193-7CB7A2E54DE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D972DF1-CD76-2222-6119-B4483EDE5AB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C843103-EFF1-F1F6-A0EA-0F8D2CA1073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742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C747A-220F-48F7-9F38-38F46A50A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3E3DC6-D92F-2974-1D21-B5BBFF9F9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5F62F-A8C9-B2D9-FC11-BC38B2420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D22516-88B6-3B43-FFA6-0FA25C1B8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C101E2-20D2-1471-8D44-AEDF3D7446A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B6A9B09-937D-B53D-1A30-B854C8416069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69B1E78-BD11-CB7C-4A08-C96618880B6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496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88BCD7-B98C-DCA4-43EF-EC82B78A7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2CBDBE-3E2C-0E17-F91A-4938213DEE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C79F1C-5100-039A-6C5A-CB6B52EACC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199A9A-0BAA-C741-E0A8-6E1BDC8BE5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CA3537-EC74-F12D-DDEE-23AB44AD898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DF64BCD-A96E-193C-AEBE-C4A8851A098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8F186AC-5DC8-9346-05C6-04E7C6ABAF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97474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3BD0D-7A7E-6C56-08D6-F386DC78E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E328EB-7E58-AA04-E6AD-E5EC282EBA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714488-1AFA-9542-2A36-1EA3C49883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AE9B4B-E5BD-8709-93BE-1F6433D42A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9B65CE-8CCD-C825-CC11-CA07E57D080A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9250DE6F-7F16-4C15-A91B-44E57BB6A7F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1459B24-0416-9F8A-1543-88F9B36661A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16285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767BA-1320-1A98-024C-00B2807F1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424489-3F1C-780A-4B85-1237F73785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AE857-3D02-E34C-0363-49104A98AD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47E2D3-6C9E-4690-F00A-07DF2EBE36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BEA97-1E9C-9D95-15BB-5785149144D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81C19E44-2D4B-C01B-4ECB-F1BB02E2BB7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CBBDA53-C3BD-CC21-ED07-A28DE31007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63401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D0E033-5966-F4F5-F250-F3E801A23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9F0897-8302-AC55-63E6-A3435E546F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665B54-5A4F-779A-7884-2876C186C6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85863A-EB0A-E881-B45A-AD3D217E40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3AE001-1797-6203-2E72-BEFB5D331A4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1F4FC25-E49B-18ED-89F2-D1BF2933FA0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A0EC10A-64FD-991C-C7F1-3D5168B6D59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2147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D29D5-723F-87E7-02A1-47BCAA433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65ACFF-E904-5FA8-5024-686F6EF431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A5C76D-A9E0-A550-840E-047BE24F2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FC7142-A10C-F9E7-9B81-7988FC5ABB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C21C4-E2B8-4725-E429-54F12CB490C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D702DF8-0009-6A1B-F341-EB812A1B4FA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5472DFA-E39B-A3EB-EC3E-83A4C7E8C3D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6807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3899C-91C8-4D88-9192-87D93BFB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5CE169-935F-0A73-E5C7-7C75526253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15CE34-FFCA-1174-644F-7E8892BCA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90E500-FD0B-1F2A-BA26-3348FF148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78AF4-FEB9-6B54-ADFC-72671B2FC76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FBD4845-7231-7AD5-EC3B-F2293055FCA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8C63D87-1F73-F758-CBBC-424ABE434AC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458779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1FB9D-99AB-F1D9-0748-41F9E409B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049D72-9D8A-3A2F-200D-1E72D8E68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004B74-BDAA-B3E0-E9E9-2450E8D81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9A1B6-D181-B8B3-7812-D70C0B8A41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26861D-F116-6EA6-C19C-97B4BB2A40C8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D02D0C1-4961-2E63-4F9C-216E2C129AF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EC4675-C427-0571-BF13-44291418EEF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475826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B0C364-1784-821C-E93B-60882CBE7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CC1A4-B9BA-0B6E-D5EE-B888B7A18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58AFB-CA25-F192-4D5E-5D29D6A064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3D23C-C4C4-16CF-E348-DA941C738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5B6889-3E05-DBFC-12EF-04F44E5F0D32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1E1792F5-7D78-A6CE-3E48-99D10BD7831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13E28CC-9A3C-6B97-E266-8666F39E29E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932185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AFF5D-327F-DDF5-5231-40FF138C5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29CA6-223E-41B5-7781-D49B69C974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9A26F-5A9E-1313-81FB-9F96D82E5C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864B47-12E6-0D77-8E4B-335F4AC47D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19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48383E-055B-A72E-7D25-8B699AE7EF8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602DCFF-F1BC-46CD-AB66-89773ADD49A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4D4A1B2-CD59-E7C3-D9ED-35EBB5F2E2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2861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88476-C1E8-001D-021C-B1D99482B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7AE4BC-024E-48F9-EEA2-FA261F8C7B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A5A9C5-97AE-04AB-6E35-ACC384A3C9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0770A3-BBE9-A941-7CE3-93FAE8EB41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20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BC1054-4E06-3C66-6433-CEFF9F733CA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E56DBBA3-BD77-51F8-6361-FCDB44A1700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B6D64A5-261C-E857-A3D5-5D28BB9194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703955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90682-0432-959A-7656-D308EFCEF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36E1D-CC00-0738-5B6B-31F5D21009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C00542-8AEE-3240-95C8-A4605366E7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40303E-30DF-6D92-31E5-3EBC516B35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21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0688D7-B52A-4216-6E1F-F8024BD3216C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BD756C6-9A99-5E78-983A-71D63B873D2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3F1F47F-F8E7-F3C0-0F37-89D481D361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922113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4491D-9E86-0A48-31F9-2A5621FDC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99D20E-4415-F9E9-3822-B9C8CB5319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7431F8-BA60-B731-5C5E-B8659B6A82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2988B-160A-8FDB-F5BF-904A957EA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F4E4B4-C6A3-608D-A98C-81C68BE9D8AF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F22DAB4F-A224-0D2F-254D-AF64F0EC382E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4CCFBD2-B96E-4437-B31E-A7637946F7B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443532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C11C29-EFFB-1476-F4EF-D05868932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1542F2-B549-C386-96EB-3718591469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6BB830-AC7C-77EA-7A5B-4876154B86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B81206-BC05-14E3-3648-CFFD6E9E7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0D2DB-DF4B-CCCE-6D5A-89F8A95AA83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77F12DDA-D6B7-BFAC-7985-93422C4C4BB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1F9D95-F175-1736-6895-ED0DE402AC0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662575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B8F00-459A-0C82-5809-D0E4C6C31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DEF36-70D3-1758-BEE4-44700019EC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BC3DEC-DE65-A9B8-1EB9-27D8F81E6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0F565-CC4B-C122-2CF7-2080B30C9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A82CE5-C381-B9F5-EF2F-B8A035B494F4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3A8A4352-BEEB-D347-1B67-13E92DA095A7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F4A549-7060-6FF4-D7D0-957D865C104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30468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4E7A7C-6AC0-1CC3-F178-B6241A9F3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D8133E-150D-3BEA-B8CF-FA98CE1DA9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6D1B42-CC12-8DF0-6F96-FC4CE95C26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EBCCA-2798-CA14-81FC-100E231BEC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39443E-F947-0063-D996-96A0AAECB2D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40191A67-E913-8ADE-969C-501F93F8F8AD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87E5FB3-0BB1-D2D3-6CFD-20930C87270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41396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10E5FD-6F85-683E-9902-98226BB69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4F09C9-6D95-64EE-D52C-A79C62A98A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085DC6-8ACB-0A43-F7E8-F7FEF2F39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5CA76D-3343-FFC2-FE42-293B989164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09C496-DE33-DDC9-3DD8-C9E41961615B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A5389E6A-1897-4541-330B-8122E8CE835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026BDC5-F58C-2833-36CF-BE69B82B2D5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7768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40155-D518-62B6-120E-78C787B3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4E4F29-A8BC-F7FB-D366-96C5A79AB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2CD4F5-F5D0-4528-69BE-C5278FD6F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1DB6AF-9DD1-A7D3-3DD4-189B43459C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FB7CC3-55F2-14A7-BED6-FCE7297BFBD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B938BCD6-E10F-1F82-5697-96C39075B43F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CB026EC-F9C7-372E-0F8B-F33C2DDF44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577561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ACBC3-DEED-0672-ADC6-A5F3E8A68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EE471E-1E04-3BCE-FB56-311A527E06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5BB4DC-A886-0DEE-BF7D-6AA64C03A7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58627B-D649-2029-0BCD-BE1BE9804E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663AF1-92F1-87C3-8C6D-E99EEA5CE0E1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2503481E-7B49-F6F4-3BCA-EC330FA40AE5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6F8D6-A163-9D60-6103-A27DDAD9A4D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560518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DA7261-08E5-D50F-2BF1-06A090E47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AAD24C-BBC7-565D-65D8-CEEBC635B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39AFCA-1824-D5D8-0F6F-4B8CFC7FF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6901E-4763-EE39-92EA-F35BB3260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E4C8D-4D95-4AA0-F4BE-81DC043421F3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>
            <a:extLst>
              <a:ext uri="{FF2B5EF4-FFF2-40B4-BE49-F238E27FC236}">
                <a16:creationId xmlns:a16="http://schemas.microsoft.com/office/drawing/2014/main" id="{6405E751-C596-8626-ECED-3E81E4C72854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969252F-B418-167A-CE70-548EB9A6C45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557550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8994D1-D5E9-A644-0289-D561A6EE6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F8C85D-1899-48F6-847F-B6D802DBF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863C78-4FE3-24FA-ADC3-767763519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FB090-BF0B-B110-3671-BDEB6C9488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422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93C48-7A07-C2BE-125B-3AD5F652E5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7D817-9C93-A102-08E4-874FB25AF5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2080B0-D795-A1FE-125E-E2D50E2DE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E4D71-B47F-275C-ADDC-B6AB4E6B2C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671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9C7EE-BDA9-E2B0-62FA-A737069A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115E8D-6C30-F25B-525A-50BDED3F2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38059-3B5F-519B-ADCC-4F64D66C4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CA8B39-A861-CDD2-F30A-BD3C130642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5244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6859E-32CD-405F-5F1C-B51D6EA0D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253514-80AF-019E-4D0C-2913DBA748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7ADA2-DF10-FB10-D91B-BCFE458F8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90840-2D2E-665D-9516-7E2D936C2A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21842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AB6701-6425-A55D-8BC4-1815B03D0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F4012-450F-3027-58DD-F8E2EFD170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3C014D-24B8-8558-43A4-F7433EFF6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11B85-A9D9-EC3C-3CED-D9344C4F171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09201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1D025B-ACD2-45C1-B156-1DDB470CE319}" type="slidenum">
              <a:rPr lang="en-GB" smtClean="0"/>
              <a:pPr/>
              <a:t>40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07F57C2-DC98-4654-8193-8947FB5885F5}" type="datetime1">
              <a:rPr lang="en-GB" smtClean="0"/>
              <a:pPr/>
              <a:t>03/09/2026</a:t>
            </a:fld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69756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ackground">
            <a:extLst>
              <a:ext uri="{FF2B5EF4-FFF2-40B4-BE49-F238E27FC236}">
                <a16:creationId xmlns:a16="http://schemas.microsoft.com/office/drawing/2014/main" id="{340F0538-9B96-48A2-E0D3-51997329E811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2A287E5-3103-5FAA-E5AA-89A6192368D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9" name="Logo">
            <a:extLst>
              <a:ext uri="{FF2B5EF4-FFF2-40B4-BE49-F238E27FC236}">
                <a16:creationId xmlns:a16="http://schemas.microsoft.com/office/drawing/2014/main" id="{76796D24-E52C-91B9-433F-A5D1C511A85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2743200" cy="33301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38800"/>
            <a:ext cx="7002000" cy="1286506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914400" y="4219200"/>
            <a:ext cx="5090400" cy="332399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3pPr>
            <a:lvl4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4pPr>
            <a:lvl5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5pPr>
            <a:lvl6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6pPr>
            <a:lvl7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7pPr>
            <a:lvl8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8pPr>
            <a:lvl9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>
                <a:solidFill>
                  <a:schemeClr val="accent3"/>
                </a:solidFill>
              </a:defRPr>
            </a:lvl9pPr>
          </a:lstStyle>
          <a:p>
            <a:r>
              <a:rPr lang="en-US"/>
              <a:t>Click to add subtitle, one line 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912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8651BDEF-5BAF-5895-1B1A-7FAE88270ED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lIns="0" tIns="108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frame and insert picture via </a:t>
            </a:r>
            <a:r>
              <a:rPr lang="en-US" err="1"/>
              <a:t>Templafy</a:t>
            </a:r>
            <a:r>
              <a:rPr lang="en-US"/>
              <a:t>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10000"/>
            <a:ext cx="7956000" cy="2368341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title, </a:t>
            </a:r>
            <a:br>
              <a:rPr lang="en-US"/>
            </a:br>
            <a:r>
              <a:rPr lang="en-US"/>
              <a:t>three lines </a:t>
            </a:r>
            <a:br>
              <a:rPr lang="en-US"/>
            </a:br>
            <a:r>
              <a:rPr lang="en-US"/>
              <a:t>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Logo Placeholder 9">
            <a:extLst>
              <a:ext uri="{FF2B5EF4-FFF2-40B4-BE49-F238E27FC236}">
                <a16:creationId xmlns:a16="http://schemas.microsoft.com/office/drawing/2014/main" id="{D8410491-ACC1-B4F0-BB4F-E3E58AF6E01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914400"/>
            <a:ext cx="2743200" cy="33301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2965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1F24335D-38B7-3BBC-A3D8-1B37E89BACD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</p:spPr>
        <p:txBody>
          <a:bodyPr lIns="0" tIns="10800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on frame and insert picture via Templafy Images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2610000"/>
            <a:ext cx="7956000" cy="2368341"/>
          </a:xfrm>
        </p:spPr>
        <p:txBody>
          <a:bodyPr anchor="b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add title, </a:t>
            </a:r>
            <a:br>
              <a:rPr lang="en-US"/>
            </a:br>
            <a:r>
              <a:rPr lang="en-US"/>
              <a:t>three lines </a:t>
            </a:r>
            <a:br>
              <a:rPr lang="en-US"/>
            </a:br>
            <a:r>
              <a:rPr lang="en-US"/>
              <a:t>optional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07E77017-6870-5AD9-B646-1D87C34A596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5490000"/>
            <a:ext cx="5090400" cy="184666"/>
          </a:xfrm>
        </p:spPr>
        <p:txBody>
          <a:bodyPr anchor="b" anchorCtr="0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FontTx/>
              <a:buNone/>
              <a:defRPr sz="1200" b="1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Name of Presenter</a:t>
            </a:r>
          </a:p>
        </p:txBody>
      </p:sp>
      <p:sp>
        <p:nvSpPr>
          <p:cNvPr id="10" name="Date Placeholder 6">
            <a:extLst>
              <a:ext uri="{FF2B5EF4-FFF2-40B4-BE49-F238E27FC236}">
                <a16:creationId xmlns:a16="http://schemas.microsoft.com/office/drawing/2014/main" id="{19E8C21D-363E-4C29-BCB1-2C67A41A6B1A}"/>
              </a:ext>
            </a:extLst>
          </p:cNvPr>
          <p:cNvSpPr>
            <a:spLocks noGrp="1"/>
          </p:cNvSpPr>
          <p:nvPr>
            <p:ph type="dt" sz="half" idx="15"/>
          </p:nvPr>
        </p:nvSpPr>
        <p:spPr bwMode="white">
          <a:xfrm>
            <a:off x="914400" y="5752799"/>
            <a:ext cx="5090400" cy="184666"/>
          </a:xfrm>
        </p:spPr>
        <p:txBody>
          <a:bodyPr anchor="t" anchorCtr="0">
            <a:spAutoFit/>
          </a:bodyPr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A9A0B8E-7796-40B6-952C-7B5839D359BE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Footer Placeholder 8" hidden="1">
            <a:extLst>
              <a:ext uri="{FF2B5EF4-FFF2-40B4-BE49-F238E27FC236}">
                <a16:creationId xmlns:a16="http://schemas.microsoft.com/office/drawing/2014/main" id="{6DB35B2F-204D-4092-A860-94E70637BD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lide Number Placeholder 10" hidden="1">
            <a:extLst>
              <a:ext uri="{FF2B5EF4-FFF2-40B4-BE49-F238E27FC236}">
                <a16:creationId xmlns:a16="http://schemas.microsoft.com/office/drawing/2014/main" id="{1BEB41F5-194C-405C-8EDC-8C5E550FE0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Logo Placeholder 9">
            <a:extLst>
              <a:ext uri="{FF2B5EF4-FFF2-40B4-BE49-F238E27FC236}">
                <a16:creationId xmlns:a16="http://schemas.microsoft.com/office/drawing/2014/main" id="{6321382D-5A07-31AA-0933-D4F46703DE1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914400"/>
            <a:ext cx="2743200" cy="333010"/>
          </a:xfrm>
          <a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93449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B3C6D49B-5AA8-08F3-B147-E15E36F776DB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AABFFD0-7FB5-22D4-AEE3-9130103DE2B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82B3B4A0-C375-41A6-AA76-9E9EE3A791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914400" y="914400"/>
            <a:ext cx="7956000" cy="4968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Agenda title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41371CC-D25B-51AE-5ABB-421D01359A8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411199" y="1836000"/>
            <a:ext cx="7458163" cy="3650400"/>
          </a:xfrm>
        </p:spPr>
        <p:txBody>
          <a:bodyPr/>
          <a:lstStyle>
            <a:lvl1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3pPr>
            <a:lvl4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4pPr>
            <a:lvl5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5pPr>
            <a:lvl6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6pPr>
            <a:lvl7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7pPr>
            <a:lvl8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accent3"/>
                </a:solidFill>
              </a:defRPr>
            </a:lvl8pPr>
            <a:lvl9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 noProof="0"/>
              <a:t>Click to add agenda point                                                        Enter &amp; TAB to view highlight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696624D-FA1A-B68E-7DBE-8CCBAFF24FB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1836000"/>
            <a:ext cx="396000" cy="3650400"/>
          </a:xfrm>
        </p:spPr>
        <p:txBody>
          <a:bodyPr/>
          <a:lstStyle>
            <a:lvl1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3pPr>
            <a:lvl4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4pPr>
            <a:lvl5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tx1"/>
                </a:solidFill>
              </a:defRPr>
            </a:lvl5pPr>
            <a:lvl6pPr marL="0" indent="0"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 b="0" i="0" cap="none">
                <a:solidFill>
                  <a:schemeClr val="accent3"/>
                </a:solidFill>
              </a:defRPr>
            </a:lvl6pPr>
            <a:lvl7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tx1"/>
                </a:solidFill>
              </a:defRPr>
            </a:lvl7pPr>
            <a:lvl8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accent3"/>
                </a:solidFill>
              </a:defRPr>
            </a:lvl8pPr>
            <a:lvl9pPr>
              <a:lnSpc>
                <a:spcPts val="3200"/>
              </a:lnSpc>
              <a:spcBef>
                <a:spcPts val="0"/>
              </a:spcBef>
              <a:spcAft>
                <a:spcPts val="0"/>
              </a:spcAft>
              <a:defRPr sz="20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01</a:t>
            </a:r>
          </a:p>
          <a:p>
            <a:pPr lvl="1"/>
            <a:r>
              <a:rPr lang="en-US"/>
              <a:t>02</a:t>
            </a:r>
          </a:p>
          <a:p>
            <a:pPr lvl="2"/>
            <a:r>
              <a:rPr lang="en-US"/>
              <a:t>03</a:t>
            </a:r>
          </a:p>
          <a:p>
            <a:pPr lvl="3"/>
            <a:r>
              <a:rPr lang="en-US"/>
              <a:t>04</a:t>
            </a:r>
          </a:p>
          <a:p>
            <a:pPr lvl="4"/>
            <a:r>
              <a:rPr lang="en-US"/>
              <a:t>05</a:t>
            </a:r>
          </a:p>
          <a:p>
            <a:pPr lvl="5"/>
            <a:r>
              <a:rPr lang="en-US"/>
              <a:t>06</a:t>
            </a:r>
          </a:p>
          <a:p>
            <a:pPr lvl="6"/>
            <a:r>
              <a:rPr lang="en-US"/>
              <a:t>07</a:t>
            </a:r>
          </a:p>
          <a:p>
            <a:pPr lvl="7"/>
            <a:r>
              <a:rPr lang="en-US"/>
              <a:t>08</a:t>
            </a:r>
          </a:p>
          <a:p>
            <a:pPr lvl="8"/>
            <a:r>
              <a:rPr lang="en-US"/>
              <a:t>09</a:t>
            </a:r>
          </a:p>
        </p:txBody>
      </p:sp>
      <p:sp>
        <p:nvSpPr>
          <p:cNvPr id="15" name="Date Placeholder 14" hidden="1">
            <a:extLst>
              <a:ext uri="{FF2B5EF4-FFF2-40B4-BE49-F238E27FC236}">
                <a16:creationId xmlns:a16="http://schemas.microsoft.com/office/drawing/2014/main" id="{6337724D-6107-D752-5174-474B0390C1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t>9/3/2026</a:t>
            </a:fld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183DC341-C334-5512-74C4-08B4FC8DAC6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15DE2604-0312-B234-C47D-460B0F77BFC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Logo">
            <a:extLst>
              <a:ext uri="{FF2B5EF4-FFF2-40B4-BE49-F238E27FC236}">
                <a16:creationId xmlns:a16="http://schemas.microsoft.com/office/drawing/2014/main" id="{BFD4D25F-806C-BD90-FA02-0B54023D53F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17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3822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B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79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1717200"/>
            <a:ext cx="7956000" cy="1286506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title, three lines optional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01729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536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AEB5-52F0-4660-8F42-9D54730AF8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11277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Note 1 Sub 1">
            <a:extLst>
              <a:ext uri="{FF2B5EF4-FFF2-40B4-BE49-F238E27FC236}">
                <a16:creationId xmlns:a16="http://schemas.microsoft.com/office/drawing/2014/main" id="{38E65F5C-54FD-FBF2-4466-8B2C452C0C4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112776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7B696-6AA7-4E5D-B60B-41572D080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19847-20E5-4B7E-B872-4144EE846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C4BAA903-C13B-4AFA-99B6-BE9168B50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755E0C25-3140-4A2E-92AD-AEF235DC4E58}" type="datetime1">
              <a:rPr lang="en-US" smtClean="0"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5548312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371600"/>
            <a:ext cx="5548313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Note 1 Sub 1">
            <a:extLst>
              <a:ext uri="{FF2B5EF4-FFF2-40B4-BE49-F238E27FC236}">
                <a16:creationId xmlns:a16="http://schemas.microsoft.com/office/drawing/2014/main" id="{E61B1661-5972-8C49-8794-8B443A054B88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0" y="5763600"/>
            <a:ext cx="5548312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2" name="Note 2 23">
            <a:extLst>
              <a:ext uri="{FF2B5EF4-FFF2-40B4-BE49-F238E27FC236}">
                <a16:creationId xmlns:a16="http://schemas.microsoft.com/office/drawing/2014/main" id="{00181299-DF32-7C45-A085-197D1BDFB50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4900" y="5763600"/>
            <a:ext cx="5548313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0CE7D-8E6C-42F1-060F-A79183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5151D5-303F-0195-5875-D5D64342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E04CDBA4-BA46-F42F-95E1-950892368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9268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7CF41-4700-4C0D-801F-1B8DD72EDF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4592637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371600"/>
            <a:ext cx="5548313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4" name="Note 1 Sub 1">
            <a:extLst>
              <a:ext uri="{FF2B5EF4-FFF2-40B4-BE49-F238E27FC236}">
                <a16:creationId xmlns:a16="http://schemas.microsoft.com/office/drawing/2014/main" id="{BEEEF4B7-428C-9762-96F2-F9AB99E0813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4592637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Note 2 23">
            <a:extLst>
              <a:ext uri="{FF2B5EF4-FFF2-40B4-BE49-F238E27FC236}">
                <a16:creationId xmlns:a16="http://schemas.microsoft.com/office/drawing/2014/main" id="{EDAA4865-C74E-7685-66E0-F060C7A99C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4900" y="5763600"/>
            <a:ext cx="5548313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5B0CE7D-8E6C-42F1-060F-A79183D5A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35151D5-303F-0195-5875-D5D643428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Date Placeholder 7" hidden="1">
            <a:extLst>
              <a:ext uri="{FF2B5EF4-FFF2-40B4-BE49-F238E27FC236}">
                <a16:creationId xmlns:a16="http://schemas.microsoft.com/office/drawing/2014/main" id="{E04CDBA4-BA46-F42F-95E1-95089236866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997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2685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8" y="1371600"/>
            <a:ext cx="7458075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275139" y="5763600"/>
            <a:ext cx="7458075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97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049201" y="1371600"/>
            <a:ext cx="268560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1" y="1371600"/>
            <a:ext cx="7458075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7458075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6942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FA66AF8A-D272-6AF2-17B1-AE9384A7F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3638549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9" y="1371600"/>
            <a:ext cx="3640136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94664" y="1371600"/>
            <a:ext cx="3638550" cy="4392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to add text                             Enter &amp; TAB to view next text style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3" name="Note 1 Sub 1">
            <a:extLst>
              <a:ext uri="{FF2B5EF4-FFF2-40B4-BE49-F238E27FC236}">
                <a16:creationId xmlns:a16="http://schemas.microsoft.com/office/drawing/2014/main" id="{B75D1C11-F4D5-2C5A-B9FC-1E5E91DB9720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275139" y="5763600"/>
            <a:ext cx="36396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4" name="Note 2 23">
            <a:extLst>
              <a:ext uri="{FF2B5EF4-FFF2-40B4-BE49-F238E27FC236}">
                <a16:creationId xmlns:a16="http://schemas.microsoft.com/office/drawing/2014/main" id="{68A05EFF-09AD-2BDE-63D2-FB5D533CF8D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94664" y="5763600"/>
            <a:ext cx="3639600" cy="180000"/>
          </a:xfrm>
        </p:spPr>
        <p:txBody>
          <a:bodyPr anchor="b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>
                <a:solidFill>
                  <a:schemeClr val="accent2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700" b="0" cap="none"/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700" b="0" cap="none"/>
            </a:lvl9pPr>
          </a:lstStyle>
          <a:p>
            <a:pPr lvl="0"/>
            <a:r>
              <a:rPr lang="en-US"/>
              <a:t>Click to add source or note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212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4674E71-B0C4-FEC5-FD69-32E7BBAEFF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457200"/>
            <a:ext cx="11277600" cy="496800"/>
          </a:xfrm>
        </p:spPr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1" y="1371600"/>
            <a:ext cx="3638549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ED1EC185-5B12-41DF-8263-14BD8E01E254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75139" y="1371600"/>
            <a:ext cx="3640136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1" name="Content Placeholder 4">
            <a:extLst>
              <a:ext uri="{FF2B5EF4-FFF2-40B4-BE49-F238E27FC236}">
                <a16:creationId xmlns:a16="http://schemas.microsoft.com/office/drawing/2014/main" id="{B51A870A-B49A-41AB-A520-9F693B2A477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094664" y="1371600"/>
            <a:ext cx="3638550" cy="25200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</a:lstStyle>
          <a:p>
            <a:pPr lvl="0"/>
            <a:r>
              <a:rPr lang="en-US" noProof="0"/>
              <a:t>Click on frame and insert picture via Templafy Images                  Or click to add text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16009F8-89A8-30D5-6C9C-F7B53B666EA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1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6493320-A1EB-762E-F669-F1D7CAA4AD4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75675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E52BD066-A79A-F43D-D356-7343A2D40DC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93614" y="4194000"/>
            <a:ext cx="3639600" cy="15696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add text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4D8AEAC-6B00-82AA-21E5-203CEA43691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201" y="5763600"/>
            <a:ext cx="11277600" cy="180000"/>
          </a:xfrm>
        </p:spPr>
        <p:txBody>
          <a:bodyPr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/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subtitle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2AD2FF-CA20-087C-A434-665D060FC51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39ADC-EF64-A029-A50B-3003B35FC83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Date Placeholder 3" hidden="1">
            <a:extLst>
              <a:ext uri="{FF2B5EF4-FFF2-40B4-BE49-F238E27FC236}">
                <a16:creationId xmlns:a16="http://schemas.microsoft.com/office/drawing/2014/main" id="{33940C81-C44A-5BBB-E18F-630B234E59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4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2843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F46D243-0CFA-03C5-E855-8D687A3E94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6A359F9-23D1-0B3C-C313-465E6E5C134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093600" y="0"/>
            <a:ext cx="6098400" cy="6858000"/>
          </a:xfrm>
          <a:solidFill>
            <a:schemeClr val="tx1"/>
          </a:solidFill>
        </p:spPr>
        <p:txBody>
          <a:bodyPr tIns="108000" anchor="t" anchorCtr="0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on frame and insert picture via </a:t>
            </a:r>
            <a:r>
              <a:rPr lang="en-US" noProof="0" err="1"/>
              <a:t>Templafy</a:t>
            </a:r>
            <a:r>
              <a:rPr lang="en-US" noProof="0"/>
              <a:t> Images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952E9B-B320-E47B-3176-A493B0DC88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457200"/>
            <a:ext cx="5158800" cy="162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three lines optional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1539132-A20E-07F0-8181-75BDE479317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57201" y="2743200"/>
            <a:ext cx="51588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0" name="Note 1 Sub 1">
            <a:extLst>
              <a:ext uri="{FF2B5EF4-FFF2-40B4-BE49-F238E27FC236}">
                <a16:creationId xmlns:a16="http://schemas.microsoft.com/office/drawing/2014/main" id="{0C6B742A-91F9-666A-BF0F-8F57EAC178C3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 bwMode="white">
          <a:xfrm>
            <a:off x="457200" y="5763600"/>
            <a:ext cx="515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tx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0A672A77-3A7D-E59F-FF4E-BE18A5E105F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15345F-79A0-C72D-C867-4CB731723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CA7736-C906-07C5-0D5A-3DEDC58B2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Logo">
            <a:extLst>
              <a:ext uri="{FF2B5EF4-FFF2-40B4-BE49-F238E27FC236}">
                <a16:creationId xmlns:a16="http://schemas.microsoft.com/office/drawing/2014/main" id="{1836B27C-B32A-1D89-C444-C52A127915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071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9D909-49D5-40E7-8A46-904F421801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Click to add title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941FA-9D05-0D95-0EA0-CC5F7CE3C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5D0358-17F7-DF33-FD3A-550D27E8F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3F762D97-CF6A-B2DB-1D74-D6EE2870195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9CA731-A8F5-9D6D-8035-9447D93D9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03F029-4DD6-D941-BBCC-3AB2084844EF}" type="datetimeFigureOut">
              <a:rPr lang="en-US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10445F-105D-FC9D-2F49-012448986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4433EF-A1D1-8B89-A354-C7E0EB0B8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0581-F331-824A-B07B-43DA2241CC00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768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Fullpage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on frame and insert picture via Templafy Images</a:t>
            </a:r>
          </a:p>
        </p:txBody>
      </p:sp>
      <p:sp>
        <p:nvSpPr>
          <p:cNvPr id="8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480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orial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ackground">
            <a:extLst>
              <a:ext uri="{FF2B5EF4-FFF2-40B4-BE49-F238E27FC236}">
                <a16:creationId xmlns:a16="http://schemas.microsoft.com/office/drawing/2014/main" id="{CE496233-C250-B88A-B964-7BF48F24B4EA}"/>
              </a:ext>
            </a:extLst>
          </p:cNvPr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pic>
        <p:nvPicPr>
          <p:cNvPr id="12" name="Logo">
            <a:extLst>
              <a:ext uri="{FF2B5EF4-FFF2-40B4-BE49-F238E27FC236}">
                <a16:creationId xmlns:a16="http://schemas.microsoft.com/office/drawing/2014/main" id="{40F7F431-C69E-3D80-0906-67F262A4E0C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7201" y="914400"/>
            <a:ext cx="6505200" cy="4114800"/>
          </a:xfrm>
        </p:spPr>
        <p:txBody>
          <a:bodyPr/>
          <a:lstStyle>
            <a:lvl1pPr>
              <a:defRPr sz="6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0C204B8-C38E-1269-DE1E-00E543F0C6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050400" y="914400"/>
            <a:ext cx="2685600" cy="41148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51010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ditorial B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picture via Templafy Images</a:t>
            </a:r>
          </a:p>
        </p:txBody>
      </p:sp>
      <p:sp>
        <p:nvSpPr>
          <p:cNvPr id="8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3AF1C9-D970-4BDE-8D21-BBA0716FE7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1" y="914400"/>
            <a:ext cx="6505200" cy="4114800"/>
          </a:xfrm>
        </p:spPr>
        <p:txBody>
          <a:bodyPr/>
          <a:lstStyle>
            <a:lvl1pPr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D0C204B8-C38E-1269-DE1E-00E543F0C60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0400" y="914400"/>
            <a:ext cx="2685600" cy="4114800"/>
          </a:xfrm>
        </p:spPr>
        <p:txBody>
          <a:bodyPr anchor="b" anchorCtr="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Enter &amp; TAB to view next text style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3" name="Date Placeholder 2" hidden="1">
            <a:extLst>
              <a:ext uri="{FF2B5EF4-FFF2-40B4-BE49-F238E27FC236}">
                <a16:creationId xmlns:a16="http://schemas.microsoft.com/office/drawing/2014/main" id="{7375AE3B-2833-4CC4-8E48-5A77787D62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5"/>
          </p:nvPr>
        </p:nvSpPr>
        <p:spPr/>
        <p:txBody>
          <a:bodyPr/>
          <a:lstStyle/>
          <a:p>
            <a:fld id="{4A65198A-3B88-426C-B448-2C870FC562D2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3309F7-90B8-4D3B-B16F-4CDCDC1F7EA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2BFE6-3D68-4E6E-B1E6-E21935FFEBD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63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port 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2A7FF08-497F-4E40-AED3-0532762F5E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r>
              <a:rPr lang="en-US"/>
              <a:t>Click to add title, two lines optional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828800"/>
            <a:ext cx="5548314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7CE2ECF-AF40-4809-BD16-DFC59D53926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184900" y="1828800"/>
            <a:ext cx="2685600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 noProof="0"/>
              <a:t>6</a:t>
            </a:r>
          </a:p>
          <a:p>
            <a:pPr lvl="6"/>
            <a:r>
              <a:rPr lang="en-US" noProof="0"/>
              <a:t>7</a:t>
            </a:r>
          </a:p>
          <a:p>
            <a:pPr lvl="7"/>
            <a:r>
              <a:rPr lang="en-US" noProof="0"/>
              <a:t>8</a:t>
            </a:r>
          </a:p>
          <a:p>
            <a:pPr lvl="8"/>
            <a:r>
              <a:rPr lang="en-US" noProof="0"/>
              <a:t>9</a:t>
            </a:r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25A8F3-C789-43A7-B9C7-C2E8AD06CA8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050400" y="1828800"/>
            <a:ext cx="2685600" cy="3934800"/>
          </a:xfrm>
        </p:spPr>
        <p:txBody>
          <a:bodyPr/>
          <a:lstStyle>
            <a:lvl1pPr>
              <a:defRPr sz="1600">
                <a:solidFill>
                  <a:schemeClr val="accent2"/>
                </a:solidFill>
              </a:defRPr>
            </a:lvl1pPr>
            <a:lvl2pPr>
              <a:defRPr sz="1400">
                <a:solidFill>
                  <a:schemeClr val="accent2"/>
                </a:solidFill>
              </a:defRPr>
            </a:lvl2pPr>
            <a:lvl3pPr>
              <a:defRPr sz="1200">
                <a:solidFill>
                  <a:schemeClr val="accent2"/>
                </a:solidFill>
              </a:defRPr>
            </a:lvl3pPr>
            <a:lvl4pPr>
              <a:defRPr sz="1600">
                <a:solidFill>
                  <a:schemeClr val="accent2"/>
                </a:solidFill>
              </a:defRPr>
            </a:lvl4pPr>
            <a:lvl5pPr>
              <a:defRPr sz="1600"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/>
            </a:lvl9pPr>
          </a:lstStyle>
          <a:p>
            <a:pPr lvl="0"/>
            <a:r>
              <a:rPr lang="en-US" noProof="0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  <a:endParaRPr lang="en-US"/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" name="Note 1 Sub 1">
            <a:extLst>
              <a:ext uri="{FF2B5EF4-FFF2-40B4-BE49-F238E27FC236}">
                <a16:creationId xmlns:a16="http://schemas.microsoft.com/office/drawing/2014/main" id="{3B607106-140F-3336-3175-16463A0591A8}"/>
              </a:ext>
            </a:extLst>
          </p:cNvPr>
          <p:cNvSpPr>
            <a:spLocks noGrp="1"/>
          </p:cNvSpPr>
          <p:nvPr>
            <p:ph type="subTitle" idx="18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2" name="Date Placeholder 11" hidden="1">
            <a:extLst>
              <a:ext uri="{FF2B5EF4-FFF2-40B4-BE49-F238E27FC236}">
                <a16:creationId xmlns:a16="http://schemas.microsoft.com/office/drawing/2014/main" id="{89B46E72-3A7F-5AA5-7986-0B5D443D5E6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5D69141-87D9-4AAE-F9E7-65AF613F206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81ADA0BC-BBD9-2A8F-7617-20AC5215B2C9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4616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F327-8516-9B76-E6C5-A70D73B8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5D5E11-AC2D-CE0C-6212-92DB0611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A70A03-A7F5-27B6-9E8F-8D97DFCAA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502F5E-8C20-931B-A57D-06A68B55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0183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CEB3A5D5-EC6B-29FB-1D6D-7980AF3A00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noFill/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light background picture via Templafy Images</a:t>
            </a:r>
          </a:p>
        </p:txBody>
      </p:sp>
      <p:sp>
        <p:nvSpPr>
          <p:cNvPr id="16" name="Logo Placeholder 9">
            <a:extLst>
              <a:ext uri="{FF2B5EF4-FFF2-40B4-BE49-F238E27FC236}">
                <a16:creationId xmlns:a16="http://schemas.microsoft.com/office/drawing/2014/main" id="{81D45344-C42A-4D65-6390-5D71D1F74C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99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428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4415" y="2743200"/>
            <a:ext cx="2684948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337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  <a:lvl6pPr>
              <a:defRPr>
                <a:solidFill>
                  <a:schemeClr val="accent2"/>
                </a:solidFill>
              </a:defRPr>
            </a:lvl6pPr>
            <a:lvl7pPr>
              <a:defRPr>
                <a:solidFill>
                  <a:schemeClr val="accent2"/>
                </a:solidFill>
              </a:defRPr>
            </a:lvl7pPr>
            <a:lvl8pPr>
              <a:defRPr>
                <a:solidFill>
                  <a:schemeClr val="accent2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                                                                                              Enter &amp; TAB to view next text style                                                                                                 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accent2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196BED3-B0E8-BAB1-BE3F-D3833F5415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10618091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C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F4164B-E3B7-2647-6166-D697CDEB6A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 err="1"/>
          </a:p>
        </p:txBody>
      </p:sp>
      <p:pic>
        <p:nvPicPr>
          <p:cNvPr id="6" name="Logo">
            <a:extLst>
              <a:ext uri="{FF2B5EF4-FFF2-40B4-BE49-F238E27FC236}">
                <a16:creationId xmlns:a16="http://schemas.microsoft.com/office/drawing/2014/main" id="{935E5A5E-EEC0-2CD1-F188-857C1C794C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45720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Enter &amp; TAB to view next text style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33548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Enter &amp; TAB to view next text style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618376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                Enter &amp; TAB to view next text style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90503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  <a:lvl6pPr>
              <a:defRPr>
                <a:solidFill>
                  <a:schemeClr val="tx1"/>
                </a:solidFill>
              </a:defRPr>
            </a:lvl6pPr>
            <a:lvl7pPr>
              <a:defRPr>
                <a:solidFill>
                  <a:schemeClr val="tx1"/>
                </a:solidFill>
              </a:defRPr>
            </a:lvl7pPr>
            <a:lvl8pPr>
              <a:defRPr>
                <a:solidFill>
                  <a:schemeClr val="tx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    Enter &amp; TAB to view next text style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 bwMode="white"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tx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 bwMode="white"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 bwMode="white"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087D7D3-77A7-E31E-5620-9C33844D56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2819416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eport D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6">
            <a:extLst>
              <a:ext uri="{FF2B5EF4-FFF2-40B4-BE49-F238E27FC236}">
                <a16:creationId xmlns:a16="http://schemas.microsoft.com/office/drawing/2014/main" id="{CEB3A5D5-EC6B-29FB-1D6D-7980AF3A009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108000" anchor="t" anchorCtr="0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on frame and insert dark background picture via Templafy Images</a:t>
            </a:r>
          </a:p>
        </p:txBody>
      </p:sp>
      <p:sp>
        <p:nvSpPr>
          <p:cNvPr id="16" name="Logo Placeholder 9">
            <a:extLst>
              <a:ext uri="{FF2B5EF4-FFF2-40B4-BE49-F238E27FC236}">
                <a16:creationId xmlns:a16="http://schemas.microsoft.com/office/drawing/2014/main" id="{81D45344-C42A-4D65-6390-5D71D1F74C7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6266000"/>
            <a:ext cx="1144800" cy="138973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US" noProof="0"/>
              <a:t>.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E248948-8973-7C30-EF50-222B24E5C15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20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Enter &amp; TAB to view next text style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2F90966D-4436-E3E8-6611-822B64AD4C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22183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Enter &amp; TAB to view next text style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A1DB129B-678F-2302-2DFE-83E43D4D238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940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Enter &amp; TAB to view next text style    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4C9833D7-4AFA-2B9E-ACAF-4CAB4D73C0C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50338" y="2743200"/>
            <a:ext cx="2685600" cy="302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 sz="4000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text          Enter &amp; TAB to view next text style         SHIFT+TAB to view previous text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6</a:t>
            </a:r>
          </a:p>
          <a:p>
            <a:pPr lvl="6"/>
            <a:r>
              <a:rPr lang="en-US"/>
              <a:t>7</a:t>
            </a:r>
          </a:p>
          <a:p>
            <a:pPr lvl="7"/>
            <a:r>
              <a:rPr lang="en-US"/>
              <a:t>8</a:t>
            </a:r>
          </a:p>
          <a:p>
            <a:pPr lvl="8"/>
            <a:r>
              <a:rPr lang="en-US"/>
              <a:t>9</a:t>
            </a:r>
          </a:p>
        </p:txBody>
      </p:sp>
      <p:sp>
        <p:nvSpPr>
          <p:cNvPr id="21" name="Note 1 Sub 1">
            <a:extLst>
              <a:ext uri="{FF2B5EF4-FFF2-40B4-BE49-F238E27FC236}">
                <a16:creationId xmlns:a16="http://schemas.microsoft.com/office/drawing/2014/main" id="{23E60EEA-853C-5D7A-3A0A-84B5530408C7}"/>
              </a:ext>
            </a:extLst>
          </p:cNvPr>
          <p:cNvSpPr>
            <a:spLocks noGrp="1"/>
          </p:cNvSpPr>
          <p:nvPr>
            <p:ph type="subTitle" idx="25" hasCustomPrompt="1"/>
          </p:nvPr>
        </p:nvSpPr>
        <p:spPr>
          <a:xfrm>
            <a:off x="457200" y="5763600"/>
            <a:ext cx="11278800" cy="180000"/>
          </a:xfrm>
        </p:spPr>
        <p:txBody>
          <a:bodyPr anchor="b" anchorCtr="0"/>
          <a:lstStyle>
            <a:lvl1pPr marL="0" indent="0" algn="l">
              <a:spcBef>
                <a:spcPts val="0"/>
              </a:spcBef>
              <a:buFont typeface="Arial" panose="020B0604020202020204" pitchFamily="34" charset="0"/>
              <a:buChar char="​"/>
              <a:defRPr sz="700">
                <a:solidFill>
                  <a:schemeClr val="bg1"/>
                </a:solidFill>
              </a:defRPr>
            </a:lvl1pPr>
            <a:lvl2pPr marL="800100" indent="-342900" algn="l">
              <a:buFont typeface="Arial" panose="020B0604020202020204" pitchFamily="34" charset="0"/>
              <a:buChar char="•"/>
              <a:defRPr sz="2000"/>
            </a:lvl2pPr>
            <a:lvl3pPr marL="1200150" indent="-285750" algn="l">
              <a:buFont typeface="Arial" panose="020B0604020202020204" pitchFamily="34" charset="0"/>
              <a:buChar char="•"/>
              <a:defRPr sz="2000"/>
            </a:lvl3pPr>
            <a:lvl4pPr marL="1657350" indent="-285750" algn="l">
              <a:buFont typeface="Arial" panose="020B0604020202020204" pitchFamily="34" charset="0"/>
              <a:buChar char="•"/>
              <a:defRPr sz="2000"/>
            </a:lvl4pPr>
            <a:lvl5pPr marL="2114550" indent="-285750" algn="l">
              <a:buFont typeface="Arial" panose="020B0604020202020204" pitchFamily="34" charset="0"/>
              <a:buChar char="•"/>
              <a:defRPr sz="2000"/>
            </a:lvl5pPr>
            <a:lvl6pPr marL="2571750" indent="-285750" algn="l">
              <a:buFont typeface="Arial" panose="020B0604020202020204" pitchFamily="34" charset="0"/>
              <a:buChar char="•"/>
              <a:defRPr sz="2000"/>
            </a:lvl6pPr>
            <a:lvl7pPr marL="3028950" indent="-285750" algn="l">
              <a:buFont typeface="Arial" panose="020B0604020202020204" pitchFamily="34" charset="0"/>
              <a:buChar char="•"/>
              <a:defRPr sz="2000"/>
            </a:lvl7pPr>
            <a:lvl8pPr marL="3486150" indent="-285750" algn="l">
              <a:buFont typeface="Arial" panose="020B0604020202020204" pitchFamily="34" charset="0"/>
              <a:buChar char="•"/>
              <a:defRPr sz="2000"/>
            </a:lvl8pPr>
            <a:lvl9pPr marL="3943350" indent="-285750" algn="l">
              <a:buFont typeface="Arial" panose="020B0604020202020204" pitchFamily="34" charset="0"/>
              <a:buChar char="•"/>
              <a:defRPr sz="2000"/>
            </a:lvl9pPr>
          </a:lstStyle>
          <a:p>
            <a:r>
              <a:rPr lang="en-US" noProof="0"/>
              <a:t>Click to add source or note</a:t>
            </a:r>
          </a:p>
        </p:txBody>
      </p:sp>
      <p:sp>
        <p:nvSpPr>
          <p:cNvPr id="17" name="Date Placeholder 16" hidden="1">
            <a:extLst>
              <a:ext uri="{FF2B5EF4-FFF2-40B4-BE49-F238E27FC236}">
                <a16:creationId xmlns:a16="http://schemas.microsoft.com/office/drawing/2014/main" id="{B93A5E08-31B2-41D4-E149-8B55E1C297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2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FB1DF55-9E9D-945C-E0CA-D869F8CC5DD9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F15EA735-3A90-A9D7-E1BC-F2BE7635644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0D4E1EE-1242-874C-66B7-8C1E73BAF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5187697" cy="914400"/>
          </a:xfrm>
        </p:spPr>
        <p:txBody>
          <a:bodyPr/>
          <a:lstStyle>
            <a:lvl1pPr>
              <a:lnSpc>
                <a:spcPct val="90000"/>
              </a:lnSpc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title, two lines optional</a:t>
            </a:r>
          </a:p>
        </p:txBody>
      </p:sp>
    </p:spTree>
    <p:extLst>
      <p:ext uri="{BB962C8B-B14F-4D97-AF65-F5344CB8AC3E}">
        <p14:creationId xmlns:p14="http://schemas.microsoft.com/office/powerpoint/2010/main" val="26037560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ackground">
            <a:extLst>
              <a:ext uri="{FF2B5EF4-FFF2-40B4-BE49-F238E27FC236}">
                <a16:creationId xmlns:a16="http://schemas.microsoft.com/office/drawing/2014/main" id="{00A8D39C-F9B4-BF5F-FA96-4FE6B9BA84A9}"/>
              </a:ext>
            </a:extLst>
          </p:cNvPr>
          <p:cNvSpPr/>
          <p:nvPr userDrawn="1"/>
        </p:nvSpPr>
        <p:spPr>
          <a:xfrm>
            <a:off x="0" y="0"/>
            <a:ext cx="121920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en-US" sz="2000" noProof="0"/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ECEDE22F-63BC-0AD4-6E95-B84229CFC56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9E48B-B220-3C21-F7F8-3DBB4D3387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914400" y="1720800"/>
            <a:ext cx="7002000" cy="1929600"/>
          </a:xfrm>
        </p:spPr>
        <p:txBody>
          <a:bodyPr anchor="b" anchorCtr="0"/>
          <a:lstStyle>
            <a:lvl1pPr>
              <a:lnSpc>
                <a:spcPct val="95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A46F7B-BA1D-CEBB-3CEC-E0D54E6C1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4" name="Footer Placeholder 3" hidden="1">
            <a:extLst>
              <a:ext uri="{FF2B5EF4-FFF2-40B4-BE49-F238E27FC236}">
                <a16:creationId xmlns:a16="http://schemas.microsoft.com/office/drawing/2014/main" id="{B2C7110B-C33C-F958-2789-F75D5065A4D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1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5" name="Slide Number Placeholder 4" hidden="1">
            <a:extLst>
              <a:ext uri="{FF2B5EF4-FFF2-40B4-BE49-F238E27FC236}">
                <a16:creationId xmlns:a16="http://schemas.microsoft.com/office/drawing/2014/main" id="{0CB4FDD3-0F0D-AB5B-7496-471F8B41A24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ldNum" sz="quarter" idx="1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05DC7421-D19E-8E3B-4AB9-DB3C537AF2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" y="914400"/>
            <a:ext cx="529327" cy="45720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81F31B9-278B-412D-32D9-19F1605D318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3949200"/>
            <a:ext cx="7002000" cy="332399"/>
          </a:xfrm>
        </p:spPr>
        <p:txBody>
          <a:bodyPr>
            <a:spAutoFit/>
          </a:bodyPr>
          <a:lstStyle>
            <a:lvl1pPr marL="324000" indent="-3240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1pPr>
            <a:lvl2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2pPr>
            <a:lvl3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3pPr>
            <a:lvl4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4pPr>
            <a:lvl5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5pPr>
            <a:lvl6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6pPr>
            <a:lvl7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7pPr>
            <a:lvl8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8pPr>
            <a:lvl9pPr marL="324000" indent="-324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—"/>
              <a:defRPr sz="2400" b="0" cap="none">
                <a:solidFill>
                  <a:schemeClr val="accent3"/>
                </a:solidFill>
              </a:defRPr>
            </a:lvl9pPr>
          </a:lstStyle>
          <a:p>
            <a:pPr lvl="0"/>
            <a:r>
              <a:rPr lang="en-US"/>
              <a:t>Click to add  source reference</a:t>
            </a:r>
          </a:p>
        </p:txBody>
      </p:sp>
    </p:spTree>
    <p:extLst>
      <p:ext uri="{BB962C8B-B14F-4D97-AF65-F5344CB8AC3E}">
        <p14:creationId xmlns:p14="http://schemas.microsoft.com/office/powerpoint/2010/main" val="11034674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ate Placeholder 6" hidden="1">
            <a:extLst>
              <a:ext uri="{FF2B5EF4-FFF2-40B4-BE49-F238E27FC236}">
                <a16:creationId xmlns:a16="http://schemas.microsoft.com/office/drawing/2014/main" id="{1A720CDE-06B6-4983-9A87-F49D92F497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12" name="Footer Placeholder 8" hidden="1">
            <a:extLst>
              <a:ext uri="{FF2B5EF4-FFF2-40B4-BE49-F238E27FC236}">
                <a16:creationId xmlns:a16="http://schemas.microsoft.com/office/drawing/2014/main" id="{7FFC0449-92BF-472B-90CF-9DF76E28F3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Slide Number Placeholder 10" hidden="1">
            <a:extLst>
              <a:ext uri="{FF2B5EF4-FFF2-40B4-BE49-F238E27FC236}">
                <a16:creationId xmlns:a16="http://schemas.microsoft.com/office/drawing/2014/main" id="{714F8B58-5B54-40CA-B779-ABC1C0CA9F7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Background"/>
          <p:cNvSpPr/>
          <p:nvPr userDrawn="1"/>
        </p:nvSpPr>
        <p:spPr>
          <a:xfrm>
            <a:off x="0" y="0"/>
            <a:ext cx="12193200" cy="6861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914400" y="914400"/>
            <a:ext cx="5090400" cy="789447"/>
          </a:xfrm>
        </p:spPr>
        <p:txBody>
          <a:bodyPr anchor="t" anchorCtr="0">
            <a:spAutoFit/>
          </a:bodyPr>
          <a:lstStyle>
            <a:lvl1pPr algn="l">
              <a:lnSpc>
                <a:spcPct val="950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add title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29FAE41-118D-B731-BDB7-FCCC4E3C1E7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71654" y="0"/>
            <a:ext cx="6932892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E0BE08D-DCF3-0A8D-2A6A-7C7538E1E35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47058" y="5721593"/>
            <a:ext cx="1828800" cy="22200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CCFB08-1F95-881D-F816-C86A590EE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white">
          <a:xfrm>
            <a:off x="914400" y="40968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phone number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1F9A57-5B2A-8DD5-9ABF-4514F0C735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white">
          <a:xfrm>
            <a:off x="914400" y="45252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e-mail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620DEF4-2DF2-C891-22D0-C0202100A26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white">
          <a:xfrm>
            <a:off x="914400" y="49572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WEB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59B4B28-D096-0D8A-10F6-02BF646657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white">
          <a:xfrm>
            <a:off x="914400" y="5385600"/>
            <a:ext cx="5090400" cy="370800"/>
          </a:xfrm>
        </p:spPr>
        <p:txBody>
          <a:bodyPr anchor="ctr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cap="none">
                <a:solidFill>
                  <a:schemeClr val="tx1"/>
                </a:solidFill>
              </a:defRPr>
            </a:lvl1pPr>
            <a:lvl2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3pPr>
            <a:lvl4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4pPr>
            <a:lvl5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5pPr>
            <a:lvl6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6pPr>
            <a:lvl7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7pPr>
            <a:lvl8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None/>
              <a:defRPr sz="1200" b="0" i="0" cap="none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add address</a:t>
            </a:r>
          </a:p>
        </p:txBody>
      </p:sp>
    </p:spTree>
    <p:extLst>
      <p:ext uri="{BB962C8B-B14F-4D97-AF65-F5344CB8AC3E}">
        <p14:creationId xmlns:p14="http://schemas.microsoft.com/office/powerpoint/2010/main" val="6884081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Box 3">
            <a:extLst>
              <a:ext uri="{FF2B5EF4-FFF2-40B4-BE49-F238E27FC236}">
                <a16:creationId xmlns:a16="http://schemas.microsoft.com/office/drawing/2014/main" id="{19798472-DC87-414E-BC4E-CFAF99EF0ED7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83325" y="1493850"/>
            <a:ext cx="2857250" cy="4909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PICTURES</a:t>
            </a:r>
            <a:br>
              <a:rPr lang="en-US" sz="9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corporate picture from Templafy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Templafy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 to view Templafy pane on right side of the screen, if it is not already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Select picture placeholder by clicking on the frame (at the edge)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US" altLang="da-DK" sz="900" b="0" i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button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in the Templafy pane</a:t>
            </a:r>
            <a:b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picture from other location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 slides with pictureplaceholder, click on the icon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browse for picture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 If this happens, select the picture, right-click and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Send to Back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sz="16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and set tick mark next to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for quick view of guides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Mac: </a:t>
            </a:r>
            <a:r>
              <a:rPr lang="en-US" sz="900" b="0" i="0">
                <a:solidFill>
                  <a:srgbClr val="000000"/>
                </a:solidFill>
                <a:effectLst/>
                <a:latin typeface="+mn-lt"/>
              </a:rPr>
              <a:t>⌘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+ option + ctrl + G</a:t>
            </a:r>
          </a:p>
        </p:txBody>
      </p:sp>
      <p:pic>
        <p:nvPicPr>
          <p:cNvPr id="27" name="Billede 26">
            <a:extLst>
              <a:ext uri="{FF2B5EF4-FFF2-40B4-BE49-F238E27FC236}">
                <a16:creationId xmlns:a16="http://schemas.microsoft.com/office/drawing/2014/main" id="{3A5D5234-21E3-4579-AE5E-A650C0CF9F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152225" y="1942016"/>
            <a:ext cx="305786" cy="365851"/>
          </a:xfrm>
          <a:prstGeom prst="rect">
            <a:avLst/>
          </a:prstGeom>
        </p:spPr>
      </p:pic>
      <p:pic>
        <p:nvPicPr>
          <p:cNvPr id="57" name="Picture 19">
            <a:extLst>
              <a:ext uri="{FF2B5EF4-FFF2-40B4-BE49-F238E27FC236}">
                <a16:creationId xmlns:a16="http://schemas.microsoft.com/office/drawing/2014/main" id="{E210FBD4-B8B9-4AFA-9670-2FEBAA1CF37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193987" y="4026953"/>
            <a:ext cx="313788" cy="543900"/>
          </a:xfrm>
          <a:prstGeom prst="rect">
            <a:avLst/>
          </a:prstGeom>
        </p:spPr>
      </p:pic>
      <p:sp>
        <p:nvSpPr>
          <p:cNvPr id="61" name="Text Box 4">
            <a:extLst>
              <a:ext uri="{FF2B5EF4-FFF2-40B4-BE49-F238E27FC236}">
                <a16:creationId xmlns:a16="http://schemas.microsoft.com/office/drawing/2014/main" id="{DD6A81B7-1FEE-46CF-A623-23E99CFEAFB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8102167" y="1493850"/>
            <a:ext cx="2856345" cy="51920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Do this at the very end to apply the changes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Header &amp; Footer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(write the desired text, click date or Slide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number from or to)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if only used on one slide</a:t>
            </a: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16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COPY/PASTE CONTENT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When copying old content to your new presentation,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 options are available: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Best practice: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Create a slide in your new presentation and copy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piece of content at a time (e.g. copy all text from </a:t>
            </a:r>
            <a:r>
              <a:rPr lang="en-US" altLang="da-DK" sz="900" b="0" i="0" u="sng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one</a:t>
            </a:r>
            <a:r>
              <a:rPr lang="en-US" altLang="da-DK" sz="900" b="0" i="0" u="none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textbox)</a:t>
            </a:r>
            <a:endParaRPr lang="en-US" altLang="da-DK" sz="900" b="1" i="0" u="sng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Or copy an entire slide into your new presentation and then choose a fitting layout. Remember to delete the old, wrong layouts (go to View &gt; Slidemaster and delete them)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SLIDE ELEMENTS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Insert predefined slides and elements using the Templafy pane. Choose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 elements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from the buttons in the Templafy pane on the 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right side of the screen</a:t>
            </a:r>
            <a:endParaRPr lang="en-US" altLang="da-DK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65" name="Fast overskrift">
            <a:extLst>
              <a:ext uri="{FF2B5EF4-FFF2-40B4-BE49-F238E27FC236}">
                <a16:creationId xmlns:a16="http://schemas.microsoft.com/office/drawing/2014/main" id="{09C05D50-8477-4113-8B72-9C373B0FF9F9}"/>
              </a:ext>
            </a:extLst>
          </p:cNvPr>
          <p:cNvSpPr txBox="1"/>
          <p:nvPr userDrawn="1"/>
        </p:nvSpPr>
        <p:spPr>
          <a:xfrm>
            <a:off x="455613" y="463861"/>
            <a:ext cx="11277600" cy="49452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lang="en-US" sz="3200" b="0" noProof="1">
                <a:solidFill>
                  <a:schemeClr val="tx1"/>
                </a:solidFill>
                <a:latin typeface="+mj-lt"/>
                <a:cs typeface="Arial" panose="020B0604020202020204" pitchFamily="34" charset="0"/>
              </a:rPr>
              <a:t>TIPS &amp; TRICKS - YOUR USER GUIDE</a:t>
            </a:r>
          </a:p>
        </p:txBody>
      </p:sp>
      <p:pic>
        <p:nvPicPr>
          <p:cNvPr id="19" name="Picture 12">
            <a:extLst>
              <a:ext uri="{FF2B5EF4-FFF2-40B4-BE49-F238E27FC236}">
                <a16:creationId xmlns:a16="http://schemas.microsoft.com/office/drawing/2014/main" id="{D59A1415-DF88-48C2-BFBD-2900D34A9A2E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56668" y="2116483"/>
            <a:ext cx="378293" cy="543366"/>
          </a:xfrm>
          <a:prstGeom prst="rect">
            <a:avLst/>
          </a:prstGeom>
        </p:spPr>
      </p:pic>
      <p:sp>
        <p:nvSpPr>
          <p:cNvPr id="20" name="Date Placeholder 6" hidden="1">
            <a:extLst>
              <a:ext uri="{FF2B5EF4-FFF2-40B4-BE49-F238E27FC236}">
                <a16:creationId xmlns:a16="http://schemas.microsoft.com/office/drawing/2014/main" id="{56AA1691-6753-45B8-AB77-1105989467F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1AB74252-A308-4DBB-A9A9-CA2BB4B51A09}" type="datetime1">
              <a:rPr lang="en-US" smtClean="0"/>
              <a:t>9/3/2026</a:t>
            </a:fld>
            <a:endParaRPr lang="en-US"/>
          </a:p>
        </p:txBody>
      </p:sp>
      <p:sp>
        <p:nvSpPr>
          <p:cNvPr id="21" name="Footer Placeholder 8" hidden="1">
            <a:extLst>
              <a:ext uri="{FF2B5EF4-FFF2-40B4-BE49-F238E27FC236}">
                <a16:creationId xmlns:a16="http://schemas.microsoft.com/office/drawing/2014/main" id="{2F8C9320-E8BF-471F-8DD3-1BC4790219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22" name="Slide Number Placeholder 10" hidden="1">
            <a:extLst>
              <a:ext uri="{FF2B5EF4-FFF2-40B4-BE49-F238E27FC236}">
                <a16:creationId xmlns:a16="http://schemas.microsoft.com/office/drawing/2014/main" id="{B01A309B-80AB-481C-AE3F-3C56C2C92E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33">
            <a:extLst>
              <a:ext uri="{FF2B5EF4-FFF2-40B4-BE49-F238E27FC236}">
                <a16:creationId xmlns:a16="http://schemas.microsoft.com/office/drawing/2014/main" id="{B03E872F-21DD-423D-B6DE-4945F155FB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3901" t="45142" r="62601" b="9046"/>
          <a:stretch/>
        </p:blipFill>
        <p:spPr>
          <a:xfrm>
            <a:off x="7134516" y="3309842"/>
            <a:ext cx="341204" cy="321707"/>
          </a:xfrm>
          <a:prstGeom prst="rect">
            <a:avLst/>
          </a:prstGeom>
        </p:spPr>
      </p:pic>
      <p:sp>
        <p:nvSpPr>
          <p:cNvPr id="24" name="Text Box 2">
            <a:extLst>
              <a:ext uri="{FF2B5EF4-FFF2-40B4-BE49-F238E27FC236}">
                <a16:creationId xmlns:a16="http://schemas.microsoft.com/office/drawing/2014/main" id="{8B1B4749-2B7E-4474-A2D3-2B2892ADCA2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57252" y="1493850"/>
            <a:ext cx="2772000" cy="4649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no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TEXT STYLES</a:t>
            </a:r>
            <a:endParaRPr lang="en-US" altLang="da-DK" sz="16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ENTER 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and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US" altLang="da-DK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US" sz="900" b="1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US" sz="900" b="1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Decrease </a:t>
            </a:r>
            <a: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  <a:br>
              <a:rPr lang="en-US" sz="900" baseline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endParaRPr lang="en-US" sz="900" baseline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</a:t>
            </a:r>
          </a:p>
          <a:p>
            <a:pPr eaLnBrk="1" hangingPunct="1">
              <a:spcAft>
                <a:spcPts val="600"/>
              </a:spcAft>
              <a:defRPr/>
            </a:pP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sz="1600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SLIDES &amp; LAYOUTS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on the menu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in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 to insert a new slide</a:t>
            </a: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br>
              <a:rPr lang="en-US" altLang="da-DK" sz="900" b="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</a:b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Change layout</a:t>
            </a:r>
            <a:endParaRPr lang="en-US" altLang="da-DK" sz="900" b="0" noProof="1">
              <a:solidFill>
                <a:srgbClr val="000000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Click on the arrow next to </a:t>
            </a:r>
            <a:r>
              <a:rPr lang="en-US" sz="900" b="1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Layout </a:t>
            </a:r>
            <a: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  <a:t>to view a dropdown menu of possible slide layouts</a:t>
            </a:r>
            <a:br>
              <a:rPr lang="en-US" sz="900">
                <a:solidFill>
                  <a:srgbClr val="000000"/>
                </a:solidFill>
                <a:latin typeface="+mn-lt"/>
                <a:ea typeface="Arial" panose="020B0604020202020204" pitchFamily="34" charset="0"/>
              </a:rPr>
            </a:br>
            <a:endParaRPr lang="en-US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US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Home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tab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US" altLang="da-DK" sz="900" b="1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Reset</a:t>
            </a:r>
            <a:r>
              <a:rPr lang="en-US" altLang="da-DK" sz="900" noProof="1">
                <a:solidFill>
                  <a:srgbClr val="000000"/>
                </a:solidFill>
                <a:latin typeface="+mn-lt"/>
                <a:cs typeface="Arial" panose="020B0604020202020204" pitchFamily="34" charset="0"/>
              </a:rPr>
              <a:t> menu to reset position, size and formatting of the slide placeholders to their default settings</a:t>
            </a:r>
            <a:endParaRPr lang="en-US" sz="900">
              <a:solidFill>
                <a:srgbClr val="000000"/>
              </a:solidFill>
              <a:latin typeface="+mn-lt"/>
              <a:ea typeface="Arial" panose="020B0604020202020204" pitchFamily="34" charset="0"/>
            </a:endParaRP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2B8CEB7-8718-40FB-BCC9-2AC96094B8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3181118" y="4859226"/>
            <a:ext cx="475428" cy="176762"/>
          </a:xfrm>
          <a:prstGeom prst="rect">
            <a:avLst/>
          </a:prstGeom>
        </p:spPr>
      </p:pic>
      <p:pic>
        <p:nvPicPr>
          <p:cNvPr id="29" name="Picture 16">
            <a:extLst>
              <a:ext uri="{FF2B5EF4-FFF2-40B4-BE49-F238E27FC236}">
                <a16:creationId xmlns:a16="http://schemas.microsoft.com/office/drawing/2014/main" id="{1543AAD2-58D2-4DCE-A080-AFA6A459F608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181118" y="4004907"/>
            <a:ext cx="328881" cy="505501"/>
          </a:xfrm>
          <a:prstGeom prst="rect">
            <a:avLst/>
          </a:prstGeom>
        </p:spPr>
      </p:pic>
      <p:pic>
        <p:nvPicPr>
          <p:cNvPr id="30" name="Picture 20">
            <a:extLst>
              <a:ext uri="{FF2B5EF4-FFF2-40B4-BE49-F238E27FC236}">
                <a16:creationId xmlns:a16="http://schemas.microsoft.com/office/drawing/2014/main" id="{F410AF64-93DE-4C35-8AC4-D2AFA638F572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3183816" y="5689773"/>
            <a:ext cx="538465" cy="172841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5AAFDC93-9DCC-4CE4-B8D7-6137FEEF048E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3181118" y="2499649"/>
            <a:ext cx="457143" cy="2571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92A5FDF-69DC-4DD2-BFF8-3478E75DBB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/>
          <a:srcRect l="50000" t="50000" b="4554"/>
          <a:stretch/>
        </p:blipFill>
        <p:spPr>
          <a:xfrm>
            <a:off x="7086364" y="2694597"/>
            <a:ext cx="437508" cy="365851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428E528-3C21-43A5-9A1F-5FC8A3BB1E92}"/>
              </a:ext>
            </a:extLst>
          </p:cNvPr>
          <p:cNvGrpSpPr/>
          <p:nvPr userDrawn="1"/>
        </p:nvGrpSpPr>
        <p:grpSpPr>
          <a:xfrm>
            <a:off x="10887108" y="5476821"/>
            <a:ext cx="991746" cy="384654"/>
            <a:chOff x="10992821" y="4404000"/>
            <a:chExt cx="1588357" cy="61605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44E7E5B-C2F8-47A1-8626-A6E32640159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1" t="29690" r="1315"/>
            <a:stretch/>
          </p:blipFill>
          <p:spPr>
            <a:xfrm>
              <a:off x="10992821" y="4404000"/>
              <a:ext cx="1588357" cy="616052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5065702C-2099-41C8-904A-A3616CD11C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1"/>
            <a:srcRect l="21641" t="72894" r="72046" b="1834"/>
            <a:stretch/>
          </p:blipFill>
          <p:spPr>
            <a:xfrm>
              <a:off x="12479578" y="4785230"/>
              <a:ext cx="101600" cy="221441"/>
            </a:xfrm>
            <a:prstGeom prst="rect">
              <a:avLst/>
            </a:prstGeom>
          </p:spPr>
        </p:pic>
      </p:grpSp>
      <p:pic>
        <p:nvPicPr>
          <p:cNvPr id="34" name="Picture 2">
            <a:extLst>
              <a:ext uri="{FF2B5EF4-FFF2-40B4-BE49-F238E27FC236}">
                <a16:creationId xmlns:a16="http://schemas.microsoft.com/office/drawing/2014/main" id="{23C2B142-78D9-4D1A-A62B-85445D78273E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3181118" y="3209517"/>
            <a:ext cx="257143" cy="28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47861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 bwMode="ltGray"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US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 bwMode="white"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4400" b="0" noProof="0">
                <a:solidFill>
                  <a:schemeClr val="bg1"/>
                </a:solidFill>
              </a:rPr>
              <a:t>If you see any </a:t>
            </a:r>
            <a:r>
              <a:rPr lang="en-US" sz="4400" b="1" i="1" noProof="0">
                <a:solidFill>
                  <a:schemeClr val="bg1"/>
                </a:solidFill>
              </a:rPr>
              <a:t>layouts after this </a:t>
            </a:r>
            <a:r>
              <a:rPr lang="en-US" sz="4400" b="0" i="0" noProof="0">
                <a:solidFill>
                  <a:schemeClr val="bg1"/>
                </a:solidFill>
              </a:rPr>
              <a:t>one</a:t>
            </a:r>
            <a:r>
              <a:rPr lang="en-US" sz="4400" b="1" i="1" noProof="0">
                <a:solidFill>
                  <a:schemeClr val="bg1"/>
                </a:solidFill>
              </a:rPr>
              <a:t>,</a:t>
            </a:r>
            <a:br>
              <a:rPr lang="en-US" sz="4400" b="0" i="0" noProof="0">
                <a:solidFill>
                  <a:schemeClr val="bg1"/>
                </a:solidFill>
              </a:rPr>
            </a:br>
            <a:r>
              <a:rPr lang="en-US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US" sz="4400" b="1" i="1" u="none" noProof="0">
                <a:solidFill>
                  <a:schemeClr val="bg1"/>
                </a:solidFill>
              </a:rPr>
              <a:t>are not </a:t>
            </a:r>
            <a:r>
              <a:rPr lang="en-US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US" sz="2800" b="0" noProof="0">
                <a:solidFill>
                  <a:schemeClr val="bg1"/>
                </a:solidFill>
              </a:rPr>
            </a:br>
            <a:br>
              <a:rPr lang="en-US" sz="2800" b="0" noProof="0">
                <a:solidFill>
                  <a:schemeClr val="bg1"/>
                </a:solidFill>
              </a:rPr>
            </a:br>
            <a:endParaRPr lang="en-US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 bwMode="white"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 bwMode="white"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 bwMode="white"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US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 bwMode="white"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3800" b="1" i="1" noProof="0">
                <a:solidFill>
                  <a:schemeClr val="bg1"/>
                </a:solidFill>
              </a:rPr>
              <a:t>Do not use </a:t>
            </a:r>
            <a:endParaRPr lang="en-US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 bwMode="white"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US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US" sz="1800" b="0" noProof="0">
                <a:solidFill>
                  <a:schemeClr val="bg1"/>
                </a:solidFill>
              </a:rPr>
            </a:br>
            <a:endParaRPr lang="en-US" sz="1800" b="0" noProof="0">
              <a:solidFill>
                <a:schemeClr val="bg1"/>
              </a:solidFill>
            </a:endParaRPr>
          </a:p>
        </p:txBody>
      </p:sp>
      <p:sp>
        <p:nvSpPr>
          <p:cNvPr id="13" name="Date Placeholder 6" hidden="1">
            <a:extLst>
              <a:ext uri="{FF2B5EF4-FFF2-40B4-BE49-F238E27FC236}">
                <a16:creationId xmlns:a16="http://schemas.microsoft.com/office/drawing/2014/main" id="{706505A8-87EA-4BA0-B698-35156BC765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0B47CC09-D412-46CC-B4F3-6A86C85F5C46}" type="datetime1">
              <a:rPr lang="en-US" smtClean="0"/>
              <a:t>9/3/2026</a:t>
            </a:fld>
            <a:endParaRPr lang="en-US"/>
          </a:p>
        </p:txBody>
      </p:sp>
      <p:sp>
        <p:nvSpPr>
          <p:cNvPr id="14" name="Footer Placeholder 8" hidden="1">
            <a:extLst>
              <a:ext uri="{FF2B5EF4-FFF2-40B4-BE49-F238E27FC236}">
                <a16:creationId xmlns:a16="http://schemas.microsoft.com/office/drawing/2014/main" id="{AB150C2C-2030-498B-8262-6BD5BCCBB34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Slide Number Placeholder 10" hidden="1">
            <a:extLst>
              <a:ext uri="{FF2B5EF4-FFF2-40B4-BE49-F238E27FC236}">
                <a16:creationId xmlns:a16="http://schemas.microsoft.com/office/drawing/2014/main" id="{E81B246F-92C7-4EF8-ACD0-05F73C7095B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400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sv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371600"/>
            <a:ext cx="11277600" cy="4392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Level 1 (Enter &amp; TAB to view next text style, SHIFT+TAB to view previous text style)</a:t>
            </a:r>
          </a:p>
          <a:p>
            <a:pPr lvl="1"/>
            <a:r>
              <a:rPr lang="en-US" noProof="0"/>
              <a:t>Level 2</a:t>
            </a:r>
          </a:p>
          <a:p>
            <a:pPr lvl="2"/>
            <a:r>
              <a:rPr lang="en-US" noProof="0"/>
              <a:t>Level 3</a:t>
            </a:r>
          </a:p>
          <a:p>
            <a:pPr lvl="3"/>
            <a:r>
              <a:rPr lang="en-US" noProof="0"/>
              <a:t>Level 4, Header</a:t>
            </a:r>
          </a:p>
          <a:p>
            <a:pPr lvl="4"/>
            <a:r>
              <a:rPr lang="en-US" noProof="0"/>
              <a:t>Level 5, Body</a:t>
            </a:r>
          </a:p>
          <a:p>
            <a:pPr lvl="5"/>
            <a:r>
              <a:rPr lang="en-US" noProof="0"/>
              <a:t>Level 6</a:t>
            </a:r>
          </a:p>
          <a:p>
            <a:pPr lvl="6"/>
            <a:r>
              <a:rPr lang="en-US" noProof="0"/>
              <a:t>Level 7, Small Header</a:t>
            </a:r>
          </a:p>
          <a:p>
            <a:pPr lvl="7"/>
            <a:r>
              <a:rPr lang="en-US" noProof="0"/>
              <a:t>Level 8, Small Body</a:t>
            </a:r>
          </a:p>
          <a:p>
            <a:pPr lvl="8"/>
            <a:r>
              <a:rPr lang="en-US" noProof="0"/>
              <a:t>Level 9, Infographic</a:t>
            </a:r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0643F1B6-0743-4D14-8B95-B030120DE5D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00">
                <a:noFill/>
              </a:defRPr>
            </a:lvl1pPr>
          </a:lstStyle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460BDC-2796-43E8-A075-B3BFBC3B28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84800" y="6312529"/>
            <a:ext cx="45936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42516E-ED5A-4F68-B285-E8D0CC42F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lvl1pPr algn="r">
              <a:defRPr sz="700">
                <a:solidFill>
                  <a:schemeClr val="accent2"/>
                </a:solidFill>
              </a:defRPr>
            </a:lvl1pPr>
          </a:lstStyle>
          <a:p>
            <a:fld id="{23AA811B-2EBD-4900-905E-5BE206449611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1" name="Grid" hidden="1">
            <a:extLst>
              <a:ext uri="{FF2B5EF4-FFF2-40B4-BE49-F238E27FC236}">
                <a16:creationId xmlns:a16="http://schemas.microsoft.com/office/drawing/2014/main" id="{3E9C1BF4-18A1-7A48-550F-37D0F8D2F274}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457199" y="457200"/>
            <a:ext cx="11277599" cy="5943600"/>
            <a:chOff x="457199" y="457200"/>
            <a:chExt cx="11277599" cy="5943600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1418678-FD7F-814C-A0B7-ED575864391A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232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74555C3-3F4D-87D5-E922-8B350C7FDF7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 flipH="1">
              <a:off x="457199" y="457200"/>
              <a:ext cx="11277599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B548E8-35D0-6F71-801A-2FF7E309BE7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21868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A6FA8BF-27CD-55AE-9D76-0FCF533D3A0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31416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5B43D8-035E-E1B5-5A6C-85EE3476A9D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40964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64053FB-DEA3-7227-C4EA-69E6C5675177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50512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441BB4-04CD-791B-8A1A-0F5FD09DD3F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006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4B77EC9A-AC61-B401-4184-3D2B84FB10E4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69608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30B7655-6675-3943-E913-D659C2DA4B3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79156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4781662-9A76-A8A4-F4C3-D8F0A583C25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88704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F8DCC8D-5899-F9BE-67D0-BE869866245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98252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1F98C2D-FD89-25EA-A132-F3014D6B633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>
            <a:xfrm>
              <a:off x="10780000" y="457200"/>
              <a:ext cx="180000" cy="5943600"/>
            </a:xfrm>
            <a:prstGeom prst="rect">
              <a:avLst/>
            </a:prstGeom>
            <a:noFill/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algn="ctr"/>
              <a:endParaRPr lang="en-US" sz="2000" noProof="0"/>
            </a:p>
          </p:txBody>
        </p:sp>
      </p:grpSp>
      <p:pic>
        <p:nvPicPr>
          <p:cNvPr id="34" name="Logo">
            <a:extLst>
              <a:ext uri="{FF2B5EF4-FFF2-40B4-BE49-F238E27FC236}">
                <a16:creationId xmlns:a16="http://schemas.microsoft.com/office/drawing/2014/main" id="{659CF7DA-83FD-55B4-BD19-ECAAB62ACD3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57200" y="6266000"/>
            <a:ext cx="1144800" cy="138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95" r:id="rId2"/>
    <p:sldLayoutId id="2147483813" r:id="rId3"/>
    <p:sldLayoutId id="2147483737" r:id="rId4"/>
    <p:sldLayoutId id="2147483731" r:id="rId5"/>
    <p:sldLayoutId id="2147483798" r:id="rId6"/>
    <p:sldLayoutId id="2147483799" r:id="rId7"/>
    <p:sldLayoutId id="2147483732" r:id="rId8"/>
    <p:sldLayoutId id="2147483755" r:id="rId9"/>
    <p:sldLayoutId id="2147483800" r:id="rId10"/>
    <p:sldLayoutId id="2147483803" r:id="rId11"/>
    <p:sldLayoutId id="2147483815" r:id="rId12"/>
    <p:sldLayoutId id="2147483772" r:id="rId13"/>
    <p:sldLayoutId id="2147483801" r:id="rId14"/>
    <p:sldLayoutId id="2147483804" r:id="rId15"/>
    <p:sldLayoutId id="2147483743" r:id="rId16"/>
    <p:sldLayoutId id="2147483814" r:id="rId17"/>
    <p:sldLayoutId id="2147483739" r:id="rId18"/>
    <p:sldLayoutId id="2147483806" r:id="rId19"/>
    <p:sldLayoutId id="2147483805" r:id="rId20"/>
    <p:sldLayoutId id="2147483767" r:id="rId21"/>
    <p:sldLayoutId id="2147483816" r:id="rId22"/>
    <p:sldLayoutId id="2147483807" r:id="rId23"/>
    <p:sldLayoutId id="2147483810" r:id="rId24"/>
    <p:sldLayoutId id="2147483809" r:id="rId25"/>
    <p:sldLayoutId id="2147483811" r:id="rId26"/>
    <p:sldLayoutId id="2147483812" r:id="rId27"/>
    <p:sldLayoutId id="2147483792" r:id="rId28"/>
    <p:sldLayoutId id="2147483751" r:id="rId29"/>
    <p:sldLayoutId id="2147483817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8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Char char="​"/>
        <a:defRPr sz="2000" b="1" kern="1200" cap="all" baseline="0">
          <a:solidFill>
            <a:schemeClr val="accent2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180000" indent="-18000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•"/>
        <a:defRPr sz="12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1200"/>
        </a:spcBef>
        <a:spcAft>
          <a:spcPts val="300"/>
        </a:spcAft>
        <a:buFont typeface="Arial" panose="020B0604020202020204" pitchFamily="34" charset="0"/>
        <a:buChar char="​"/>
        <a:defRPr sz="1400" b="1" kern="1200" cap="all" baseline="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300"/>
        </a:spcAft>
        <a:buFont typeface="Arial" panose="020B0604020202020204" pitchFamily="34" charset="0"/>
        <a:buChar char="​"/>
        <a:defRPr sz="12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1000"/>
        </a:spcAft>
        <a:buFont typeface="Arial" panose="020B0604020202020204" pitchFamily="34" charset="0"/>
        <a:buChar char="​"/>
        <a:defRPr sz="5400" b="1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76" userDrawn="1">
          <p15:clr>
            <a:srgbClr val="F26B43"/>
          </p15:clr>
        </p15:guide>
        <p15:guide id="2" pos="889" userDrawn="1">
          <p15:clr>
            <a:srgbClr val="F26B43"/>
          </p15:clr>
        </p15:guide>
        <p15:guide id="3" orient="horz" pos="288" userDrawn="1">
          <p15:clr>
            <a:srgbClr val="F26B43"/>
          </p15:clr>
        </p15:guide>
        <p15:guide id="4" orient="horz" pos="4032" userDrawn="1">
          <p15:clr>
            <a:srgbClr val="F26B43"/>
          </p15:clr>
        </p15:guide>
        <p15:guide id="5" pos="287" userDrawn="1">
          <p15:clr>
            <a:srgbClr val="F26B43"/>
          </p15:clr>
        </p15:guide>
        <p15:guide id="6" pos="7391" userDrawn="1">
          <p15:clr>
            <a:srgbClr val="F26B43"/>
          </p15:clr>
        </p15:guide>
        <p15:guide id="7" pos="1377" userDrawn="1">
          <p15:clr>
            <a:srgbClr val="F26B43"/>
          </p15:clr>
        </p15:guide>
        <p15:guide id="8" pos="1490" userDrawn="1">
          <p15:clr>
            <a:srgbClr val="F26B43"/>
          </p15:clr>
        </p15:guide>
        <p15:guide id="9" pos="1978" userDrawn="1">
          <p15:clr>
            <a:srgbClr val="F26B43"/>
          </p15:clr>
        </p15:guide>
        <p15:guide id="10" pos="2092" userDrawn="1">
          <p15:clr>
            <a:srgbClr val="F26B43"/>
          </p15:clr>
        </p15:guide>
        <p15:guide id="11" pos="2580" userDrawn="1">
          <p15:clr>
            <a:srgbClr val="F26B43"/>
          </p15:clr>
        </p15:guide>
        <p15:guide id="12" pos="2693" userDrawn="1">
          <p15:clr>
            <a:srgbClr val="F26B43"/>
          </p15:clr>
        </p15:guide>
        <p15:guide id="13" pos="3181" userDrawn="1">
          <p15:clr>
            <a:srgbClr val="F26B43"/>
          </p15:clr>
        </p15:guide>
        <p15:guide id="14" pos="3295" userDrawn="1">
          <p15:clr>
            <a:srgbClr val="F26B43"/>
          </p15:clr>
        </p15:guide>
        <p15:guide id="15" pos="3783" userDrawn="1">
          <p15:clr>
            <a:srgbClr val="F26B43"/>
          </p15:clr>
        </p15:guide>
        <p15:guide id="16" pos="3896" userDrawn="1">
          <p15:clr>
            <a:srgbClr val="F26B43"/>
          </p15:clr>
        </p15:guide>
        <p15:guide id="17" pos="4384" userDrawn="1">
          <p15:clr>
            <a:srgbClr val="F26B43"/>
          </p15:clr>
        </p15:guide>
        <p15:guide id="18" pos="4498" userDrawn="1">
          <p15:clr>
            <a:srgbClr val="F26B43"/>
          </p15:clr>
        </p15:guide>
        <p15:guide id="19" pos="4986" userDrawn="1">
          <p15:clr>
            <a:srgbClr val="F26B43"/>
          </p15:clr>
        </p15:guide>
        <p15:guide id="20" pos="5099" userDrawn="1">
          <p15:clr>
            <a:srgbClr val="F26B43"/>
          </p15:clr>
        </p15:guide>
        <p15:guide id="21" pos="5587" userDrawn="1">
          <p15:clr>
            <a:srgbClr val="F26B43"/>
          </p15:clr>
        </p15:guide>
        <p15:guide id="22" pos="5701" userDrawn="1">
          <p15:clr>
            <a:srgbClr val="F26B43"/>
          </p15:clr>
        </p15:guide>
        <p15:guide id="23" pos="6189" userDrawn="1">
          <p15:clr>
            <a:srgbClr val="F26B43"/>
          </p15:clr>
        </p15:guide>
        <p15:guide id="24" pos="6302" userDrawn="1">
          <p15:clr>
            <a:srgbClr val="F26B43"/>
          </p15:clr>
        </p15:guide>
        <p15:guide id="25" pos="6790" userDrawn="1">
          <p15:clr>
            <a:srgbClr val="F26B43"/>
          </p15:clr>
        </p15:guide>
        <p15:guide id="26" pos="690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customXml" Target="../../customXml/item7.xml"/><Relationship Id="rId1" Type="http://schemas.openxmlformats.org/officeDocument/2006/relationships/customXml" Target="../../customXml/item6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0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0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2" Type="http://schemas.openxmlformats.org/officeDocument/2006/relationships/customXml" Target="../../customXml/item9.xml"/><Relationship Id="rId1" Type="http://schemas.openxmlformats.org/officeDocument/2006/relationships/customXml" Target="../../customXml/item8.xml"/><Relationship Id="rId4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4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7EE3063-0308-2DD5-3C3B-A38FCA32D7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2630336"/>
            <a:ext cx="7002000" cy="651717"/>
          </a:xfrm>
        </p:spPr>
        <p:txBody>
          <a:bodyPr/>
          <a:lstStyle/>
          <a:p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MongoDB Training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D4EE1D-FB04-DECE-9F42-22DA4C231E5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14400" y="5752799"/>
            <a:ext cx="5090400" cy="246221"/>
          </a:xfrm>
        </p:spPr>
        <p:txBody>
          <a:bodyPr/>
          <a:lstStyle/>
          <a:p>
            <a:r>
              <a:rPr lang="en-US" sz="160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08-Sep-2026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5732AD-EA4E-B14E-A59E-A855D13EFB8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B59C3-93FB-E327-2C2C-0475F43A942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DB7EA5D-DE3C-BBDC-370A-88A37FC67AA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14400" y="5397667"/>
            <a:ext cx="5090400" cy="276999"/>
          </a:xfrm>
        </p:spPr>
        <p:txBody>
          <a:bodyPr/>
          <a:lstStyle/>
          <a:p>
            <a:r>
              <a:rPr lang="en-US" sz="180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Vishnu Chaturvedi</a:t>
            </a:r>
            <a:endParaRPr lang="en-IN" sz="18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55F301D8-45DB-343E-948E-DAB1B8D16B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3429001"/>
            <a:ext cx="7398327" cy="1006429"/>
          </a:xfrm>
        </p:spPr>
        <p:txBody>
          <a:bodyPr/>
          <a:lstStyle/>
          <a:p>
            <a:r>
              <a:rPr lang="en-US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NoSQL Database | Document-Oriented | Scalable</a:t>
            </a:r>
          </a:p>
          <a:p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8316D1-DD52-E9F8-B818-1987C772A8CE}"/>
              </a:ext>
            </a:extLst>
          </p:cNvPr>
          <p:cNvCxnSpPr/>
          <p:nvPr/>
        </p:nvCxnSpPr>
        <p:spPr>
          <a:xfrm>
            <a:off x="1025718" y="3904090"/>
            <a:ext cx="4126727" cy="7951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6BDFCF-D485-FD6A-2D05-0539C91AC440}"/>
              </a:ext>
            </a:extLst>
          </p:cNvPr>
          <p:cNvCxnSpPr>
            <a:cxnSpLocks/>
          </p:cNvCxnSpPr>
          <p:nvPr/>
        </p:nvCxnSpPr>
        <p:spPr>
          <a:xfrm>
            <a:off x="914400" y="4102873"/>
            <a:ext cx="4047214" cy="0"/>
          </a:xfrm>
          <a:prstGeom prst="line">
            <a:avLst/>
          </a:prstGeom>
          <a:ln w="38100">
            <a:solidFill>
              <a:srgbClr val="13AA52"/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2364582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179"/>
    </mc:Choice>
    <mc:Fallback xmlns="">
      <p:transition spd="slow" advTm="5017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F3EB-8E20-2B34-FD04-0F57C8E8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11728"/>
            <a:ext cx="7956000" cy="496800"/>
          </a:xfrm>
        </p:spPr>
        <p:txBody>
          <a:bodyPr/>
          <a:lstStyle/>
          <a:p>
            <a:r>
              <a:rPr lang="en-IN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Agenda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41EB78-731C-E59B-0545-89BE99631FE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42E49-6F72-2F35-2D2C-AE22208B241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2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C157F72D-F1AE-79C9-473B-72D923C042A2}"/>
              </a:ext>
            </a:extLst>
          </p:cNvPr>
          <p:cNvSpPr/>
          <p:nvPr/>
        </p:nvSpPr>
        <p:spPr>
          <a:xfrm>
            <a:off x="777600" y="1546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0F0F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01.  What is MongoDB </a:t>
            </a:r>
            <a:endParaRPr lang="en-US" sz="16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4" name="Text 3">
            <a:extLst>
              <a:ext uri="{FF2B5EF4-FFF2-40B4-BE49-F238E27FC236}">
                <a16:creationId xmlns:a16="http://schemas.microsoft.com/office/drawing/2014/main" id="{0F034117-9400-89F5-CE32-CFD19FE5EF9E}"/>
              </a:ext>
            </a:extLst>
          </p:cNvPr>
          <p:cNvSpPr/>
          <p:nvPr/>
        </p:nvSpPr>
        <p:spPr>
          <a:xfrm>
            <a:off x="777600" y="198466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0F0F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02.  Key concepts</a:t>
            </a:r>
            <a:endParaRPr lang="en-US" sz="16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DD7FF76D-152E-6C8D-0429-7492C4CA81EA}"/>
              </a:ext>
            </a:extLst>
          </p:cNvPr>
          <p:cNvSpPr/>
          <p:nvPr/>
        </p:nvSpPr>
        <p:spPr>
          <a:xfrm>
            <a:off x="777600" y="2423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0F0F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03.  Document structure</a:t>
            </a:r>
            <a:endParaRPr lang="en-US" sz="16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58E57FFA-CBD5-9470-9557-445E39FB143C}"/>
              </a:ext>
            </a:extLst>
          </p:cNvPr>
          <p:cNvSpPr/>
          <p:nvPr/>
        </p:nvSpPr>
        <p:spPr>
          <a:xfrm>
            <a:off x="777600" y="2845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0F0F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04.  CRUD Operations</a:t>
            </a:r>
            <a:endParaRPr lang="en-US" sz="16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BB7E2C5F-5324-839C-EF1C-61455584FB01}"/>
              </a:ext>
            </a:extLst>
          </p:cNvPr>
          <p:cNvSpPr/>
          <p:nvPr/>
        </p:nvSpPr>
        <p:spPr>
          <a:xfrm>
            <a:off x="777600" y="32689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0F0F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05.  Common query operators</a:t>
            </a:r>
            <a:endParaRPr lang="en-US" sz="16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Text 7">
            <a:extLst>
              <a:ext uri="{FF2B5EF4-FFF2-40B4-BE49-F238E27FC236}">
                <a16:creationId xmlns:a16="http://schemas.microsoft.com/office/drawing/2014/main" id="{5B6F6EC6-6038-84CD-10C8-319A81ACE450}"/>
              </a:ext>
            </a:extLst>
          </p:cNvPr>
          <p:cNvSpPr/>
          <p:nvPr/>
        </p:nvSpPr>
        <p:spPr>
          <a:xfrm>
            <a:off x="777600" y="37871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0F0F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06.  Indexing</a:t>
            </a:r>
          </a:p>
          <a:p>
            <a:pPr marL="0" indent="0">
              <a:buNone/>
            </a:pPr>
            <a:endParaRPr lang="en-US" sz="16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B7077E9F-3058-6B9D-4744-133DDC7B5C3D}"/>
              </a:ext>
            </a:extLst>
          </p:cNvPr>
          <p:cNvSpPr/>
          <p:nvPr/>
        </p:nvSpPr>
        <p:spPr>
          <a:xfrm>
            <a:off x="777600" y="408778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0F0F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07.  Aggregation framework</a:t>
            </a:r>
            <a:endParaRPr lang="en-US" sz="16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6" name="Text 2">
            <a:extLst>
              <a:ext uri="{FF2B5EF4-FFF2-40B4-BE49-F238E27FC236}">
                <a16:creationId xmlns:a16="http://schemas.microsoft.com/office/drawing/2014/main" id="{4FBC2C73-909D-8F55-7D12-DF784662B6F2}"/>
              </a:ext>
            </a:extLst>
          </p:cNvPr>
          <p:cNvSpPr/>
          <p:nvPr/>
        </p:nvSpPr>
        <p:spPr>
          <a:xfrm>
            <a:off x="777600" y="44951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0F0F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08.  Best Practices </a:t>
            </a:r>
            <a:endParaRPr lang="en-US" sz="16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13AFE068-943F-8191-E83C-8F30C4A85F36}"/>
              </a:ext>
            </a:extLst>
          </p:cNvPr>
          <p:cNvSpPr/>
          <p:nvPr/>
        </p:nvSpPr>
        <p:spPr>
          <a:xfrm>
            <a:off x="777600" y="49024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F0F0F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09.  Tools and resources </a:t>
            </a:r>
            <a:endParaRPr lang="en-US" sz="16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661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7F6EDCF9-B50C-8541-0C0A-674E70B55C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1717200"/>
            <a:ext cx="7956000" cy="4502771"/>
          </a:xfrm>
        </p:spPr>
        <p:txBody>
          <a:bodyPr/>
          <a:lstStyle/>
          <a:p>
            <a:br>
              <a:rPr lang="en-US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0DF8E7-E6F1-E82D-8D89-38E3F2213860}"/>
              </a:ext>
            </a:extLst>
          </p:cNvPr>
          <p:cNvSpPr txBox="1"/>
          <p:nvPr/>
        </p:nvSpPr>
        <p:spPr>
          <a:xfrm>
            <a:off x="914400" y="365760"/>
            <a:ext cx="5336397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320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Trainer – Vishnu Chaturvedi</a:t>
            </a:r>
            <a:endParaRPr lang="en-IN" sz="32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A44BFDB-65F1-2C46-89D1-437F49E0F8F5}"/>
              </a:ext>
            </a:extLst>
          </p:cNvPr>
          <p:cNvSpPr txBox="1"/>
          <p:nvPr/>
        </p:nvSpPr>
        <p:spPr>
          <a:xfrm>
            <a:off x="914399" y="1422400"/>
            <a:ext cx="9116292" cy="223907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10 Years of Experience in Backend Development.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Currently working as a Lead Engineer – Product Domain at Ferguson.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Joined Ferguson in April 2025, part of TIF-Middleware.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Core Expertise: Java, Spring Boot, MongoDB, Elasticsearch and Backend Systems.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Passionate about technology, problem solving &amp; knowledge sharing.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Hobbies: Chess &amp; exploring new technologies.</a:t>
            </a:r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0405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158"/>
    </mc:Choice>
    <mc:Fallback xmlns="">
      <p:transition spd="slow" advTm="1815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9B682-432C-2D56-66DD-14CC2BFCF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576D-756F-3943-ABDD-4ED3C91097BB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What is MongoDB?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951EBB-4A97-6128-DB11-4171A8BA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EB73EE-CBC1-336A-2FD3-CD2BA1FE8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C9E182D-D327-0373-3795-4CAA0AF079A6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5FDEA0-B2B2-01D6-CD61-88A6225AE1BF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8E55B0A1-B646-246E-C049-EE4BE31EE1CB}"/>
              </a:ext>
            </a:extLst>
          </p:cNvPr>
          <p:cNvSpPr/>
          <p:nvPr/>
        </p:nvSpPr>
        <p:spPr>
          <a:xfrm>
            <a:off x="355600" y="1740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NoSQL database system</a:t>
            </a:r>
            <a:endParaRPr lang="en-US"/>
          </a:p>
        </p:txBody>
      </p:sp>
      <p:sp>
        <p:nvSpPr>
          <p:cNvPr id="24" name="Text 5">
            <a:extLst>
              <a:ext uri="{FF2B5EF4-FFF2-40B4-BE49-F238E27FC236}">
                <a16:creationId xmlns:a16="http://schemas.microsoft.com/office/drawing/2014/main" id="{CC09A1E5-BD6C-962D-2F32-5A3719A58CCC}"/>
              </a:ext>
            </a:extLst>
          </p:cNvPr>
          <p:cNvSpPr/>
          <p:nvPr/>
        </p:nvSpPr>
        <p:spPr>
          <a:xfrm>
            <a:off x="355600" y="2198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1E3C"/>
                </a:solidFill>
                <a:latin typeface="Arial" pitchFamily="34" charset="0"/>
                <a:cs typeface="Arial" pitchFamily="34" charset="-120"/>
              </a:rPr>
              <a:t>Document-oriented</a:t>
            </a:r>
            <a:r>
              <a:rPr lang="en-US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stores data in JSON-like documents</a:t>
            </a:r>
            <a:endParaRPr lang="en-US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909F17A9-0011-CF52-8963-D815E37C4727}"/>
              </a:ext>
            </a:extLst>
          </p:cNvPr>
          <p:cNvSpPr/>
          <p:nvPr/>
        </p:nvSpPr>
        <p:spPr>
          <a:xfrm>
            <a:off x="355600" y="26553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schema - no predefined structure required</a:t>
            </a:r>
            <a:endParaRPr lang="en-US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27C5C106-D146-8905-A2A0-60611B52A0B9}"/>
              </a:ext>
            </a:extLst>
          </p:cNvPr>
          <p:cNvSpPr/>
          <p:nvPr/>
        </p:nvSpPr>
        <p:spPr>
          <a:xfrm>
            <a:off x="355600" y="31125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Horizontally scalable - supports sharding for large datasets</a:t>
            </a:r>
            <a:endParaRPr 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DC2E86B9-C657-7334-2DFF-BD0B3FDF0D9F}"/>
              </a:ext>
            </a:extLst>
          </p:cNvPr>
          <p:cNvSpPr/>
          <p:nvPr/>
        </p:nvSpPr>
        <p:spPr>
          <a:xfrm>
            <a:off x="355600" y="35697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availability - replica sets for redundancy and fault tolerance</a:t>
            </a:r>
            <a:endParaRPr lang="en-US"/>
          </a:p>
        </p:txBody>
      </p:sp>
      <p:sp>
        <p:nvSpPr>
          <p:cNvPr id="32" name="Text 9">
            <a:extLst>
              <a:ext uri="{FF2B5EF4-FFF2-40B4-BE49-F238E27FC236}">
                <a16:creationId xmlns:a16="http://schemas.microsoft.com/office/drawing/2014/main" id="{2E6501F0-3762-E662-91EB-C417BC23650B}"/>
              </a:ext>
            </a:extLst>
          </p:cNvPr>
          <p:cNvSpPr/>
          <p:nvPr/>
        </p:nvSpPr>
        <p:spPr>
          <a:xfrm>
            <a:off x="355600" y="40269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001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Aggregation framework for complex data processing and analytics</a:t>
            </a:r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0B7F84C0-381C-25C6-8A85-B6F7C1D0A9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9834" y="1740992"/>
            <a:ext cx="1683038" cy="2606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1148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97BEF-3205-FBF7-2205-6E41F7F3D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52AA3BF-D018-A2D2-FDCB-589B3E9B4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94505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5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235AC28-963C-EA0F-FA20-DBDDAC4723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6105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CCADE9A5-A7E0-EECE-45B1-9C3AE69A13A0}"/>
              </a:ext>
            </a:extLst>
          </p:cNvPr>
          <p:cNvSpPr txBox="1">
            <a:spLocks/>
          </p:cNvSpPr>
          <p:nvPr/>
        </p:nvSpPr>
        <p:spPr>
          <a:xfrm>
            <a:off x="1093305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D5D045-3480-F11E-48FE-863CE253ED51}"/>
              </a:ext>
            </a:extLst>
          </p:cNvPr>
          <p:cNvSpPr/>
          <p:nvPr/>
        </p:nvSpPr>
        <p:spPr>
          <a:xfrm>
            <a:off x="9713430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86D127-5EE0-5CB0-C06E-6B895D620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4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Key Concepts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DAD7E2BD-4469-93CA-DC83-265A0B626557}"/>
              </a:ext>
            </a:extLst>
          </p:cNvPr>
          <p:cNvSpPr txBox="1">
            <a:spLocks/>
          </p:cNvSpPr>
          <p:nvPr/>
        </p:nvSpPr>
        <p:spPr>
          <a:xfrm>
            <a:off x="11594505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5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Date Placeholder 8">
            <a:extLst>
              <a:ext uri="{FF2B5EF4-FFF2-40B4-BE49-F238E27FC236}">
                <a16:creationId xmlns:a16="http://schemas.microsoft.com/office/drawing/2014/main" id="{3A1F7E33-91FD-D40A-7C8D-2B3D0A82C384}"/>
              </a:ext>
            </a:extLst>
          </p:cNvPr>
          <p:cNvSpPr txBox="1">
            <a:spLocks/>
          </p:cNvSpPr>
          <p:nvPr/>
        </p:nvSpPr>
        <p:spPr>
          <a:xfrm>
            <a:off x="636105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48CBEA7-7F28-A27B-DF62-9E86781BB5C3}"/>
              </a:ext>
            </a:extLst>
          </p:cNvPr>
          <p:cNvSpPr txBox="1">
            <a:spLocks/>
          </p:cNvSpPr>
          <p:nvPr/>
        </p:nvSpPr>
        <p:spPr>
          <a:xfrm>
            <a:off x="1093305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C0F7CD2-9E11-AAAD-79A5-53E03CC05653}"/>
              </a:ext>
            </a:extLst>
          </p:cNvPr>
          <p:cNvSpPr/>
          <p:nvPr/>
        </p:nvSpPr>
        <p:spPr>
          <a:xfrm>
            <a:off x="9713430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2FFD1844-520E-A00A-D82E-A884EA1DD870}"/>
              </a:ext>
            </a:extLst>
          </p:cNvPr>
          <p:cNvSpPr/>
          <p:nvPr/>
        </p:nvSpPr>
        <p:spPr>
          <a:xfrm>
            <a:off x="427161" y="1192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r>
              <a:rPr lang="en-US" b="1">
                <a:solidFill>
                  <a:schemeClr val="accent4">
                    <a:lumMod val="75000"/>
                  </a:schemeClr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Core MongoDB Terminology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1CBFEEC-1525-21E3-7B6A-EE4756420F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5997512"/>
              </p:ext>
            </p:extLst>
          </p:nvPr>
        </p:nvGraphicFramePr>
        <p:xfrm>
          <a:off x="458400" y="1729751"/>
          <a:ext cx="11275200" cy="393589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637600">
                  <a:extLst>
                    <a:ext uri="{9D8B030D-6E8A-4147-A177-3AD203B41FA5}">
                      <a16:colId xmlns:a16="http://schemas.microsoft.com/office/drawing/2014/main" val="539655005"/>
                    </a:ext>
                  </a:extLst>
                </a:gridCol>
                <a:gridCol w="5637600">
                  <a:extLst>
                    <a:ext uri="{9D8B030D-6E8A-4147-A177-3AD203B41FA5}">
                      <a16:colId xmlns:a16="http://schemas.microsoft.com/office/drawing/2014/main" val="928027705"/>
                    </a:ext>
                  </a:extLst>
                </a:gridCol>
              </a:tblGrid>
              <a:tr h="436648">
                <a:tc>
                  <a:txBody>
                    <a:bodyPr/>
                    <a:lstStyle/>
                    <a:p>
                      <a:r>
                        <a:rPr lang="en-US" sz="160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Database</a:t>
                      </a:r>
                      <a:endParaRPr lang="en-IN" sz="160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Container for collections</a:t>
                      </a:r>
                      <a:endParaRPr lang="en-IN" sz="160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7307232"/>
                  </a:ext>
                </a:extLst>
              </a:tr>
              <a:tr h="764134">
                <a:tc>
                  <a:txBody>
                    <a:bodyPr/>
                    <a:lstStyle/>
                    <a:p>
                      <a:r>
                        <a:rPr lang="en-US" sz="160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Collection</a:t>
                      </a:r>
                      <a:endParaRPr lang="en-IN" sz="160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1E3C"/>
                          </a:solidFill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Group of documents (similar to tables in SQL)</a:t>
                      </a:r>
                      <a:endParaRPr lang="en-IN" sz="160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966388"/>
                  </a:ext>
                </a:extLst>
              </a:tr>
              <a:tr h="764134">
                <a:tc>
                  <a:txBody>
                    <a:bodyPr/>
                    <a:lstStyle/>
                    <a:p>
                      <a:r>
                        <a:rPr lang="en-US" sz="160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Document</a:t>
                      </a:r>
                      <a:endParaRPr lang="en-IN" sz="160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1E3C"/>
                          </a:solidFill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Individual record in JSON/BSON format</a:t>
                      </a:r>
                      <a:endParaRPr lang="en-IN" sz="160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4640983"/>
                  </a:ext>
                </a:extLst>
              </a:tr>
              <a:tr h="442713">
                <a:tc>
                  <a:txBody>
                    <a:bodyPr/>
                    <a:lstStyle/>
                    <a:p>
                      <a:r>
                        <a:rPr lang="en-US" sz="160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Field</a:t>
                      </a:r>
                      <a:endParaRPr lang="en-IN" sz="160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1E3C"/>
                          </a:solidFill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Key-value pair within a document</a:t>
                      </a:r>
                      <a:endParaRPr lang="en-IN" sz="160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424611"/>
                  </a:ext>
                </a:extLst>
              </a:tr>
              <a:tr h="764134">
                <a:tc>
                  <a:txBody>
                    <a:bodyPr/>
                    <a:lstStyle/>
                    <a:p>
                      <a:r>
                        <a:rPr lang="en-US" sz="160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Index</a:t>
                      </a:r>
                      <a:endParaRPr lang="en-IN" sz="160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1E3C"/>
                          </a:solidFill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Data structure for fast query lookups</a:t>
                      </a:r>
                      <a:endParaRPr lang="en-IN" sz="160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10643"/>
                  </a:ext>
                </a:extLst>
              </a:tr>
              <a:tr h="764134">
                <a:tc>
                  <a:txBody>
                    <a:bodyPr/>
                    <a:lstStyle/>
                    <a:p>
                      <a:r>
                        <a:rPr lang="en-US" sz="1600"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_id</a:t>
                      </a:r>
                      <a:endParaRPr lang="en-IN" sz="160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>
                          <a:solidFill>
                            <a:srgbClr val="001E3C"/>
                          </a:solidFill>
                          <a:latin typeface="Sans Serif Collection" panose="020B0502040504020204" pitchFamily="34" charset="0"/>
                          <a:ea typeface="Sans Serif Collection" panose="020B0502040504020204" pitchFamily="34" charset="0"/>
                          <a:cs typeface="Sans Serif Collection" panose="020B0502040504020204" pitchFamily="34" charset="0"/>
                        </a:rPr>
                        <a:t>Unique Identifier (automatically created)</a:t>
                      </a:r>
                      <a:endParaRPr lang="en-IN" sz="1600">
                        <a:latin typeface="Sans Serif Collection" panose="020B0502040504020204" pitchFamily="34" charset="0"/>
                        <a:ea typeface="Sans Serif Collection" panose="020B0502040504020204" pitchFamily="34" charset="0"/>
                        <a:cs typeface="Sans Serif Collection" panose="020B0502040504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218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50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C023D-26D0-1ED2-1E36-E33C5ADEF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7">
            <a:extLst>
              <a:ext uri="{FF2B5EF4-FFF2-40B4-BE49-F238E27FC236}">
                <a16:creationId xmlns:a16="http://schemas.microsoft.com/office/drawing/2014/main" id="{0E3C8AFC-ABDF-5142-FC04-1DD34479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Date Placeholder 8">
            <a:extLst>
              <a:ext uri="{FF2B5EF4-FFF2-40B4-BE49-F238E27FC236}">
                <a16:creationId xmlns:a16="http://schemas.microsoft.com/office/drawing/2014/main" id="{318523D9-CB63-E208-033F-C84E2489A97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ADC3671-82EB-367F-C3A3-6A480145C2B1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ED00A13-BDE9-35F7-F845-21B528D8CE65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C67593E-9182-C801-1852-3B78F3D75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Document Structure</a:t>
            </a:r>
          </a:p>
        </p:txBody>
      </p:sp>
      <p:sp>
        <p:nvSpPr>
          <p:cNvPr id="15" name="Slide Number Placeholder 7">
            <a:extLst>
              <a:ext uri="{FF2B5EF4-FFF2-40B4-BE49-F238E27FC236}">
                <a16:creationId xmlns:a16="http://schemas.microsoft.com/office/drawing/2014/main" id="{DEA8A9CF-9A8F-BE3C-8982-D2E5A64CCFC8}"/>
              </a:ext>
            </a:extLst>
          </p:cNvPr>
          <p:cNvSpPr txBox="1">
            <a:spLocks/>
          </p:cNvSpPr>
          <p:nvPr/>
        </p:nvSpPr>
        <p:spPr>
          <a:xfrm>
            <a:off x="10958400" y="6312529"/>
            <a:ext cx="774000" cy="10800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3AA811B-2EBD-4900-905E-5BE206449611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17" name="Date Placeholder 8">
            <a:extLst>
              <a:ext uri="{FF2B5EF4-FFF2-40B4-BE49-F238E27FC236}">
                <a16:creationId xmlns:a16="http://schemas.microsoft.com/office/drawing/2014/main" id="{2BFC732D-9C4E-4576-F022-AA19F9D542FD}"/>
              </a:ext>
            </a:extLst>
          </p:cNvPr>
          <p:cNvSpPr txBox="1">
            <a:spLocks/>
          </p:cNvSpPr>
          <p:nvPr/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noFill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3BC7CAAA-6DB7-416B-F2D8-DD72E67D5F71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D2DDE79-A1DC-DA5A-4402-F8C6B6754ABB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0D665ED2-4F8D-DBC8-06C9-ABE331403575}"/>
              </a:ext>
            </a:extLst>
          </p:cNvPr>
          <p:cNvSpPr/>
          <p:nvPr/>
        </p:nvSpPr>
        <p:spPr>
          <a:xfrm>
            <a:off x="512859" y="2194559"/>
            <a:ext cx="8217673" cy="3530379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r>
              <a:rPr lang="en-US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/>
          </a:p>
          <a:p>
            <a:r>
              <a:rPr lang="en-US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 ObjectId("..."),</a:t>
            </a:r>
            <a:endParaRPr lang="en-US"/>
          </a:p>
          <a:p>
            <a:r>
              <a:rPr lang="en-US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"name": "Laptop",</a:t>
            </a:r>
            <a:endParaRPr lang="en-US"/>
          </a:p>
          <a:p>
            <a:r>
              <a:rPr lang="en-US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"category": "Electronics",</a:t>
            </a:r>
            <a:endParaRPr lang="en-US"/>
          </a:p>
          <a:p>
            <a:r>
              <a:rPr lang="en-US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"price": 50000,</a:t>
            </a:r>
            <a:endParaRPr lang="en-US"/>
          </a:p>
          <a:p>
            <a:r>
              <a:rPr lang="en-US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"inStock": true,</a:t>
            </a:r>
            <a:endParaRPr lang="en-US"/>
          </a:p>
          <a:p>
            <a:r>
              <a:rPr lang="en-US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"tags": ["gadget", "tech"],</a:t>
            </a:r>
            <a:endParaRPr lang="en-US"/>
          </a:p>
          <a:p>
            <a:r>
              <a:rPr lang="en-US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"specs": {</a:t>
            </a:r>
            <a:endParaRPr lang="en-US"/>
          </a:p>
          <a:p>
            <a:r>
              <a:rPr lang="en-US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"processor": "Intel i7",</a:t>
            </a:r>
            <a:endParaRPr lang="en-US"/>
          </a:p>
          <a:p>
            <a:r>
              <a:rPr lang="en-US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"ram": "16GB"</a:t>
            </a:r>
            <a:endParaRPr lang="en-US"/>
          </a:p>
          <a:p>
            <a:r>
              <a:rPr lang="en-US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/>
          </a:p>
          <a:p>
            <a:r>
              <a:rPr lang="en-US">
                <a:solidFill>
                  <a:srgbClr val="2B2B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399949-4423-42C7-A4BC-2191DE1BC7C6}"/>
              </a:ext>
            </a:extLst>
          </p:cNvPr>
          <p:cNvSpPr txBox="1"/>
          <p:nvPr/>
        </p:nvSpPr>
        <p:spPr>
          <a:xfrm>
            <a:off x="457200" y="1449286"/>
            <a:ext cx="6098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Example JSON Document:</a:t>
            </a:r>
            <a:endParaRPr lang="en-US" sz="1800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4309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2CFFB-1009-3E29-1306-9F121E8CF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74DED6C-B0F1-0482-EA19-EA6D83CC8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CRUD Operations - CREATE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B644A076-5CB7-6A70-EDD2-3310CA050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7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Date Placeholder 8">
            <a:extLst>
              <a:ext uri="{FF2B5EF4-FFF2-40B4-BE49-F238E27FC236}">
                <a16:creationId xmlns:a16="http://schemas.microsoft.com/office/drawing/2014/main" id="{6313502E-3DB6-C4A3-0B64-EFE134CBAD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732754D-5628-CEFD-237D-98DA9CC170A7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6B1DA5-66A3-BDCB-1B4C-11E20BA4AAD2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E24DDA8-0963-7884-C3A7-6A0CEC8FFE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60007"/>
            <a:ext cx="3229426" cy="122889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F8E3F014-5313-B5B2-6F22-20826FAFC7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0170" y="1660007"/>
            <a:ext cx="2980987" cy="122889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E67FE0B1-7385-667A-A89D-055849DD1A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5847" y="3128590"/>
            <a:ext cx="6356146" cy="281201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066CA79D-F7A5-86D0-D99E-8B95963B8B5A}"/>
              </a:ext>
            </a:extLst>
          </p:cNvPr>
          <p:cNvSpPr txBox="1"/>
          <p:nvPr/>
        </p:nvSpPr>
        <p:spPr>
          <a:xfrm>
            <a:off x="457200" y="1163782"/>
            <a:ext cx="6304793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Insert</a:t>
            </a:r>
            <a:r>
              <a:rPr lang="en-US" sz="18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 single document – </a:t>
            </a:r>
            <a:r>
              <a:rPr lang="en-US" sz="1800" b="1" err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insertOne</a:t>
            </a:r>
            <a:r>
              <a:rPr lang="en-US" sz="18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</a:t>
            </a:r>
            <a:endParaRPr lang="en-IN" sz="18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6CA1F1BF-AFFC-F4B0-0F0F-C013B420CFA3}"/>
              </a:ext>
            </a:extLst>
          </p:cNvPr>
          <p:cNvSpPr/>
          <p:nvPr/>
        </p:nvSpPr>
        <p:spPr>
          <a:xfrm>
            <a:off x="7808180" y="4142629"/>
            <a:ext cx="4079019" cy="1900361"/>
          </a:xfrm>
          <a:prstGeom prst="rect">
            <a:avLst/>
          </a:prstGeom>
          <a:solidFill>
            <a:srgbClr val="E8F4F8"/>
          </a:solidFill>
          <a:ln w="12700">
            <a:solidFill>
              <a:srgbClr val="00A4EF"/>
            </a:solidFill>
            <a:prstDash val="solid"/>
          </a:ln>
        </p:spPr>
        <p:txBody>
          <a:bodyPr/>
          <a:lstStyle/>
          <a:p>
            <a:r>
              <a:rPr lang="en-US" sz="1400" b="1">
                <a:solidFill>
                  <a:srgbClr val="00A4EF"/>
                </a:solidFill>
              </a:rPr>
              <a:t>💡 Result: Automatically generates _id for each document</a:t>
            </a:r>
            <a:br>
              <a:rPr lang="en-US" sz="1400" b="1">
                <a:solidFill>
                  <a:srgbClr val="00A4EF"/>
                </a:solidFill>
              </a:rPr>
            </a:br>
            <a:br>
              <a:rPr lang="en-US" sz="1400" b="1">
                <a:solidFill>
                  <a:srgbClr val="00A4EF"/>
                </a:solidFill>
              </a:rPr>
            </a:br>
            <a:r>
              <a:rPr lang="en-US" sz="1400">
                <a:solidFill>
                  <a:srgbClr val="2B2B2B"/>
                </a:solidFill>
              </a:rPr>
              <a:t>• </a:t>
            </a:r>
            <a:r>
              <a:rPr lang="en-US" sz="1400" err="1">
                <a:solidFill>
                  <a:srgbClr val="2B2B2B"/>
                </a:solidFill>
              </a:rPr>
              <a:t>insertOne</a:t>
            </a:r>
            <a:r>
              <a:rPr lang="en-US" sz="1400">
                <a:solidFill>
                  <a:srgbClr val="2B2B2B"/>
                </a:solidFill>
              </a:rPr>
              <a:t>() - adds single document</a:t>
            </a:r>
            <a:endParaRPr lang="en-US" sz="1400"/>
          </a:p>
          <a:p>
            <a:r>
              <a:rPr lang="en-US" sz="1400">
                <a:solidFill>
                  <a:srgbClr val="2B2B2B"/>
                </a:solidFill>
              </a:rPr>
              <a:t>• </a:t>
            </a:r>
            <a:r>
              <a:rPr lang="en-US" sz="1400" err="1">
                <a:solidFill>
                  <a:srgbClr val="2B2B2B"/>
                </a:solidFill>
              </a:rPr>
              <a:t>insertMany</a:t>
            </a:r>
            <a:r>
              <a:rPr lang="en-US" sz="1400">
                <a:solidFill>
                  <a:srgbClr val="2B2B2B"/>
                </a:solidFill>
              </a:rPr>
              <a:t>() - adds multiple documents in one operation</a:t>
            </a:r>
            <a:endParaRPr lang="en-US" sz="1400"/>
          </a:p>
          <a:p>
            <a:r>
              <a:rPr lang="en-US" sz="1400">
                <a:solidFill>
                  <a:srgbClr val="2B2B2B"/>
                </a:solidFill>
              </a:rPr>
              <a:t>• Both return </a:t>
            </a:r>
            <a:r>
              <a:rPr lang="en-US" sz="1400" err="1">
                <a:solidFill>
                  <a:srgbClr val="2B2B2B"/>
                </a:solidFill>
              </a:rPr>
              <a:t>InsertedIds</a:t>
            </a:r>
            <a:r>
              <a:rPr lang="en-US" sz="1400">
                <a:solidFill>
                  <a:srgbClr val="2B2B2B"/>
                </a:solidFill>
              </a:rPr>
              <a:t> for the new documents</a:t>
            </a:r>
            <a:endParaRPr lang="en-US" sz="1400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857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742BCD-18A5-9B9E-01ED-F076CD7F9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C8C91F3-EA06-006A-8A76-DE101E50E0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CRUD Operations - CREATE ……….</a:t>
            </a:r>
          </a:p>
        </p:txBody>
      </p:sp>
      <p:sp>
        <p:nvSpPr>
          <p:cNvPr id="7" name="Slide Number Placeholder 7">
            <a:extLst>
              <a:ext uri="{FF2B5EF4-FFF2-40B4-BE49-F238E27FC236}">
                <a16:creationId xmlns:a16="http://schemas.microsoft.com/office/drawing/2014/main" id="{182B0F06-2155-5953-2E84-04D55912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8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Date Placeholder 8">
            <a:extLst>
              <a:ext uri="{FF2B5EF4-FFF2-40B4-BE49-F238E27FC236}">
                <a16:creationId xmlns:a16="http://schemas.microsoft.com/office/drawing/2014/main" id="{9F12BDDA-251D-0AE2-2842-398974EA69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141F51B-41FB-A627-4BEF-A2C912D54B35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8E4F3F-483D-A03F-3B33-CF9D0ADB53AC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AFA24B-2880-C74A-169E-C1B5DC94482C}"/>
              </a:ext>
            </a:extLst>
          </p:cNvPr>
          <p:cNvSpPr txBox="1"/>
          <p:nvPr/>
        </p:nvSpPr>
        <p:spPr>
          <a:xfrm>
            <a:off x="457200" y="1163782"/>
            <a:ext cx="6304793" cy="276999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8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Persisting </a:t>
            </a:r>
            <a:r>
              <a:rPr lang="en-US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multiple</a:t>
            </a:r>
            <a:r>
              <a:rPr lang="en-US" sz="18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documents – </a:t>
            </a:r>
            <a:r>
              <a:rPr lang="en-US" sz="1800" b="1" err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insertMany</a:t>
            </a:r>
            <a:r>
              <a:rPr lang="en-US" sz="18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</a:t>
            </a:r>
            <a:endParaRPr lang="en-IN" sz="18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60D5A80-2EDA-0A71-684B-5CCDBE281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6057"/>
            <a:ext cx="3677163" cy="183858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71ECFFE-B21F-BAC1-A896-C529430B0A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6703" y="1926057"/>
            <a:ext cx="5319920" cy="183858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8A49B6A-54DA-C78C-926B-9FDFB2B26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388" y="3924150"/>
            <a:ext cx="3677163" cy="170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955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F5CDA0-D03A-2568-4E4B-3375F4D81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20C509B8-D8CE-1FDB-72FD-3AD335801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CRUD Operations - READ</a:t>
            </a: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47919AB8-5FF6-EBD4-A092-303ADDDF5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13" name="Date Placeholder 8">
            <a:extLst>
              <a:ext uri="{FF2B5EF4-FFF2-40B4-BE49-F238E27FC236}">
                <a16:creationId xmlns:a16="http://schemas.microsoft.com/office/drawing/2014/main" id="{53C7FA9F-05B3-1DE3-41FA-F31EC963D8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/>
              <a:pPr/>
              <a:t>9/3/2026</a:t>
            </a:fld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C1C5D49-802A-9B59-53CA-74DD3AE43000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cs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0A65C1-BCFB-8D01-D0E3-B6F0A479471B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FCC619-3C39-CFB2-D5D5-C31498FF60C8}"/>
              </a:ext>
            </a:extLst>
          </p:cNvPr>
          <p:cNvSpPr txBox="1"/>
          <p:nvPr/>
        </p:nvSpPr>
        <p:spPr>
          <a:xfrm>
            <a:off x="457200" y="1272540"/>
            <a:ext cx="44729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</a:rPr>
              <a:t>Find all documents – find()</a:t>
            </a:r>
            <a:endParaRPr lang="en-IN" sz="1400" b="1">
              <a:solidFill>
                <a:srgbClr val="13AA52"/>
              </a:solidFill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84788A8B-B47F-D65F-10AD-13F1664340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695015"/>
            <a:ext cx="3459480" cy="27626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E2DDF9C-1D80-7119-C4C3-1693AD7856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089071"/>
            <a:ext cx="3459480" cy="1330125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0C094232-3846-6CA4-B4BB-97476BB08A07}"/>
              </a:ext>
            </a:extLst>
          </p:cNvPr>
          <p:cNvSpPr txBox="1"/>
          <p:nvPr/>
        </p:nvSpPr>
        <p:spPr>
          <a:xfrm>
            <a:off x="457200" y="3550711"/>
            <a:ext cx="447294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</a:rPr>
              <a:t>Find with filter condition</a:t>
            </a:r>
            <a:endParaRPr lang="en-IN" sz="1400" b="1">
              <a:solidFill>
                <a:srgbClr val="13AA52"/>
              </a:solidFill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C873B70-3BE7-057B-4179-128956D870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83947"/>
            <a:ext cx="3459480" cy="121937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29817AE4-00E2-6644-C6FB-23C778878F4B}"/>
              </a:ext>
            </a:extLst>
          </p:cNvPr>
          <p:cNvSpPr txBox="1"/>
          <p:nvPr/>
        </p:nvSpPr>
        <p:spPr>
          <a:xfrm>
            <a:off x="5318760" y="1272540"/>
            <a:ext cx="410718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</a:rPr>
              <a:t>Find one document</a:t>
            </a:r>
            <a:endParaRPr lang="en-IN" sz="1400" b="1">
              <a:solidFill>
                <a:srgbClr val="13AA52"/>
              </a:solidFill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5565BC4-8626-498B-C9FE-D72BAC7890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18760" y="1661723"/>
            <a:ext cx="3905795" cy="1181265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A10E4D7A-B78D-26C0-A19F-BBF61E1611CE}"/>
              </a:ext>
            </a:extLst>
          </p:cNvPr>
          <p:cNvSpPr txBox="1"/>
          <p:nvPr/>
        </p:nvSpPr>
        <p:spPr>
          <a:xfrm>
            <a:off x="5318760" y="3550711"/>
            <a:ext cx="4107180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</a:rPr>
              <a:t>Find with projection (Select specific fields)</a:t>
            </a:r>
            <a:endParaRPr lang="en-IN" sz="1400" b="1">
              <a:solidFill>
                <a:srgbClr val="13AA52"/>
              </a:solidFill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B86BB7AB-FDBF-5A10-8940-4EC6DD723A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8760" y="3889314"/>
            <a:ext cx="3258005" cy="209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1309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49147-798E-56AD-5CB0-DA3B41B0A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A5722B9F-B31E-42EF-1CFB-625ECDE9BF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CRUD Operations - READ</a:t>
            </a: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1BE3FE2D-DA26-E632-0E56-92A91C274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10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3" name="Date Placeholder 8">
            <a:extLst>
              <a:ext uri="{FF2B5EF4-FFF2-40B4-BE49-F238E27FC236}">
                <a16:creationId xmlns:a16="http://schemas.microsoft.com/office/drawing/2014/main" id="{8AFC6A37-7197-0868-D9B3-83B8F4399F6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6E2D5F8-070E-580E-BBAB-B6D73578CBF5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9A45E46-D1F1-50F0-CDBA-82761BF84756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Shape 13">
            <a:extLst>
              <a:ext uri="{FF2B5EF4-FFF2-40B4-BE49-F238E27FC236}">
                <a16:creationId xmlns:a16="http://schemas.microsoft.com/office/drawing/2014/main" id="{09E3AAFF-6136-E4B6-69EE-E5CC3529D777}"/>
              </a:ext>
            </a:extLst>
          </p:cNvPr>
          <p:cNvSpPr/>
          <p:nvPr/>
        </p:nvSpPr>
        <p:spPr>
          <a:xfrm>
            <a:off x="457200" y="1717482"/>
            <a:ext cx="8229600" cy="1554480"/>
          </a:xfrm>
          <a:prstGeom prst="rect">
            <a:avLst/>
          </a:prstGeom>
          <a:solidFill>
            <a:srgbClr val="E8F4F8"/>
          </a:solidFill>
          <a:ln w="1270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14">
            <a:extLst>
              <a:ext uri="{FF2B5EF4-FFF2-40B4-BE49-F238E27FC236}">
                <a16:creationId xmlns:a16="http://schemas.microsoft.com/office/drawing/2014/main" id="{2A608426-BE4C-7889-1CA0-D863EABF7570}"/>
              </a:ext>
            </a:extLst>
          </p:cNvPr>
          <p:cNvSpPr/>
          <p:nvPr/>
        </p:nvSpPr>
        <p:spPr>
          <a:xfrm>
            <a:off x="640080" y="185464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A4E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Projection Syntax: { fieldName: 1 } to include, 0 to exclude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Text 15">
            <a:extLst>
              <a:ext uri="{FF2B5EF4-FFF2-40B4-BE49-F238E27FC236}">
                <a16:creationId xmlns:a16="http://schemas.microsoft.com/office/drawing/2014/main" id="{E636BE5B-6B70-3C95-CDF3-5A06D0546FEC}"/>
              </a:ext>
            </a:extLst>
          </p:cNvPr>
          <p:cNvSpPr/>
          <p:nvPr/>
        </p:nvSpPr>
        <p:spPr>
          <a:xfrm>
            <a:off x="640080" y="2128962"/>
            <a:ext cx="78638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Example: { name: 1, email: 1, _id: 0 } returns only name and email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81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0F066-5D89-3D7A-A059-9ED89089F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742FDA05-D710-1D1B-DB78-B699B321D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CRUD Operations - UPDATE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BF09D2D6-7B11-4DBB-E1E1-51C0BB160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11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8D697190-68EE-E547-FDE1-013719C415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65F15E1-30E1-6EA9-7DFA-15444FBAD360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1EFA7A-17FE-1FC9-DBF9-0E34CD1E5BB4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DA5B9F-CA71-78EF-D587-7087D8943968}"/>
              </a:ext>
            </a:extLst>
          </p:cNvPr>
          <p:cNvSpPr txBox="1"/>
          <p:nvPr/>
        </p:nvSpPr>
        <p:spPr>
          <a:xfrm>
            <a:off x="457200" y="1163782"/>
            <a:ext cx="630479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Updating a single document – </a:t>
            </a:r>
            <a:r>
              <a:rPr lang="en-US" sz="1400" b="1" err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updateOne</a:t>
            </a: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</a:t>
            </a:r>
            <a:endParaRPr lang="en-IN" sz="14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16A80AE1-BD40-C94D-8FF6-08FFA8E302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1" y="1379226"/>
            <a:ext cx="4190010" cy="228599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5FF7DC6-3E4B-6CB9-4275-A7748C4547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9109" y="1163782"/>
            <a:ext cx="4058216" cy="250542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EE82992-ACA1-41E0-6DC9-1999226A31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337" y="3665220"/>
            <a:ext cx="3923892" cy="2414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050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E91240-4D73-89D4-182F-48FAA6F0E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CA651539-E6E2-90E1-E1F1-923B9CB4E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CRUD Operations - UPDATE……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174962E0-9FE9-E1A3-C225-962D13D23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12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F5BCD1CF-B96C-0B87-8176-0E3FE73FA4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1EDFDA07-EC17-0593-23C8-BA9D97E6A19F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D3B9EF-04D8-7FAD-89B7-271C60437304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70C352-3716-932F-44C7-7815ADB555B9}"/>
              </a:ext>
            </a:extLst>
          </p:cNvPr>
          <p:cNvSpPr txBox="1"/>
          <p:nvPr/>
        </p:nvSpPr>
        <p:spPr>
          <a:xfrm>
            <a:off x="457200" y="1163782"/>
            <a:ext cx="630479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Updating multiple documents– </a:t>
            </a:r>
            <a:r>
              <a:rPr lang="en-US" sz="1400" b="1" err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updateMany</a:t>
            </a: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</a:t>
            </a:r>
            <a:endParaRPr lang="en-IN" sz="14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432515-B872-A155-DC03-C1F6B43B7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89293"/>
            <a:ext cx="3705742" cy="34294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9437360-9591-AA9D-1C8A-FF49C62530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4820" y="1489293"/>
            <a:ext cx="4548499" cy="4479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12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67AD-FF0E-09E7-4D89-FB0F3BA48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F9DB8FBC-98B3-7FE8-FBFB-149DB4D27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CRUD Operations – UPDATE……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1858C4EC-4C8F-28FF-C9E4-9F65602DC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13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B29189F6-3626-63FC-C07F-1473960189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854765F-FD5F-B590-C072-22DE08382D59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3CC9C84-D21A-F139-DC89-671EB836E2BD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1F7D66-D4DA-A3E0-030C-F023BEE28307}"/>
              </a:ext>
            </a:extLst>
          </p:cNvPr>
          <p:cNvSpPr/>
          <p:nvPr/>
        </p:nvSpPr>
        <p:spPr>
          <a:xfrm>
            <a:off x="457200" y="1639956"/>
            <a:ext cx="8229600" cy="1645920"/>
          </a:xfrm>
          <a:prstGeom prst="rect">
            <a:avLst/>
          </a:prstGeom>
          <a:solidFill>
            <a:srgbClr val="FFF4E6"/>
          </a:solidFill>
          <a:ln w="12700">
            <a:solidFill>
              <a:srgbClr val="FF8C00"/>
            </a:solidFill>
            <a:prstDash val="solid"/>
          </a:ln>
        </p:spPr>
        <p:txBody>
          <a:bodyPr/>
          <a:lstStyle/>
          <a:p>
            <a:r>
              <a:rPr lang="en-US" b="1">
                <a:solidFill>
                  <a:srgbClr val="D8431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⚠️ IMPORTANT: Always use $set operator</a:t>
            </a:r>
            <a:br>
              <a:rPr lang="en-US" b="1">
                <a:solidFill>
                  <a:srgbClr val="D8431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br>
              <a:rPr lang="en-US" b="1">
                <a:solidFill>
                  <a:srgbClr val="D84315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• Correct: { $set: { field: value } }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• Wrong: { field: value } (replaces entire document!)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9504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D2D9B-7A27-5A5C-5C62-C901B92E4F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D52EC4E5-F576-31A3-8FB7-EB72A86A4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CRUD Operations – DELETE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5F339A29-6B13-7831-F9D3-F19357F9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14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093A3E7A-29F4-6E87-FB6E-2C2A5CD7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D864532-B678-7D52-71FD-7BB562425773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86153C8-D8F0-6C16-C9BC-CEB24C166EA9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D1F105-0A49-3092-1E64-7AA7FC1F0396}"/>
              </a:ext>
            </a:extLst>
          </p:cNvPr>
          <p:cNvSpPr txBox="1"/>
          <p:nvPr/>
        </p:nvSpPr>
        <p:spPr>
          <a:xfrm>
            <a:off x="457200" y="1163782"/>
            <a:ext cx="630479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Delete a single document – </a:t>
            </a:r>
            <a:r>
              <a:rPr lang="en-US" sz="1400" b="1" err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deleteOne</a:t>
            </a: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</a:t>
            </a:r>
            <a:endParaRPr lang="en-IN" sz="14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5D1B55-1DEC-4548-3513-B42E56E67E5D}"/>
              </a:ext>
            </a:extLst>
          </p:cNvPr>
          <p:cNvSpPr txBox="1"/>
          <p:nvPr/>
        </p:nvSpPr>
        <p:spPr>
          <a:xfrm>
            <a:off x="457200" y="1584960"/>
            <a:ext cx="214884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200">
                <a:solidFill>
                  <a:srgbClr val="59545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Existing document</a:t>
            </a:r>
            <a:endParaRPr lang="en-IN" sz="1200">
              <a:solidFill>
                <a:srgbClr val="595454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62C8A9-51DE-7361-01E9-4224E7C8FF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69626"/>
            <a:ext cx="3794760" cy="358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E5AFF9-53D3-EF24-00CD-943348AF5E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780" y="1769626"/>
            <a:ext cx="3410426" cy="116221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B85D658-DC05-DF6D-9E67-F796DD4EBB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6780" y="3147060"/>
            <a:ext cx="3570184" cy="1775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7152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24C57-893E-5952-41BA-A6DA3453C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308E9CB8-4A2A-F369-327B-ECB4FB760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CRUD Operations – DELETE………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944E0C6F-7974-CDCC-82C4-9F96B4A36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15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7F548629-0B45-CA22-866F-4A70AC5C5D8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58CAE5E8-279B-32E3-415F-1BDA4F9F7DCA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1E8A3E1-19E0-F474-EA83-CCAB1C44C734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5C79392-AB6D-CA01-1BD0-1B24A763BC6F}"/>
              </a:ext>
            </a:extLst>
          </p:cNvPr>
          <p:cNvSpPr txBox="1"/>
          <p:nvPr/>
        </p:nvSpPr>
        <p:spPr>
          <a:xfrm>
            <a:off x="457200" y="1163782"/>
            <a:ext cx="630479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Delete multiple document – </a:t>
            </a:r>
            <a:r>
              <a:rPr lang="en-US" sz="1400" b="1" err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deleteMany</a:t>
            </a: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</a:t>
            </a:r>
            <a:endParaRPr lang="en-IN" sz="14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046DDF-1151-F8CA-C45B-D4F01F161C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89008"/>
            <a:ext cx="4227758" cy="42483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13F28C4-B583-7E6F-A8A3-07B3A6E9F3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4958" y="1379226"/>
            <a:ext cx="5391902" cy="11622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C2888C8-0A31-6D48-F3C6-7FEBBD416D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958" y="2966664"/>
            <a:ext cx="4847887" cy="2002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96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B00DF-19A6-CF15-7D57-B21D08BC9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9F9B0BA2-DF8A-6F8E-6CEE-A5B95C39B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CRUD Operations – DELETE………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E7734D0E-A054-FECF-61AB-569721D4D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FEC55A2E-E043-D66B-37EB-C1F5E537EE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020A146B-C784-3062-07AD-CD9396410061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CA0EE5B-1A74-AC46-A46C-613453E02731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A05FC65-5128-441F-8FE7-E1B67C7395E6}"/>
              </a:ext>
            </a:extLst>
          </p:cNvPr>
          <p:cNvSpPr txBox="1"/>
          <p:nvPr/>
        </p:nvSpPr>
        <p:spPr>
          <a:xfrm>
            <a:off x="457200" y="1163782"/>
            <a:ext cx="630479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Delete with Condition</a:t>
            </a:r>
            <a:endParaRPr lang="en-IN" sz="14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237261-F5F2-9603-755E-484D9C368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92484"/>
            <a:ext cx="4982270" cy="11907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CDC1B4-FE3F-BB4A-32D2-E8D928399711}"/>
              </a:ext>
            </a:extLst>
          </p:cNvPr>
          <p:cNvSpPr txBox="1"/>
          <p:nvPr/>
        </p:nvSpPr>
        <p:spPr>
          <a:xfrm>
            <a:off x="457200" y="3004893"/>
            <a:ext cx="630479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Delete all documents – ( Use with caution ⚠️)</a:t>
            </a:r>
            <a:endParaRPr lang="en-IN" sz="14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E98F0B2-13F2-A857-5A4C-AC3E4B080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93666"/>
            <a:ext cx="3210373" cy="11241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F4EC0A9-6EDA-9C8A-BB22-D6ABFFBCB5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3800" y="3220337"/>
            <a:ext cx="4587920" cy="2580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829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7BBE8-E5A2-AE6A-785F-FDF8B4919F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BEF2D10B-1140-2C9F-436D-B28165075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CRUD Operations – DELETE………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FBFFEED0-CC6E-73DC-6F1E-756304D60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17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83DBD8C7-8A66-3886-A45B-DF18E14D0F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F0A68AA-3EA9-C37C-20D9-36D53F0C1A84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0F55619-3552-92E5-519D-AD08A113149E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Shape 10">
            <a:extLst>
              <a:ext uri="{FF2B5EF4-FFF2-40B4-BE49-F238E27FC236}">
                <a16:creationId xmlns:a16="http://schemas.microsoft.com/office/drawing/2014/main" id="{06AA0CFA-04AE-1D4E-614A-0F5D2313A46A}"/>
              </a:ext>
            </a:extLst>
          </p:cNvPr>
          <p:cNvSpPr/>
          <p:nvPr/>
        </p:nvSpPr>
        <p:spPr>
          <a:xfrm>
            <a:off x="457200" y="1808922"/>
            <a:ext cx="8229600" cy="1463040"/>
          </a:xfrm>
          <a:prstGeom prst="rect">
            <a:avLst/>
          </a:prstGeom>
          <a:solidFill>
            <a:srgbClr val="FFEBEE"/>
          </a:solidFill>
          <a:ln w="12700">
            <a:solidFill>
              <a:srgbClr val="D13438"/>
            </a:solidFill>
            <a:prstDash val="solid"/>
          </a:ln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FAAC4D97-96A0-B475-52E1-17633D27941A}"/>
              </a:ext>
            </a:extLst>
          </p:cNvPr>
          <p:cNvSpPr/>
          <p:nvPr/>
        </p:nvSpPr>
        <p:spPr>
          <a:xfrm>
            <a:off x="640080" y="1946082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D1343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⚠️ WARNING: Test with find() before deleting!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69CD6D60-F238-E3E5-4264-E014F7D56E34}"/>
              </a:ext>
            </a:extLst>
          </p:cNvPr>
          <p:cNvSpPr/>
          <p:nvPr/>
        </p:nvSpPr>
        <p:spPr>
          <a:xfrm>
            <a:off x="640080" y="2220402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Always run db.collection.find(filter) FIRST to verify which documents will be deleted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8595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4E867-5192-CDD2-0C44-7CADE3A25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4AF08999-A9A4-DA8B-89B0-A047D1ECF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Common Query Operators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516FB27D-EC77-C37E-1FCF-8CDF582CC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18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B739CA64-6F62-35E5-2F13-0CFD72B673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BCCD06AF-F5E8-B4AD-1CC1-2C62547ECF9D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C520324-3CD8-83D3-485C-322E0120121C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7C2788-3B30-86C7-34F7-080BF61A8355}"/>
              </a:ext>
            </a:extLst>
          </p:cNvPr>
          <p:cNvSpPr txBox="1"/>
          <p:nvPr/>
        </p:nvSpPr>
        <p:spPr>
          <a:xfrm>
            <a:off x="457200" y="1163782"/>
            <a:ext cx="630479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Essential Operators for Queries</a:t>
            </a:r>
            <a:endParaRPr lang="en-IN" sz="14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50AD4C-DEA1-0029-2593-13BADCBA8109}"/>
              </a:ext>
            </a:extLst>
          </p:cNvPr>
          <p:cNvSpPr txBox="1"/>
          <p:nvPr/>
        </p:nvSpPr>
        <p:spPr>
          <a:xfrm>
            <a:off x="457200" y="1398607"/>
            <a:ext cx="9502140" cy="4732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595454"/>
                </a:solidFill>
              </a:rPr>
              <a:t>$eq </a:t>
            </a:r>
            <a:r>
              <a:rPr lang="en-US">
                <a:solidFill>
                  <a:srgbClr val="595454"/>
                </a:solidFill>
              </a:rPr>
              <a:t>– Equal to</a:t>
            </a:r>
            <a:br>
              <a:rPr lang="en-US">
                <a:solidFill>
                  <a:srgbClr val="595454"/>
                </a:solidFill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db.users.find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status: { $</a:t>
            </a: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eq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: "active" } })</a:t>
            </a:r>
            <a:endParaRPr lang="en-US">
              <a:solidFill>
                <a:srgbClr val="59545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595454"/>
                </a:solidFill>
              </a:rPr>
              <a:t>$</a:t>
            </a:r>
            <a:r>
              <a:rPr lang="en-US" sz="1800" b="1" err="1">
                <a:solidFill>
                  <a:srgbClr val="595454"/>
                </a:solidFill>
              </a:rPr>
              <a:t>gt</a:t>
            </a:r>
            <a:r>
              <a:rPr lang="en-US" sz="1800" b="1">
                <a:solidFill>
                  <a:srgbClr val="595454"/>
                </a:solidFill>
              </a:rPr>
              <a:t>, $</a:t>
            </a:r>
            <a:r>
              <a:rPr lang="en-US" sz="1800" b="1" err="1">
                <a:solidFill>
                  <a:srgbClr val="595454"/>
                </a:solidFill>
              </a:rPr>
              <a:t>gte</a:t>
            </a:r>
            <a:r>
              <a:rPr lang="en-US" sz="1800" b="1">
                <a:solidFill>
                  <a:srgbClr val="595454"/>
                </a:solidFill>
              </a:rPr>
              <a:t> </a:t>
            </a:r>
            <a:r>
              <a:rPr lang="en-US" sz="1800">
                <a:solidFill>
                  <a:srgbClr val="595454"/>
                </a:solidFill>
              </a:rPr>
              <a:t>– Greate</a:t>
            </a:r>
            <a:r>
              <a:rPr lang="en-US">
                <a:solidFill>
                  <a:srgbClr val="595454"/>
                </a:solidFill>
              </a:rPr>
              <a:t>r than / Greater than or equal</a:t>
            </a:r>
            <a:br>
              <a:rPr lang="en-US">
                <a:solidFill>
                  <a:srgbClr val="595454"/>
                </a:solidFill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db.orders.find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amount: { $</a:t>
            </a: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: 10000 } })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595454"/>
                </a:solidFill>
              </a:rPr>
              <a:t>$</a:t>
            </a:r>
            <a:r>
              <a:rPr lang="en-US" b="1" err="1">
                <a:solidFill>
                  <a:srgbClr val="595454"/>
                </a:solidFill>
              </a:rPr>
              <a:t>lt</a:t>
            </a:r>
            <a:r>
              <a:rPr lang="en-US" b="1">
                <a:solidFill>
                  <a:srgbClr val="595454"/>
                </a:solidFill>
              </a:rPr>
              <a:t>, $</a:t>
            </a:r>
            <a:r>
              <a:rPr lang="en-US" b="1" err="1">
                <a:solidFill>
                  <a:srgbClr val="595454"/>
                </a:solidFill>
              </a:rPr>
              <a:t>lte</a:t>
            </a:r>
            <a:r>
              <a:rPr lang="en-US" b="1">
                <a:solidFill>
                  <a:srgbClr val="595454"/>
                </a:solidFill>
              </a:rPr>
              <a:t> </a:t>
            </a:r>
            <a:r>
              <a:rPr lang="en-US">
                <a:solidFill>
                  <a:srgbClr val="595454"/>
                </a:solidFill>
              </a:rPr>
              <a:t>– Less than / Less than or equal</a:t>
            </a:r>
            <a:br>
              <a:rPr lang="en-US">
                <a:solidFill>
                  <a:srgbClr val="595454"/>
                </a:solidFill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db.cities.find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city: { $in: ["Mumbai", "Delhi"] } })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595454"/>
                </a:solidFill>
              </a:rPr>
              <a:t>$in </a:t>
            </a:r>
            <a:r>
              <a:rPr lang="en-US" sz="1800">
                <a:solidFill>
                  <a:srgbClr val="595454"/>
                </a:solidFill>
              </a:rPr>
              <a:t>– Match any val</a:t>
            </a:r>
            <a:r>
              <a:rPr lang="en-US">
                <a:solidFill>
                  <a:srgbClr val="595454"/>
                </a:solidFill>
              </a:rPr>
              <a:t>ue in the array</a:t>
            </a:r>
            <a:br>
              <a:rPr lang="en-US">
                <a:solidFill>
                  <a:srgbClr val="595454"/>
                </a:solidFill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db.users.find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city: { $in: ["Mumbai", "Delhi", "Bangalore"] } })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595454"/>
                </a:solidFill>
              </a:rPr>
              <a:t>$</a:t>
            </a:r>
            <a:r>
              <a:rPr lang="en-US" b="1">
                <a:solidFill>
                  <a:srgbClr val="595454"/>
                </a:solidFill>
              </a:rPr>
              <a:t>and, $or </a:t>
            </a:r>
            <a:r>
              <a:rPr lang="en-US">
                <a:solidFill>
                  <a:srgbClr val="595454"/>
                </a:solidFill>
              </a:rPr>
              <a:t>- Logical AND / OR operations</a:t>
            </a:r>
            <a:br>
              <a:rPr lang="en-US">
                <a:solidFill>
                  <a:srgbClr val="595454"/>
                </a:solidFill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db.products.find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$and: [ { category: "Electronics" }, { price: { $</a:t>
            </a: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: 20000 } } ] })</a:t>
            </a:r>
            <a:b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db.products.find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$or: [ { </a:t>
            </a: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inStock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: false }, { rating: { $</a:t>
            </a: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lt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: 4.0 } } ] })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595454"/>
                </a:solidFill>
              </a:rPr>
              <a:t>$ne </a:t>
            </a:r>
            <a:r>
              <a:rPr lang="en-US">
                <a:solidFill>
                  <a:srgbClr val="595454"/>
                </a:solidFill>
              </a:rPr>
              <a:t>– Not equal to</a:t>
            </a:r>
            <a:br>
              <a:rPr lang="en-US">
                <a:solidFill>
                  <a:srgbClr val="595454"/>
                </a:solidFill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db.users.find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status: { $ne: "active" } })</a:t>
            </a:r>
            <a:endParaRPr lang="en-IN">
              <a:solidFill>
                <a:srgbClr val="59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604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68929-C6D4-3995-AB7B-B9A24962E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A6C68ECE-2B1F-F271-EF5E-E413B22EA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Common Query Operators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BAA51545-EE87-20B8-89A3-3B2B5BD1A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19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742011DE-F951-185A-6709-0EB62819E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69CB9A39-7D2E-AB42-77FB-405DBE1DF316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F29C5BD-5BC4-82F2-608D-0115FF04B4FC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C05BDFD-7DA6-F794-FDAF-4D2D880E490C}"/>
              </a:ext>
            </a:extLst>
          </p:cNvPr>
          <p:cNvSpPr txBox="1"/>
          <p:nvPr/>
        </p:nvSpPr>
        <p:spPr>
          <a:xfrm>
            <a:off x="457200" y="1163782"/>
            <a:ext cx="630479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Essential Operators for Queries</a:t>
            </a:r>
            <a:endParaRPr lang="en-IN" sz="14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AA9858-2FB8-47F1-BE61-286B8AFEF6E7}"/>
              </a:ext>
            </a:extLst>
          </p:cNvPr>
          <p:cNvSpPr txBox="1"/>
          <p:nvPr/>
        </p:nvSpPr>
        <p:spPr>
          <a:xfrm>
            <a:off x="457200" y="1398607"/>
            <a:ext cx="9502140" cy="47320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595454"/>
                </a:solidFill>
              </a:rPr>
              <a:t>$eq </a:t>
            </a:r>
            <a:r>
              <a:rPr lang="en-US">
                <a:solidFill>
                  <a:srgbClr val="595454"/>
                </a:solidFill>
              </a:rPr>
              <a:t>– Equal to</a:t>
            </a:r>
            <a:br>
              <a:rPr lang="en-US">
                <a:solidFill>
                  <a:srgbClr val="595454"/>
                </a:solidFill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db.users.find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status: { $</a:t>
            </a: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eq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: "active" } })</a:t>
            </a:r>
            <a:endParaRPr lang="en-US">
              <a:solidFill>
                <a:srgbClr val="595454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595454"/>
                </a:solidFill>
              </a:rPr>
              <a:t>$</a:t>
            </a:r>
            <a:r>
              <a:rPr lang="en-US" sz="1800" b="1" err="1">
                <a:solidFill>
                  <a:srgbClr val="595454"/>
                </a:solidFill>
              </a:rPr>
              <a:t>gt</a:t>
            </a:r>
            <a:r>
              <a:rPr lang="en-US" sz="1800" b="1">
                <a:solidFill>
                  <a:srgbClr val="595454"/>
                </a:solidFill>
              </a:rPr>
              <a:t>, $</a:t>
            </a:r>
            <a:r>
              <a:rPr lang="en-US" sz="1800" b="1" err="1">
                <a:solidFill>
                  <a:srgbClr val="595454"/>
                </a:solidFill>
              </a:rPr>
              <a:t>gte</a:t>
            </a:r>
            <a:r>
              <a:rPr lang="en-US" sz="1800" b="1">
                <a:solidFill>
                  <a:srgbClr val="595454"/>
                </a:solidFill>
              </a:rPr>
              <a:t> </a:t>
            </a:r>
            <a:r>
              <a:rPr lang="en-US" sz="1800">
                <a:solidFill>
                  <a:srgbClr val="595454"/>
                </a:solidFill>
              </a:rPr>
              <a:t>– Greate</a:t>
            </a:r>
            <a:r>
              <a:rPr lang="en-US">
                <a:solidFill>
                  <a:srgbClr val="595454"/>
                </a:solidFill>
              </a:rPr>
              <a:t>r than / Greater than or equal</a:t>
            </a:r>
            <a:br>
              <a:rPr lang="en-US">
                <a:solidFill>
                  <a:srgbClr val="595454"/>
                </a:solidFill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db.orders.find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amount: { $</a:t>
            </a: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: 10000 } })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595454"/>
                </a:solidFill>
              </a:rPr>
              <a:t>$</a:t>
            </a:r>
            <a:r>
              <a:rPr lang="en-US" b="1" err="1">
                <a:solidFill>
                  <a:srgbClr val="595454"/>
                </a:solidFill>
              </a:rPr>
              <a:t>lt</a:t>
            </a:r>
            <a:r>
              <a:rPr lang="en-US" b="1">
                <a:solidFill>
                  <a:srgbClr val="595454"/>
                </a:solidFill>
              </a:rPr>
              <a:t>, $</a:t>
            </a:r>
            <a:r>
              <a:rPr lang="en-US" b="1" err="1">
                <a:solidFill>
                  <a:srgbClr val="595454"/>
                </a:solidFill>
              </a:rPr>
              <a:t>lte</a:t>
            </a:r>
            <a:r>
              <a:rPr lang="en-US" b="1">
                <a:solidFill>
                  <a:srgbClr val="595454"/>
                </a:solidFill>
              </a:rPr>
              <a:t> </a:t>
            </a:r>
            <a:r>
              <a:rPr lang="en-US">
                <a:solidFill>
                  <a:srgbClr val="595454"/>
                </a:solidFill>
              </a:rPr>
              <a:t>– Less than / Less than or equal</a:t>
            </a:r>
            <a:br>
              <a:rPr lang="en-US">
                <a:solidFill>
                  <a:srgbClr val="595454"/>
                </a:solidFill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db.cities.find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city: { $in: ["Mumbai", "Delhi"] } })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595454"/>
                </a:solidFill>
              </a:rPr>
              <a:t>$in </a:t>
            </a:r>
            <a:r>
              <a:rPr lang="en-US" sz="1800">
                <a:solidFill>
                  <a:srgbClr val="595454"/>
                </a:solidFill>
              </a:rPr>
              <a:t>– Match any val</a:t>
            </a:r>
            <a:r>
              <a:rPr lang="en-US">
                <a:solidFill>
                  <a:srgbClr val="595454"/>
                </a:solidFill>
              </a:rPr>
              <a:t>ue in the array</a:t>
            </a:r>
            <a:br>
              <a:rPr lang="en-US">
                <a:solidFill>
                  <a:srgbClr val="595454"/>
                </a:solidFill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db.users.find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city: { $in: ["Mumbai", "Delhi", "Bangalore"] } })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800" b="1">
                <a:solidFill>
                  <a:srgbClr val="595454"/>
                </a:solidFill>
              </a:rPr>
              <a:t>$</a:t>
            </a:r>
            <a:r>
              <a:rPr lang="en-US" b="1">
                <a:solidFill>
                  <a:srgbClr val="595454"/>
                </a:solidFill>
              </a:rPr>
              <a:t>and, $or </a:t>
            </a:r>
            <a:r>
              <a:rPr lang="en-US">
                <a:solidFill>
                  <a:srgbClr val="595454"/>
                </a:solidFill>
              </a:rPr>
              <a:t>- Logical AND / OR operations</a:t>
            </a:r>
            <a:br>
              <a:rPr lang="en-US">
                <a:solidFill>
                  <a:srgbClr val="595454"/>
                </a:solidFill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db.products.find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$and: [ { category: "Electronics" }, { price: { $</a:t>
            </a: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gt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: 20000 } } ] })</a:t>
            </a:r>
            <a:b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db.products.find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$or: [ { </a:t>
            </a: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inStock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: false }, { rating: { $</a:t>
            </a: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lt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: 4.0 } } ] })</a:t>
            </a:r>
            <a:endParaRPr lang="en-US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>
                <a:solidFill>
                  <a:srgbClr val="595454"/>
                </a:solidFill>
              </a:rPr>
              <a:t>$ne </a:t>
            </a:r>
            <a:r>
              <a:rPr lang="en-US">
                <a:solidFill>
                  <a:srgbClr val="595454"/>
                </a:solidFill>
              </a:rPr>
              <a:t>– Not equal to</a:t>
            </a:r>
            <a:br>
              <a:rPr lang="en-US">
                <a:solidFill>
                  <a:srgbClr val="595454"/>
                </a:solidFill>
              </a:rPr>
            </a:br>
            <a:r>
              <a:rPr lang="en-IN" err="1">
                <a:latin typeface="Courier New" panose="02070309020205020404" pitchFamily="49" charset="0"/>
                <a:cs typeface="Courier New" panose="02070309020205020404" pitchFamily="49" charset="0"/>
              </a:rPr>
              <a:t>db.users.find</a:t>
            </a:r>
            <a:r>
              <a:rPr lang="en-IN">
                <a:latin typeface="Courier New" panose="02070309020205020404" pitchFamily="49" charset="0"/>
                <a:cs typeface="Courier New" panose="02070309020205020404" pitchFamily="49" charset="0"/>
              </a:rPr>
              <a:t>({ status: { $ne: "active" } })</a:t>
            </a:r>
            <a:endParaRPr lang="en-IN">
              <a:solidFill>
                <a:srgbClr val="59545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2009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1D867-04FE-A280-4E23-10F37B182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91DECC7E-BBA3-F595-C351-77CC1F13A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Indexing for Performance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1ACD6476-B7D1-DCAE-9A61-D312CFE82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20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C74A5B2D-A085-F3D7-4587-1C94BA7C7E2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A5DBE8EF-C038-DBD7-FC70-949504B78CE8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EF0617A-94DC-31F5-5157-C68004EBC48E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1B1F1B5-C50C-D838-7D7B-1238C52465AB}"/>
              </a:ext>
            </a:extLst>
          </p:cNvPr>
          <p:cNvSpPr txBox="1"/>
          <p:nvPr/>
        </p:nvSpPr>
        <p:spPr>
          <a:xfrm>
            <a:off x="457200" y="1163782"/>
            <a:ext cx="6304793" cy="215444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Improve Query Speed with Indexes</a:t>
            </a:r>
            <a:endParaRPr lang="en-IN" sz="14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BAE547-6B1C-C2D8-844E-7C2FCBD028D9}"/>
              </a:ext>
            </a:extLst>
          </p:cNvPr>
          <p:cNvSpPr txBox="1"/>
          <p:nvPr/>
        </p:nvSpPr>
        <p:spPr>
          <a:xfrm>
            <a:off x="457200" y="1592581"/>
            <a:ext cx="9502140" cy="66941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595454"/>
                </a:solidFill>
              </a:rPr>
              <a:t>Improves query performance by reducing scan time.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rgbClr val="595454"/>
                </a:solidFill>
              </a:rPr>
              <a:t>Uses B-tree data structure for efficient lookups.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B1D47F-C403-F940-D979-C51766A3AA64}"/>
              </a:ext>
            </a:extLst>
          </p:cNvPr>
          <p:cNvSpPr txBox="1"/>
          <p:nvPr/>
        </p:nvSpPr>
        <p:spPr>
          <a:xfrm>
            <a:off x="457200" y="2682240"/>
            <a:ext cx="950214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200">
                <a:solidFill>
                  <a:srgbClr val="00446A"/>
                </a:solidFill>
              </a:rPr>
              <a:t>Create Single Field Index</a:t>
            </a:r>
            <a:br>
              <a:rPr lang="en-US" sz="1200">
                <a:solidFill>
                  <a:srgbClr val="00446A"/>
                </a:solidFill>
              </a:rPr>
            </a:br>
            <a:endParaRPr lang="en-IN" sz="1200">
              <a:solidFill>
                <a:srgbClr val="00446A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38B1FE-BCE3-E4D1-DE1C-CC7D76F5A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900576"/>
            <a:ext cx="4648849" cy="419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DF8929-0ABA-A0E0-6984-CACD733D59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457200" y="3429000"/>
            <a:ext cx="7345680" cy="130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04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87C68B-B884-FD75-DDF0-3A5B0D047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B0A83CE3-6028-C3E2-316F-DCC8C1BFAC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Indexing for Performance…….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A70A3032-6178-EACA-4238-B66301C67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21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0C02BFC9-2716-AD6D-E736-8F93D41FF3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C725806A-3EC8-4B97-18F9-4657C22559D3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9A9B922-F6D2-A3AF-F712-68821F980FEA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08B2A66-5751-3937-5824-B02299472767}"/>
              </a:ext>
            </a:extLst>
          </p:cNvPr>
          <p:cNvSpPr txBox="1"/>
          <p:nvPr/>
        </p:nvSpPr>
        <p:spPr>
          <a:xfrm>
            <a:off x="457200" y="1580742"/>
            <a:ext cx="6304793" cy="58477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Compound Index</a:t>
            </a:r>
            <a:b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IN" sz="120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</a:t>
            </a:r>
            <a:r>
              <a:rPr lang="en-IN" sz="1200" b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compound index</a:t>
            </a:r>
            <a:r>
              <a:rPr lang="en-IN" sz="120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is an index that contains </a:t>
            </a:r>
            <a:r>
              <a:rPr lang="en-IN" sz="1200" b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two or more fields</a:t>
            </a:r>
            <a:r>
              <a:rPr lang="en-IN" sz="120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from a document, allowing MongoDB to efficiently execute queries that use those fields together.</a:t>
            </a:r>
            <a:endParaRPr lang="en-IN" sz="12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5F5B9A-1084-A7F7-13F3-C991813D72F3}"/>
              </a:ext>
            </a:extLst>
          </p:cNvPr>
          <p:cNvSpPr txBox="1"/>
          <p:nvPr/>
        </p:nvSpPr>
        <p:spPr>
          <a:xfrm>
            <a:off x="457200" y="2320267"/>
            <a:ext cx="950214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200">
                <a:solidFill>
                  <a:srgbClr val="00446A"/>
                </a:solidFill>
              </a:rPr>
              <a:t>Creating a compound index</a:t>
            </a:r>
            <a:br>
              <a:rPr lang="en-US" sz="1200">
                <a:solidFill>
                  <a:srgbClr val="00446A"/>
                </a:solidFill>
              </a:rPr>
            </a:br>
            <a:endParaRPr lang="en-IN" sz="1200">
              <a:solidFill>
                <a:srgbClr val="00446A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3B52845-A68C-B66B-47EF-8773A3679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70390"/>
            <a:ext cx="4963218" cy="44773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2012E97-2FCE-81AD-556D-78859B805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69913"/>
            <a:ext cx="4963218" cy="2093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47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7AD1B-8388-7DEC-B9A9-1FC25D7D18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F6C58A7E-BE47-09B1-5056-7FD28B4FB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Indexing for Performance…….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FA3E8F37-A1F2-0C36-7D4E-5C6EFA3AD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22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8D83C150-323F-F1FF-FB23-F7FEBE19E63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B65DABB-C9C1-E06A-3AF1-D8A7748E6B3F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D80C42-64BE-C395-41B2-BBECE7E1C4A4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8DD44C6-533F-9E24-7668-BE7CFD6C974B}"/>
              </a:ext>
            </a:extLst>
          </p:cNvPr>
          <p:cNvSpPr txBox="1"/>
          <p:nvPr/>
        </p:nvSpPr>
        <p:spPr>
          <a:xfrm>
            <a:off x="457200" y="1580742"/>
            <a:ext cx="6304793" cy="58477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Unique Index</a:t>
            </a:r>
            <a:b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IN" sz="120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 </a:t>
            </a:r>
            <a:r>
              <a:rPr lang="en-IN" sz="1200" b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unique index </a:t>
            </a:r>
            <a:r>
              <a:rPr lang="en-IN" sz="1200"/>
              <a:t>ensures that a particular field (or combination of fields) cannot contain duplicate values in a MongoDB collection.</a:t>
            </a:r>
            <a:endParaRPr lang="en-IN" sz="12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B4CD6E-0EDD-9603-4317-921C39171A64}"/>
              </a:ext>
            </a:extLst>
          </p:cNvPr>
          <p:cNvSpPr txBox="1"/>
          <p:nvPr/>
        </p:nvSpPr>
        <p:spPr>
          <a:xfrm>
            <a:off x="457200" y="2320267"/>
            <a:ext cx="950214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200">
                <a:solidFill>
                  <a:srgbClr val="00446A"/>
                </a:solidFill>
              </a:rPr>
              <a:t>Creating a unique index</a:t>
            </a:r>
            <a:endParaRPr lang="en-IN" sz="1200">
              <a:solidFill>
                <a:srgbClr val="00446A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987AB4-F7D8-951A-A229-D0B04C7836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58791"/>
            <a:ext cx="5582429" cy="457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53AF15-6CAA-3B6A-26AD-D242D1D526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137" y="3236627"/>
            <a:ext cx="11357263" cy="2232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366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A5AFF-58CB-580C-4D4E-2E229F912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C4EEC807-A676-C498-45FE-8F5C71B16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Aggregation Framework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1735C19E-DF50-A616-A84A-C1DFAD737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23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CE7947EF-512D-AE9E-3EF7-34A1986A1A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FD2ACF0C-EB0C-A742-F36E-437D649707D9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FCC462-54A1-F2D7-78DB-70767BE5FB2B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FB7FA0-63F2-8282-A930-C10F74CDE11E}"/>
              </a:ext>
            </a:extLst>
          </p:cNvPr>
          <p:cNvSpPr txBox="1"/>
          <p:nvPr/>
        </p:nvSpPr>
        <p:spPr>
          <a:xfrm>
            <a:off x="457200" y="1234440"/>
            <a:ext cx="9441180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200" b="1">
                <a:solidFill>
                  <a:srgbClr val="595454"/>
                </a:solidFill>
              </a:rPr>
              <a:t>Aggregation framework </a:t>
            </a:r>
            <a:r>
              <a:rPr lang="en-US" sz="1200">
                <a:solidFill>
                  <a:srgbClr val="595454"/>
                </a:solidFill>
              </a:rPr>
              <a:t>is a MongoDB feature used to process, transform, filter, group, and analyze data through a sequence of stages called a </a:t>
            </a:r>
            <a:r>
              <a:rPr lang="en-US" sz="1200" b="1">
                <a:solidFill>
                  <a:srgbClr val="595454"/>
                </a:solidFill>
              </a:rPr>
              <a:t>pipeline</a:t>
            </a:r>
            <a:r>
              <a:rPr lang="en-US" sz="1200">
                <a:solidFill>
                  <a:srgbClr val="595454"/>
                </a:solidFill>
              </a:rPr>
              <a:t>.</a:t>
            </a:r>
            <a:endParaRPr lang="en-IN" sz="1200">
              <a:solidFill>
                <a:srgbClr val="595454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721A3C-F39C-E465-4959-CD8BEF6260B3}"/>
              </a:ext>
            </a:extLst>
          </p:cNvPr>
          <p:cNvSpPr txBox="1"/>
          <p:nvPr/>
        </p:nvSpPr>
        <p:spPr>
          <a:xfrm>
            <a:off x="457200" y="1905000"/>
            <a:ext cx="9311640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595454"/>
                </a:solidFill>
              </a:rPr>
              <a:t>$match </a:t>
            </a:r>
            <a:r>
              <a:rPr lang="en-US" sz="1200">
                <a:solidFill>
                  <a:srgbClr val="595454"/>
                </a:solidFill>
              </a:rPr>
              <a:t>– Filter documents based on conditions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595454"/>
                </a:solidFill>
              </a:rPr>
              <a:t>$group </a:t>
            </a:r>
            <a:r>
              <a:rPr lang="en-US" sz="1200">
                <a:solidFill>
                  <a:srgbClr val="595454"/>
                </a:solidFill>
              </a:rPr>
              <a:t>– Group by a field and aggregate values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595454"/>
                </a:solidFill>
              </a:rPr>
              <a:t>$sort </a:t>
            </a:r>
            <a:r>
              <a:rPr lang="en-US" sz="1200">
                <a:solidFill>
                  <a:srgbClr val="595454"/>
                </a:solidFill>
              </a:rPr>
              <a:t>– Sort documents by specified fields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595454"/>
                </a:solidFill>
              </a:rPr>
              <a:t>$project </a:t>
            </a:r>
            <a:r>
              <a:rPr lang="en-US" sz="1200">
                <a:solidFill>
                  <a:srgbClr val="595454"/>
                </a:solidFill>
              </a:rPr>
              <a:t>– Select and reshape specific fields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595454"/>
                </a:solidFill>
              </a:rPr>
              <a:t>$lookup </a:t>
            </a:r>
            <a:r>
              <a:rPr lang="en-US" sz="1200">
                <a:solidFill>
                  <a:srgbClr val="595454"/>
                </a:solidFill>
              </a:rPr>
              <a:t>– Perform joins with other collections.</a:t>
            </a:r>
            <a:endParaRPr lang="en-IN" sz="1200">
              <a:solidFill>
                <a:srgbClr val="595454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E2EA015-34A6-6ABA-C5E4-E9C89B4CBA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2419" y="1884212"/>
            <a:ext cx="5623723" cy="3586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3851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57CF9-F812-4435-5014-23C782787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46996CA5-CD8A-7F7C-78B4-73704136F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Sales Data Aggregation Pipeline example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099FA265-01B1-7994-E71E-F66413070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24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C815FC48-8198-A388-E974-A5CD60F2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593CBCF-7A97-2BC7-E9D1-78A0170BF055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0AD22A7-747B-016D-0BA9-767D42A8DF7C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452545C-8C59-82E9-2E30-4909AE5D9860}"/>
              </a:ext>
            </a:extLst>
          </p:cNvPr>
          <p:cNvSpPr txBox="1"/>
          <p:nvPr/>
        </p:nvSpPr>
        <p:spPr>
          <a:xfrm>
            <a:off x="457200" y="1226820"/>
            <a:ext cx="773430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</a:rPr>
              <a:t>Input collection: </a:t>
            </a:r>
            <a:r>
              <a:rPr lang="en-US" sz="1400" b="1" err="1">
                <a:solidFill>
                  <a:srgbClr val="13AA52"/>
                </a:solidFill>
              </a:rPr>
              <a:t>TRAINING_sales_data</a:t>
            </a:r>
            <a:br>
              <a:rPr lang="en-US" sz="1400" b="1">
                <a:solidFill>
                  <a:srgbClr val="13AA52"/>
                </a:solidFill>
              </a:rPr>
            </a:br>
            <a:endParaRPr lang="en-IN" sz="1400" b="1">
              <a:solidFill>
                <a:srgbClr val="13AA5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A809D0-1780-F794-FA75-6F4BD40C8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" y="1534154"/>
            <a:ext cx="5501641" cy="340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63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C9A493-9B3F-3859-4FEC-FBF43D319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5DBDE22B-58B0-DD29-DB91-8FC44DDCC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Continued….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63F4145E-857D-0151-E29A-7B25C0B89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25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BC44DD33-823A-73C0-17EA-F0C4A76D4F1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9F956B4-147B-730E-AAE0-D0F1198B6EDB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DEFFA7E-5F7C-53BA-E560-5B06F3892DC9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A596BD-F9DF-D3CC-390E-FCA271145539}"/>
              </a:ext>
            </a:extLst>
          </p:cNvPr>
          <p:cNvSpPr txBox="1"/>
          <p:nvPr/>
        </p:nvSpPr>
        <p:spPr>
          <a:xfrm>
            <a:off x="457200" y="1226820"/>
            <a:ext cx="7734300" cy="384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</a:rPr>
              <a:t>$match – Filter by condition</a:t>
            </a:r>
            <a:br>
              <a:rPr lang="en-US" sz="1400" b="1">
                <a:solidFill>
                  <a:srgbClr val="13AA52"/>
                </a:solidFill>
              </a:rPr>
            </a:br>
            <a:r>
              <a:rPr lang="en-IN" sz="1100"/>
              <a:t>Only sales after January 2024:</a:t>
            </a:r>
            <a:endParaRPr lang="en-IN" sz="1100" b="1">
              <a:solidFill>
                <a:srgbClr val="13AA5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193400A-E166-79DB-6469-6FC272F8B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7427"/>
            <a:ext cx="5531627" cy="425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836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63574-F05A-AC83-5C8E-0A2E94C6A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E9CE6D3-4D85-C754-A7E9-5ADB03AF3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Continued….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EDA65142-C72C-898C-F8E2-AAB7ED77C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D2DBF5AE-3957-DFCD-13C8-9DAE9E5606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47E67D9-091D-B5F5-E453-B474272FE8BF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B717D39-0A99-2FFA-0CF5-51F470E0DED3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9C673C-4FB4-8AB8-6D8F-16472E750FEC}"/>
              </a:ext>
            </a:extLst>
          </p:cNvPr>
          <p:cNvSpPr txBox="1"/>
          <p:nvPr/>
        </p:nvSpPr>
        <p:spPr>
          <a:xfrm>
            <a:off x="457200" y="1226820"/>
            <a:ext cx="7734300" cy="384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$group – Aggregate by city</a:t>
            </a:r>
            <a:b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IN" sz="110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Group by city and calculate totals</a:t>
            </a:r>
            <a:endParaRPr lang="en-IN" sz="1100" b="1">
              <a:solidFill>
                <a:srgbClr val="13AA5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00422B-F71B-D58A-F2E2-B92BECF5A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52429"/>
            <a:ext cx="8030696" cy="2981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764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8FD01A-F0A7-B641-CA18-C99AFD876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5C7CBBDC-2289-B927-15A4-EC791362D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Continued….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11F40DF0-D1A3-3E1A-EAB9-562DAA480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27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64EC32F1-A23F-01CC-B77B-1CCFE46003D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897EB948-7EF2-6090-4AE8-12F3798CF75F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04DAEF2-31CF-149D-15E7-D32D5960383B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7C7A5D-E2EC-0226-17F3-A90E9F7DF919}"/>
              </a:ext>
            </a:extLst>
          </p:cNvPr>
          <p:cNvSpPr txBox="1"/>
          <p:nvPr/>
        </p:nvSpPr>
        <p:spPr>
          <a:xfrm>
            <a:off x="457200" y="1226820"/>
            <a:ext cx="7734300" cy="38472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spcBef>
                <a:spcPts val="600"/>
              </a:spcBef>
              <a:spcAft>
                <a:spcPts val="300"/>
              </a:spcAft>
            </a:pPr>
            <a: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$project – Reshape and rename fields</a:t>
            </a:r>
            <a:br>
              <a:rPr lang="en-US" sz="1400" b="1">
                <a:solidFill>
                  <a:srgbClr val="13AA5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</a:br>
            <a:r>
              <a:rPr lang="en-IN" sz="110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Make fields names friendly and add calculations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CFF9B0-B2F6-5778-FABB-768468477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44438"/>
            <a:ext cx="5128476" cy="24999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3791207-68B2-8E3C-F3B4-9366FBD6D182}"/>
              </a:ext>
            </a:extLst>
          </p:cNvPr>
          <p:cNvSpPr txBox="1"/>
          <p:nvPr/>
        </p:nvSpPr>
        <p:spPr>
          <a:xfrm>
            <a:off x="371327" y="4291638"/>
            <a:ext cx="609981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00" b="0" i="1">
                <a:solidFill>
                  <a:srgbClr val="52514E"/>
                </a:solidFill>
                <a:effectLst/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Tip: _id: 0 removes the ID field; $divide creates new fields</a:t>
            </a:r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6B099D-C719-FF8A-CA5D-74B459025891}"/>
              </a:ext>
            </a:extLst>
          </p:cNvPr>
          <p:cNvSpPr txBox="1"/>
          <p:nvPr/>
        </p:nvSpPr>
        <p:spPr>
          <a:xfrm>
            <a:off x="371327" y="4709160"/>
            <a:ext cx="6898153" cy="1323439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txBody>
          <a:bodyPr wrap="square" lIns="0" tIns="0" rIns="0" bIns="0" rtlCol="0">
            <a:spAutoFit/>
          </a:bodyPr>
          <a:lstStyle/>
          <a:p>
            <a:pPr algn="l">
              <a:spcBef>
                <a:spcPts val="600"/>
              </a:spcBef>
              <a:spcAft>
                <a:spcPts val="300"/>
              </a:spcAft>
            </a:pPr>
            <a:r>
              <a:rPr lang="en-US" sz="1200">
                <a:solidFill>
                  <a:srgbClr val="00446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Key concepts to remember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00446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$match early: </a:t>
            </a:r>
            <a:r>
              <a:rPr lang="en-US" sz="1100">
                <a:solidFill>
                  <a:srgbClr val="00446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Filter first to reduce data processed by later stages.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00446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$group combines</a:t>
            </a:r>
            <a:r>
              <a:rPr lang="en-US" sz="1100">
                <a:solidFill>
                  <a:srgbClr val="00446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: Use $sum, $avg, $min, $max, $count to aggregate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00446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$project reshapes: </a:t>
            </a:r>
            <a:r>
              <a:rPr lang="en-US" sz="1100">
                <a:solidFill>
                  <a:srgbClr val="00446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Pick, rename or compute fields for final output.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100" b="1">
                <a:solidFill>
                  <a:srgbClr val="00446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Each stage transforms: </a:t>
            </a:r>
            <a:r>
              <a:rPr lang="en-US" sz="1100">
                <a:solidFill>
                  <a:srgbClr val="00446A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Output of once stage becomes input of next.</a:t>
            </a:r>
            <a:endParaRPr lang="en-IN" sz="1100">
              <a:solidFill>
                <a:srgbClr val="00446A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229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73895-9F5B-0D94-6E61-54718FFCF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0AFC8F6A-E7D2-5AEA-45C1-33965D566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Best practices</a:t>
            </a: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E5BAA05C-E725-04AD-1168-5BA4A11AF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28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D9EC9146-715A-2DAA-D298-7934F52395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9F4BD196-62AC-6746-56BA-4C8B41A839DF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35E1FB3-7F89-73E5-9C0A-7FBC25E7EA67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C53529-19DE-A453-02B5-D8AAF8BD7E5C}"/>
              </a:ext>
            </a:extLst>
          </p:cNvPr>
          <p:cNvSpPr txBox="1"/>
          <p:nvPr/>
        </p:nvSpPr>
        <p:spPr>
          <a:xfrm>
            <a:off x="457200" y="1353087"/>
            <a:ext cx="9631680" cy="30239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1800">
                <a:solidFill>
                  <a:srgbClr val="59545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Always use indexes on frequently queried fields.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59545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Avoid deeply nested structures -  keep schema flat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1800">
                <a:solidFill>
                  <a:srgbClr val="59545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 meaningful </a:t>
            </a:r>
            <a:r>
              <a:rPr lang="en-US">
                <a:solidFill>
                  <a:srgbClr val="59545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field names for clarity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1800">
                <a:solidFill>
                  <a:srgbClr val="59545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Validate data before insertion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59545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Use transaction for multi-document consistency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1800">
                <a:solidFill>
                  <a:srgbClr val="59545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Monitor slow queries and optimize them</a:t>
            </a: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>
                <a:solidFill>
                  <a:srgbClr val="59545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Plan sharding strategy for </a:t>
            </a:r>
            <a:r>
              <a:rPr lang="en-US" err="1">
                <a:solidFill>
                  <a:srgbClr val="59545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scalabilty</a:t>
            </a:r>
            <a:endParaRPr lang="en-US">
              <a:solidFill>
                <a:srgbClr val="595454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pPr marL="285750" indent="-285750" algn="l">
              <a:spcBef>
                <a:spcPts val="600"/>
              </a:spcBef>
              <a:spcAft>
                <a:spcPts val="300"/>
              </a:spcAft>
              <a:buFont typeface="Wingdings" panose="05000000000000000000" pitchFamily="2" charset="2"/>
              <a:buChar char="ü"/>
            </a:pPr>
            <a:r>
              <a:rPr lang="en-US" sz="1800">
                <a:solidFill>
                  <a:srgbClr val="59545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Regular backups and disaster recover</a:t>
            </a:r>
            <a:r>
              <a:rPr lang="en-US">
                <a:solidFill>
                  <a:srgbClr val="595454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y plan</a:t>
            </a:r>
            <a:endParaRPr lang="en-IN" sz="1800">
              <a:solidFill>
                <a:srgbClr val="595454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784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B7783-8336-ADC1-60D9-5B4FCAAD6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95EAB57B-431E-5DB7-2AC9-D38C7B2CE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57200"/>
            <a:ext cx="11277600" cy="496800"/>
          </a:xfrm>
          <a:solidFill>
            <a:srgbClr val="00446A"/>
          </a:solidFill>
          <a:ln/>
        </p:spPr>
        <p:txBody>
          <a:bodyPr anchor="ctr"/>
          <a:lstStyle/>
          <a:p>
            <a:pPr algn="just"/>
            <a:r>
              <a:rPr lang="en-US" sz="1800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Tools and </a:t>
            </a:r>
            <a:r>
              <a:rPr lang="en-US" sz="1800" b="1" err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resouces</a:t>
            </a:r>
            <a:endParaRPr lang="en-US" sz="1800" b="1">
              <a:solidFill>
                <a:schemeClr val="bg2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1" name="Slide Number Placeholder 7">
            <a:extLst>
              <a:ext uri="{FF2B5EF4-FFF2-40B4-BE49-F238E27FC236}">
                <a16:creationId xmlns:a16="http://schemas.microsoft.com/office/drawing/2014/main" id="{46426782-AD5A-F431-D799-75397EDA0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58400" y="6312529"/>
            <a:ext cx="774000" cy="108000"/>
          </a:xfrm>
        </p:spPr>
        <p:txBody>
          <a:bodyPr/>
          <a:lstStyle/>
          <a:p>
            <a:fld id="{23AA811B-2EBD-4900-905E-5BE206449611}" type="slidenum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29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2" name="Date Placeholder 8">
            <a:extLst>
              <a:ext uri="{FF2B5EF4-FFF2-40B4-BE49-F238E27FC236}">
                <a16:creationId xmlns:a16="http://schemas.microsoft.com/office/drawing/2014/main" id="{9388248D-3737-E823-808B-796BF5E927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fld id="{12BF0955-E111-49E5-806D-9FAAAF2C0916}" type="datetime1">
              <a:rPr lang="en-US" smtClean="0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pPr/>
              <a:t>9/3/2026</a:t>
            </a:fld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2E215668-F741-C6CC-8D82-027CCD1424A7}"/>
              </a:ext>
            </a:extLst>
          </p:cNvPr>
          <p:cNvSpPr txBox="1">
            <a:spLocks/>
          </p:cNvSpPr>
          <p:nvPr/>
        </p:nvSpPr>
        <p:spPr>
          <a:xfrm>
            <a:off x="457200" y="103408"/>
            <a:ext cx="6013937" cy="28998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800" b="1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98B918D-887F-DC5B-05AA-9EBDE08E7D6C}"/>
              </a:ext>
            </a:extLst>
          </p:cNvPr>
          <p:cNvSpPr/>
          <p:nvPr/>
        </p:nvSpPr>
        <p:spPr>
          <a:xfrm>
            <a:off x="9077325" y="6575279"/>
            <a:ext cx="3114676" cy="28272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>
              <a:spcBef>
                <a:spcPts val="600"/>
              </a:spcBef>
              <a:spcAft>
                <a:spcPts val="300"/>
              </a:spcAft>
            </a:pPr>
            <a:endParaRPr lang="en-US" sz="1200" i="1">
              <a:solidFill>
                <a:schemeClr val="bg1"/>
              </a:solidFill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DA169246-D488-767A-0E9B-CF51B6AEAC5E}"/>
              </a:ext>
            </a:extLst>
          </p:cNvPr>
          <p:cNvSpPr/>
          <p:nvPr/>
        </p:nvSpPr>
        <p:spPr>
          <a:xfrm>
            <a:off x="1689653" y="1790509"/>
            <a:ext cx="8229600" cy="457200"/>
          </a:xfrm>
          <a:prstGeom prst="rect">
            <a:avLst/>
          </a:prstGeom>
          <a:solidFill>
            <a:srgbClr val="E8F4F8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E377CD10-8AF1-BC68-B32A-B360D465C930}"/>
              </a:ext>
            </a:extLst>
          </p:cNvPr>
          <p:cNvSpPr/>
          <p:nvPr/>
        </p:nvSpPr>
        <p:spPr>
          <a:xfrm>
            <a:off x="1872533" y="183622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A4EF"/>
                </a:solidFill>
              </a:rPr>
              <a:t>MongoDB Shell (mongosh)</a:t>
            </a:r>
            <a:endParaRPr lang="en-US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CDDCC4F-4B58-93F0-7315-0E6FEBAE5EBD}"/>
              </a:ext>
            </a:extLst>
          </p:cNvPr>
          <p:cNvSpPr/>
          <p:nvPr/>
        </p:nvSpPr>
        <p:spPr>
          <a:xfrm>
            <a:off x="4615733" y="1836229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2B2B2B"/>
                </a:solidFill>
              </a:rPr>
              <a:t>Command-line interface for MongoDB</a:t>
            </a:r>
            <a:endParaRPr lang="en-US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66A44CAC-A50B-FC3B-3FC2-247E6949A07B}"/>
              </a:ext>
            </a:extLst>
          </p:cNvPr>
          <p:cNvSpPr/>
          <p:nvPr/>
        </p:nvSpPr>
        <p:spPr>
          <a:xfrm>
            <a:off x="1689653" y="2339149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1DD58C3E-89D0-C11E-2449-6E62A7614DE0}"/>
              </a:ext>
            </a:extLst>
          </p:cNvPr>
          <p:cNvSpPr/>
          <p:nvPr/>
        </p:nvSpPr>
        <p:spPr>
          <a:xfrm>
            <a:off x="1872533" y="238486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A4EF"/>
                </a:solidFill>
              </a:rPr>
              <a:t>MongoDB Compass</a:t>
            </a:r>
            <a:endParaRPr lang="en-US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1B0568D3-D8CF-1EB5-532A-0A7361FA64F2}"/>
              </a:ext>
            </a:extLst>
          </p:cNvPr>
          <p:cNvSpPr/>
          <p:nvPr/>
        </p:nvSpPr>
        <p:spPr>
          <a:xfrm>
            <a:off x="4615733" y="2384869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2B2B2B"/>
                </a:solidFill>
              </a:rPr>
              <a:t>GUI for querying and data visualization</a:t>
            </a:r>
            <a:endParaRPr lang="en-US"/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5F36CC0B-F621-5329-4CEC-031A9F4EFEA4}"/>
              </a:ext>
            </a:extLst>
          </p:cNvPr>
          <p:cNvSpPr/>
          <p:nvPr/>
        </p:nvSpPr>
        <p:spPr>
          <a:xfrm>
            <a:off x="1689653" y="2887789"/>
            <a:ext cx="8229600" cy="457200"/>
          </a:xfrm>
          <a:prstGeom prst="rect">
            <a:avLst/>
          </a:prstGeom>
          <a:solidFill>
            <a:srgbClr val="E8F4F8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8">
            <a:extLst>
              <a:ext uri="{FF2B5EF4-FFF2-40B4-BE49-F238E27FC236}">
                <a16:creationId xmlns:a16="http://schemas.microsoft.com/office/drawing/2014/main" id="{4C86381E-556E-EA42-3074-355A845CC59C}"/>
              </a:ext>
            </a:extLst>
          </p:cNvPr>
          <p:cNvSpPr/>
          <p:nvPr/>
        </p:nvSpPr>
        <p:spPr>
          <a:xfrm>
            <a:off x="1872533" y="293350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A4EF"/>
                </a:solidFill>
              </a:rPr>
              <a:t>MongoDB Atlas</a:t>
            </a:r>
            <a:endParaRPr lang="en-US"/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30BA1583-6EA2-DE4F-AA9B-96E5AD9FF49A}"/>
              </a:ext>
            </a:extLst>
          </p:cNvPr>
          <p:cNvSpPr/>
          <p:nvPr/>
        </p:nvSpPr>
        <p:spPr>
          <a:xfrm>
            <a:off x="4615733" y="2933509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2B2B2B"/>
                </a:solidFill>
              </a:rPr>
              <a:t>Cloud-hosted MongoDB service (free tier available)</a:t>
            </a:r>
            <a:endParaRPr lang="en-US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8B2445E8-B5D2-B5FF-CC9F-8A5DF3FF351A}"/>
              </a:ext>
            </a:extLst>
          </p:cNvPr>
          <p:cNvSpPr/>
          <p:nvPr/>
        </p:nvSpPr>
        <p:spPr>
          <a:xfrm>
            <a:off x="1689653" y="3436429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11">
            <a:extLst>
              <a:ext uri="{FF2B5EF4-FFF2-40B4-BE49-F238E27FC236}">
                <a16:creationId xmlns:a16="http://schemas.microsoft.com/office/drawing/2014/main" id="{2CC831B1-DB66-B519-0D2A-4177AC2F447E}"/>
              </a:ext>
            </a:extLst>
          </p:cNvPr>
          <p:cNvSpPr/>
          <p:nvPr/>
        </p:nvSpPr>
        <p:spPr>
          <a:xfrm>
            <a:off x="1872533" y="348214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A4EF"/>
                </a:solidFill>
              </a:rPr>
              <a:t>Official Drivers</a:t>
            </a:r>
            <a:endParaRPr lang="en-US"/>
          </a:p>
        </p:txBody>
      </p:sp>
      <p:sp>
        <p:nvSpPr>
          <p:cNvPr id="32" name="Text 12">
            <a:extLst>
              <a:ext uri="{FF2B5EF4-FFF2-40B4-BE49-F238E27FC236}">
                <a16:creationId xmlns:a16="http://schemas.microsoft.com/office/drawing/2014/main" id="{1FF71A52-8E91-AC88-751D-DABC35528128}"/>
              </a:ext>
            </a:extLst>
          </p:cNvPr>
          <p:cNvSpPr/>
          <p:nvPr/>
        </p:nvSpPr>
        <p:spPr>
          <a:xfrm>
            <a:off x="4615733" y="3482149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2B2B2B"/>
                </a:solidFill>
              </a:rPr>
              <a:t>Node.js, Python, Java, Go, C#, Ruby, etc.</a:t>
            </a:r>
            <a:endParaRPr lang="en-US"/>
          </a:p>
        </p:txBody>
      </p:sp>
      <p:sp>
        <p:nvSpPr>
          <p:cNvPr id="34" name="Shape 13">
            <a:extLst>
              <a:ext uri="{FF2B5EF4-FFF2-40B4-BE49-F238E27FC236}">
                <a16:creationId xmlns:a16="http://schemas.microsoft.com/office/drawing/2014/main" id="{C5D629AB-11AF-DA72-52CA-A1AD41CF1110}"/>
              </a:ext>
            </a:extLst>
          </p:cNvPr>
          <p:cNvSpPr/>
          <p:nvPr/>
        </p:nvSpPr>
        <p:spPr>
          <a:xfrm>
            <a:off x="1689653" y="3985069"/>
            <a:ext cx="8229600" cy="457200"/>
          </a:xfrm>
          <a:prstGeom prst="rect">
            <a:avLst/>
          </a:prstGeom>
          <a:solidFill>
            <a:srgbClr val="E8F4F8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55D5353D-4D9B-985D-9371-CA5712349FC4}"/>
              </a:ext>
            </a:extLst>
          </p:cNvPr>
          <p:cNvSpPr/>
          <p:nvPr/>
        </p:nvSpPr>
        <p:spPr>
          <a:xfrm>
            <a:off x="1872533" y="403078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A4EF"/>
                </a:solidFill>
              </a:rPr>
              <a:t>MongoDB University</a:t>
            </a:r>
            <a:endParaRPr lang="en-US"/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7C1C3964-6526-8CC7-6A1B-755BFE945529}"/>
              </a:ext>
            </a:extLst>
          </p:cNvPr>
          <p:cNvSpPr/>
          <p:nvPr/>
        </p:nvSpPr>
        <p:spPr>
          <a:xfrm>
            <a:off x="4615733" y="4030789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2B2B2B"/>
                </a:solidFill>
              </a:rPr>
              <a:t>Free online courses and certifications</a:t>
            </a:r>
            <a:endParaRPr lang="en-US"/>
          </a:p>
        </p:txBody>
      </p:sp>
      <p:sp>
        <p:nvSpPr>
          <p:cNvPr id="40" name="Shape 16">
            <a:extLst>
              <a:ext uri="{FF2B5EF4-FFF2-40B4-BE49-F238E27FC236}">
                <a16:creationId xmlns:a16="http://schemas.microsoft.com/office/drawing/2014/main" id="{B72117FB-5C37-C9D0-2BC3-3F81C2AD06C0}"/>
              </a:ext>
            </a:extLst>
          </p:cNvPr>
          <p:cNvSpPr/>
          <p:nvPr/>
        </p:nvSpPr>
        <p:spPr>
          <a:xfrm>
            <a:off x="1689653" y="4533709"/>
            <a:ext cx="82296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00A4E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17">
            <a:extLst>
              <a:ext uri="{FF2B5EF4-FFF2-40B4-BE49-F238E27FC236}">
                <a16:creationId xmlns:a16="http://schemas.microsoft.com/office/drawing/2014/main" id="{657B10E2-E376-0C57-75E5-DEE64B15C62A}"/>
              </a:ext>
            </a:extLst>
          </p:cNvPr>
          <p:cNvSpPr/>
          <p:nvPr/>
        </p:nvSpPr>
        <p:spPr>
          <a:xfrm>
            <a:off x="1872533" y="4579429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>
                <a:solidFill>
                  <a:srgbClr val="00A4EF"/>
                </a:solidFill>
              </a:rPr>
              <a:t>Documentation</a:t>
            </a:r>
            <a:endParaRPr lang="en-US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C5C13C72-12CF-FADD-37DB-769C07303BA6}"/>
              </a:ext>
            </a:extLst>
          </p:cNvPr>
          <p:cNvSpPr/>
          <p:nvPr/>
        </p:nvSpPr>
        <p:spPr>
          <a:xfrm>
            <a:off x="4615733" y="4579429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>
                <a:solidFill>
                  <a:srgbClr val="2B2B2B"/>
                </a:solidFill>
              </a:rPr>
              <a:t>docs.mongodb.com - comprehensive reference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205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448"/>
    </mc:Choice>
    <mc:Fallback xmlns="">
      <p:transition spd="slow" advTm="75448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1: What does _id in MongoDB represent?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75360" y="182880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User ID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" y="219456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Unique Identifier (automatically created)</a:t>
            </a:r>
          </a:p>
        </p:txBody>
      </p:sp>
      <p:sp>
        <p:nvSpPr>
          <p:cNvPr id="7" name="Text 5"/>
          <p:cNvSpPr/>
          <p:nvPr/>
        </p:nvSpPr>
        <p:spPr>
          <a:xfrm>
            <a:off x="975360" y="256032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Collection ID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5360" y="292608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Database ID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365760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2: Which is correct comparison?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360" y="414528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Database ≈ Table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360" y="451104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Collection ≈ Table ✓</a:t>
            </a:r>
          </a:p>
        </p:txBody>
      </p:sp>
      <p:sp>
        <p:nvSpPr>
          <p:cNvPr id="12" name="Text 10"/>
          <p:cNvSpPr/>
          <p:nvPr/>
        </p:nvSpPr>
        <p:spPr>
          <a:xfrm>
            <a:off x="975360" y="487680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Document ≈ Column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75360" y="524256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Field ≈ Row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72F88B87-0ED8-3B5A-6CAA-523CAC610382}"/>
              </a:ext>
            </a:extLst>
          </p:cNvPr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solidFill>
            <a:srgbClr val="00446A"/>
          </a:solidFill>
          <a:ln/>
        </p:spPr>
        <p:txBody>
          <a:bodyPr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Quick Quiz - CRUD Operations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6E745-F95D-F5FE-F126-D29E15109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3628148-B503-1902-7775-A67AE08F7FB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4A8315-95A3-F217-BDCD-CA468BDF07EC}"/>
              </a:ext>
            </a:extLst>
          </p:cNvPr>
          <p:cNvSpPr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1: What does _id in MongoDB represent?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623F008-4506-539C-0CD6-B0FAC815C136}"/>
              </a:ext>
            </a:extLst>
          </p:cNvPr>
          <p:cNvSpPr/>
          <p:nvPr/>
        </p:nvSpPr>
        <p:spPr>
          <a:xfrm>
            <a:off x="975360" y="182880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User ID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B3F23A2E-4FCF-22CE-277E-CB4D35130A15}"/>
              </a:ext>
            </a:extLst>
          </p:cNvPr>
          <p:cNvSpPr/>
          <p:nvPr/>
        </p:nvSpPr>
        <p:spPr>
          <a:xfrm>
            <a:off x="975360" y="219456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107C1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Unique Identifier (automatically created) ✓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2DD3642-5798-76AA-DD38-96D19916280F}"/>
              </a:ext>
            </a:extLst>
          </p:cNvPr>
          <p:cNvSpPr/>
          <p:nvPr/>
        </p:nvSpPr>
        <p:spPr>
          <a:xfrm>
            <a:off x="975360" y="256032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Collection ID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885AF93-B980-CE70-2104-112DF3EB3BED}"/>
              </a:ext>
            </a:extLst>
          </p:cNvPr>
          <p:cNvSpPr/>
          <p:nvPr/>
        </p:nvSpPr>
        <p:spPr>
          <a:xfrm>
            <a:off x="975360" y="292608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Database ID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D5950C4-216F-DDA8-1CBC-4687D579B2F8}"/>
              </a:ext>
            </a:extLst>
          </p:cNvPr>
          <p:cNvSpPr/>
          <p:nvPr/>
        </p:nvSpPr>
        <p:spPr>
          <a:xfrm>
            <a:off x="609600" y="365760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2: Which is correct comparison?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8A49869-20C2-428D-6AF6-4922956A2D08}"/>
              </a:ext>
            </a:extLst>
          </p:cNvPr>
          <p:cNvSpPr/>
          <p:nvPr/>
        </p:nvSpPr>
        <p:spPr>
          <a:xfrm>
            <a:off x="975360" y="414528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Database ≈ Table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F38C275-0C18-C720-5D4F-D3648F6E47D6}"/>
              </a:ext>
            </a:extLst>
          </p:cNvPr>
          <p:cNvSpPr/>
          <p:nvPr/>
        </p:nvSpPr>
        <p:spPr>
          <a:xfrm>
            <a:off x="975360" y="451104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107C1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Collection ≈ Table ✓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A6C3654-A1F0-CCD4-BEDD-058C7DA44C63}"/>
              </a:ext>
            </a:extLst>
          </p:cNvPr>
          <p:cNvSpPr/>
          <p:nvPr/>
        </p:nvSpPr>
        <p:spPr>
          <a:xfrm>
            <a:off x="975360" y="487680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Document ≈ Column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854DA65-B39C-278C-9B2A-6F7AD79CE5CA}"/>
              </a:ext>
            </a:extLst>
          </p:cNvPr>
          <p:cNvSpPr/>
          <p:nvPr/>
        </p:nvSpPr>
        <p:spPr>
          <a:xfrm>
            <a:off x="975360" y="524256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Field ≈ Row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47CA1794-3A60-771C-2B39-CBEC92DB28E4}"/>
              </a:ext>
            </a:extLst>
          </p:cNvPr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solidFill>
            <a:srgbClr val="00446A"/>
          </a:solidFill>
          <a:ln/>
        </p:spPr>
        <p:txBody>
          <a:bodyPr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Quick Quiz - CRUD Operations</a:t>
            </a:r>
          </a:p>
        </p:txBody>
      </p:sp>
    </p:spTree>
    <p:extLst>
      <p:ext uri="{BB962C8B-B14F-4D97-AF65-F5344CB8AC3E}">
        <p14:creationId xmlns:p14="http://schemas.microsoft.com/office/powerpoint/2010/main" val="2074093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solidFill>
            <a:srgbClr val="00446A"/>
          </a:solidFill>
          <a:ln/>
        </p:spPr>
        <p:txBody>
          <a:bodyPr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Quick Quiz - CRUD Operations</a:t>
            </a:r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1: Which command inserts multiple documents?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75360" y="182880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insert()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" y="219456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insertOne()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75360" y="256032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</a:t>
            </a:r>
            <a:r>
              <a:rPr lang="en-US" err="1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insertMany</a:t>
            </a:r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</a:t>
            </a:r>
          </a:p>
        </p:txBody>
      </p:sp>
      <p:sp>
        <p:nvSpPr>
          <p:cNvPr id="8" name="Text 6"/>
          <p:cNvSpPr/>
          <p:nvPr/>
        </p:nvSpPr>
        <p:spPr>
          <a:xfrm>
            <a:off x="975360" y="292608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addMany()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31699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2: What's WRONG with this update?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09600" y="3657600"/>
            <a:ext cx="5303520" cy="185928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92480" y="3840480"/>
            <a:ext cx="512064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db.users.updateOne(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{ _id: 1 },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{ name: "John" }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39840" y="365760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Syntax is correct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339840" y="402336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Missing $set operator</a:t>
            </a:r>
          </a:p>
        </p:txBody>
      </p:sp>
      <p:sp>
        <p:nvSpPr>
          <p:cNvPr id="14" name="Text 12"/>
          <p:cNvSpPr/>
          <p:nvPr/>
        </p:nvSpPr>
        <p:spPr>
          <a:xfrm>
            <a:off x="6339840" y="438912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_id cannot be used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39840" y="475488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updateOne doesn't exist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E2B1F7-AFCF-E09F-A6A4-47C3C9CF9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FCE50C6-CDB3-B123-3155-9EFD137ADE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3905F52-3159-8455-F93C-AA6504077D9B}"/>
              </a:ext>
            </a:extLst>
          </p:cNvPr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solidFill>
            <a:srgbClr val="00446A"/>
          </a:solidFill>
          <a:ln/>
        </p:spPr>
        <p:txBody>
          <a:bodyPr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Quick Quiz - CRUD Operations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ABE2F77-6B40-E70B-77F8-77596EB4E8A9}"/>
              </a:ext>
            </a:extLst>
          </p:cNvPr>
          <p:cNvSpPr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1: Which command inserts multiple documents?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A08571A-35A4-D3C7-1E59-58DC4CDC7A9A}"/>
              </a:ext>
            </a:extLst>
          </p:cNvPr>
          <p:cNvSpPr/>
          <p:nvPr/>
        </p:nvSpPr>
        <p:spPr>
          <a:xfrm>
            <a:off x="975360" y="182880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insert()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A9D4855-151F-466A-EB8F-06ACB365F944}"/>
              </a:ext>
            </a:extLst>
          </p:cNvPr>
          <p:cNvSpPr/>
          <p:nvPr/>
        </p:nvSpPr>
        <p:spPr>
          <a:xfrm>
            <a:off x="975360" y="219456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insertOne()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1D2C4A9-E67C-5F3B-659C-BCCF9C390BA3}"/>
              </a:ext>
            </a:extLst>
          </p:cNvPr>
          <p:cNvSpPr/>
          <p:nvPr/>
        </p:nvSpPr>
        <p:spPr>
          <a:xfrm>
            <a:off x="975360" y="256032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107C1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</a:t>
            </a:r>
            <a:r>
              <a:rPr lang="en-US" err="1">
                <a:solidFill>
                  <a:srgbClr val="107C1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insertMany</a:t>
            </a:r>
            <a:r>
              <a:rPr lang="en-US">
                <a:solidFill>
                  <a:srgbClr val="107C1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() ✓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6E1AA38-87F9-7812-93A2-7FF14DB65007}"/>
              </a:ext>
            </a:extLst>
          </p:cNvPr>
          <p:cNvSpPr/>
          <p:nvPr/>
        </p:nvSpPr>
        <p:spPr>
          <a:xfrm>
            <a:off x="975360" y="292608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addMany()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0304A3F-630E-3516-EEBE-3D685CAB8192}"/>
              </a:ext>
            </a:extLst>
          </p:cNvPr>
          <p:cNvSpPr/>
          <p:nvPr/>
        </p:nvSpPr>
        <p:spPr>
          <a:xfrm>
            <a:off x="609600" y="31699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2: What's WRONG with this update?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ED4DE699-744C-ED1D-F4A5-46CD3D07464D}"/>
              </a:ext>
            </a:extLst>
          </p:cNvPr>
          <p:cNvSpPr/>
          <p:nvPr/>
        </p:nvSpPr>
        <p:spPr>
          <a:xfrm>
            <a:off x="609600" y="3657600"/>
            <a:ext cx="5303520" cy="1859280"/>
          </a:xfrm>
          <a:prstGeom prst="rect">
            <a:avLst/>
          </a:prstGeom>
          <a:solidFill>
            <a:srgbClr val="F5F5F5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975E522-312B-B890-46AB-8D72B4A9184B}"/>
              </a:ext>
            </a:extLst>
          </p:cNvPr>
          <p:cNvSpPr/>
          <p:nvPr/>
        </p:nvSpPr>
        <p:spPr>
          <a:xfrm>
            <a:off x="792480" y="3840480"/>
            <a:ext cx="5120640" cy="60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db.users.updateOne(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{ _id: 1 },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{ name: "John" }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)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A0E464D-FEFA-6E1E-E2A6-571A694A093C}"/>
              </a:ext>
            </a:extLst>
          </p:cNvPr>
          <p:cNvSpPr/>
          <p:nvPr/>
        </p:nvSpPr>
        <p:spPr>
          <a:xfrm>
            <a:off x="6339840" y="365760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Syntax is correct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147FC016-824B-008F-94D6-9A0D365297B7}"/>
              </a:ext>
            </a:extLst>
          </p:cNvPr>
          <p:cNvSpPr/>
          <p:nvPr/>
        </p:nvSpPr>
        <p:spPr>
          <a:xfrm>
            <a:off x="6339840" y="402336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D1343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Missing $set operator ✓ ⚠️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0633152-2B69-4931-5444-65416AA563EE}"/>
              </a:ext>
            </a:extLst>
          </p:cNvPr>
          <p:cNvSpPr/>
          <p:nvPr/>
        </p:nvSpPr>
        <p:spPr>
          <a:xfrm>
            <a:off x="6339840" y="438912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_id cannot be used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C920391-39B2-0FE5-6124-C2F63AF115E3}"/>
              </a:ext>
            </a:extLst>
          </p:cNvPr>
          <p:cNvSpPr/>
          <p:nvPr/>
        </p:nvSpPr>
        <p:spPr>
          <a:xfrm>
            <a:off x="6339840" y="4754880"/>
            <a:ext cx="524256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updateOne doesn't exist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8204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solidFill>
            <a:srgbClr val="00446A"/>
          </a:solidFill>
          <a:ln/>
        </p:spPr>
        <p:txBody>
          <a:bodyPr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Quick Quiz - Query Operators</a:t>
            </a:r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1: What does $and operator do?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75360" y="182880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Matches if ANY condition is true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" y="219456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Matches if ALL conditions are true</a:t>
            </a:r>
          </a:p>
        </p:txBody>
      </p:sp>
      <p:sp>
        <p:nvSpPr>
          <p:cNvPr id="7" name="Text 5"/>
          <p:cNvSpPr/>
          <p:nvPr/>
        </p:nvSpPr>
        <p:spPr>
          <a:xfrm>
            <a:off x="975360" y="256032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Counts total conditions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5360" y="292608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Combines results from two queries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365760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2: Which is cleaner &amp; faster?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09600" y="4084320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 finding users from Mumbai, Delhi, or Bangalore?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360" y="4572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Using $or with 3 conditions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5360" y="50596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Using $in: ["Mumbai", "Delhi", "Bangalore"]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B99D5-565E-97C7-B543-E3C182FF4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BB838DB-85C5-56E1-413C-669E070DAD5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15B7477-F5F5-0FD5-0680-2837A77B2AE1}"/>
              </a:ext>
            </a:extLst>
          </p:cNvPr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solidFill>
            <a:srgbClr val="00446A"/>
          </a:solidFill>
          <a:ln/>
        </p:spPr>
        <p:txBody>
          <a:bodyPr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Quick Quiz - Query Operators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B779E1C-5CE1-0C53-485B-E5B6D8906539}"/>
              </a:ext>
            </a:extLst>
          </p:cNvPr>
          <p:cNvSpPr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1: What does $and operator do?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4F13EFC-58E8-5979-7529-34F4BF2F0F95}"/>
              </a:ext>
            </a:extLst>
          </p:cNvPr>
          <p:cNvSpPr/>
          <p:nvPr/>
        </p:nvSpPr>
        <p:spPr>
          <a:xfrm>
            <a:off x="975360" y="182880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Matches if ANY condition is true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334AD37-4513-6471-7895-8EF4D7260E5B}"/>
              </a:ext>
            </a:extLst>
          </p:cNvPr>
          <p:cNvSpPr/>
          <p:nvPr/>
        </p:nvSpPr>
        <p:spPr>
          <a:xfrm>
            <a:off x="975360" y="219456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107C1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Matches if ALL conditions are true ✓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A7CB045-5ABD-BACC-959D-A7FE1C65CFF3}"/>
              </a:ext>
            </a:extLst>
          </p:cNvPr>
          <p:cNvSpPr/>
          <p:nvPr/>
        </p:nvSpPr>
        <p:spPr>
          <a:xfrm>
            <a:off x="975360" y="256032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Counts total conditions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755F661-EA95-E6C5-5578-93C05F9BB31C}"/>
              </a:ext>
            </a:extLst>
          </p:cNvPr>
          <p:cNvSpPr/>
          <p:nvPr/>
        </p:nvSpPr>
        <p:spPr>
          <a:xfrm>
            <a:off x="975360" y="292608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Combines results from two queries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A8B55ED-3D8E-18A4-CEFD-FDB69483445C}"/>
              </a:ext>
            </a:extLst>
          </p:cNvPr>
          <p:cNvSpPr/>
          <p:nvPr/>
        </p:nvSpPr>
        <p:spPr>
          <a:xfrm>
            <a:off x="609600" y="365760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2: Which is cleaner &amp; faster?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4B87309-A6A2-F023-9BEC-24DC02E78639}"/>
              </a:ext>
            </a:extLst>
          </p:cNvPr>
          <p:cNvSpPr/>
          <p:nvPr/>
        </p:nvSpPr>
        <p:spPr>
          <a:xfrm>
            <a:off x="609600" y="4084320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666666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For finding users from Mumbai, Delhi, or Bangalore?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CFFB608-85CB-32AC-7607-61D5852BD79A}"/>
              </a:ext>
            </a:extLst>
          </p:cNvPr>
          <p:cNvSpPr/>
          <p:nvPr/>
        </p:nvSpPr>
        <p:spPr>
          <a:xfrm>
            <a:off x="975360" y="457200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Using $or with 3 conditions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A2D19CD-E535-394A-0177-B68A3D7E3CF2}"/>
              </a:ext>
            </a:extLst>
          </p:cNvPr>
          <p:cNvSpPr/>
          <p:nvPr/>
        </p:nvSpPr>
        <p:spPr>
          <a:xfrm>
            <a:off x="975360" y="505968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107C1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Using $in: ["Mumbai", "Delhi", "Bangalore"] ✓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6273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solidFill>
            <a:srgbClr val="00446A"/>
          </a:solidFill>
          <a:ln/>
        </p:spPr>
        <p:txBody>
          <a:bodyPr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Quick Quiz - Aggregation Pipeline</a:t>
            </a:r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1: Best pipeline stage order?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75360" y="182880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$group → $match → $sort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75360" y="219456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$match → $group → $sort</a:t>
            </a:r>
          </a:p>
        </p:txBody>
      </p:sp>
      <p:sp>
        <p:nvSpPr>
          <p:cNvPr id="7" name="Text 5"/>
          <p:cNvSpPr/>
          <p:nvPr/>
        </p:nvSpPr>
        <p:spPr>
          <a:xfrm>
            <a:off x="975360" y="256032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$sort → $match → $group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75360" y="292608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Any order works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341376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2: Which stage reshapes documents?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75360" y="390144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$match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75360" y="426720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$group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75360" y="463296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$project</a:t>
            </a:r>
          </a:p>
        </p:txBody>
      </p:sp>
      <p:sp>
        <p:nvSpPr>
          <p:cNvPr id="13" name="Text 11"/>
          <p:cNvSpPr/>
          <p:nvPr/>
        </p:nvSpPr>
        <p:spPr>
          <a:xfrm>
            <a:off x="975360" y="499872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$sort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FCC37-4C44-959A-54E5-73BD71AE52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515B7A6-9B9D-AFB7-3B2E-54DD8440854E}"/>
              </a:ext>
            </a:extLst>
          </p:cNvPr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solidFill>
            <a:srgbClr val="00446A"/>
          </a:solidFill>
          <a:ln/>
        </p:spPr>
        <p:txBody>
          <a:bodyPr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Quick Quiz - Aggregation Pipeline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21BBA86-3B84-73AE-AD78-F5D3F3A74EF9}"/>
              </a:ext>
            </a:extLst>
          </p:cNvPr>
          <p:cNvSpPr/>
          <p:nvPr/>
        </p:nvSpPr>
        <p:spPr>
          <a:xfrm>
            <a:off x="609600" y="13411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1: Best pipeline stage order?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501426A-D804-29CC-F3A4-B74CC5497834}"/>
              </a:ext>
            </a:extLst>
          </p:cNvPr>
          <p:cNvSpPr/>
          <p:nvPr/>
        </p:nvSpPr>
        <p:spPr>
          <a:xfrm>
            <a:off x="975360" y="182880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$group → $match → $sort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EEEF11A-BC67-E6AF-E219-76B6E88D8D1B}"/>
              </a:ext>
            </a:extLst>
          </p:cNvPr>
          <p:cNvSpPr/>
          <p:nvPr/>
        </p:nvSpPr>
        <p:spPr>
          <a:xfrm>
            <a:off x="975360" y="219456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107C1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$match → $group → $sort ✓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049EF49-FFBE-505A-6454-7F7B539BEF2E}"/>
              </a:ext>
            </a:extLst>
          </p:cNvPr>
          <p:cNvSpPr/>
          <p:nvPr/>
        </p:nvSpPr>
        <p:spPr>
          <a:xfrm>
            <a:off x="975360" y="256032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$sort → $match → $group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99F67BA0-F046-3213-AFE9-D9B15A6BF89A}"/>
              </a:ext>
            </a:extLst>
          </p:cNvPr>
          <p:cNvSpPr/>
          <p:nvPr/>
        </p:nvSpPr>
        <p:spPr>
          <a:xfrm>
            <a:off x="975360" y="292608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Any order works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9B07D47-280D-246F-CEEF-7DE463D2A33D}"/>
              </a:ext>
            </a:extLst>
          </p:cNvPr>
          <p:cNvSpPr/>
          <p:nvPr/>
        </p:nvSpPr>
        <p:spPr>
          <a:xfrm>
            <a:off x="609600" y="341376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Question 2: Which stage reshapes documents?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92D870A-8EB4-DCE7-CA2D-A47AA030D24E}"/>
              </a:ext>
            </a:extLst>
          </p:cNvPr>
          <p:cNvSpPr/>
          <p:nvPr/>
        </p:nvSpPr>
        <p:spPr>
          <a:xfrm>
            <a:off x="975360" y="390144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A) $match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477820F-E88E-A3FE-143E-317485B4A028}"/>
              </a:ext>
            </a:extLst>
          </p:cNvPr>
          <p:cNvSpPr/>
          <p:nvPr/>
        </p:nvSpPr>
        <p:spPr>
          <a:xfrm>
            <a:off x="975360" y="426720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B) $group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0A3AE71E-74D3-406B-0E26-80ECB6F94753}"/>
              </a:ext>
            </a:extLst>
          </p:cNvPr>
          <p:cNvSpPr/>
          <p:nvPr/>
        </p:nvSpPr>
        <p:spPr>
          <a:xfrm>
            <a:off x="975360" y="463296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107C10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C) $project ✓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00521562-9F6C-B2EA-F862-C0311A9D2FAD}"/>
              </a:ext>
            </a:extLst>
          </p:cNvPr>
          <p:cNvSpPr/>
          <p:nvPr/>
        </p:nvSpPr>
        <p:spPr>
          <a:xfrm>
            <a:off x="975360" y="4998720"/>
            <a:ext cx="1060704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D) $sort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40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solidFill>
            <a:srgbClr val="00446A"/>
          </a:solidFill>
          <a:ln/>
        </p:spPr>
        <p:txBody>
          <a:bodyPr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Final Quiz - Apply Your Knowledge</a:t>
            </a:r>
          </a:p>
        </p:txBody>
      </p:sp>
      <p:sp>
        <p:nvSpPr>
          <p:cNvPr id="4" name="Text 2"/>
          <p:cNvSpPr/>
          <p:nvPr/>
        </p:nvSpPr>
        <p:spPr>
          <a:xfrm>
            <a:off x="609600" y="1341120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00A4E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Scenario: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53440" y="1645920"/>
            <a:ext cx="107289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E-commerce system: Find all "active" orders from Mumbai and Delhi. Calculate total amount per customer. Show only customer name and total. Sort by highest total first.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D1343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Challenge: Write the aggregation pipeline!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29A88-C4A3-E7B3-A20B-5E93334A83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5385E8F-2E28-7224-2021-E651309875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5545EF-2967-88E2-7608-94B060790762}"/>
              </a:ext>
            </a:extLst>
          </p:cNvPr>
          <p:cNvSpPr/>
          <p:nvPr/>
        </p:nvSpPr>
        <p:spPr>
          <a:xfrm>
            <a:off x="609600" y="487680"/>
            <a:ext cx="10972800" cy="731520"/>
          </a:xfrm>
          <a:prstGeom prst="rect">
            <a:avLst/>
          </a:prstGeom>
          <a:solidFill>
            <a:srgbClr val="00446A"/>
          </a:solidFill>
          <a:ln/>
        </p:spPr>
        <p:txBody>
          <a:bodyPr anchor="ctr"/>
          <a:lstStyle/>
          <a:p>
            <a:pPr algn="just">
              <a:lnSpc>
                <a:spcPct val="90000"/>
              </a:lnSpc>
              <a:spcBef>
                <a:spcPct val="0"/>
              </a:spcBef>
            </a:pPr>
            <a:r>
              <a:rPr lang="en-US" b="1">
                <a:solidFill>
                  <a:schemeClr val="bg2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Final Quiz - Apply Your Knowledge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5E8C84-16C2-0C88-E94D-DAC44702B875}"/>
              </a:ext>
            </a:extLst>
          </p:cNvPr>
          <p:cNvSpPr/>
          <p:nvPr/>
        </p:nvSpPr>
        <p:spPr>
          <a:xfrm>
            <a:off x="609600" y="1341120"/>
            <a:ext cx="1097280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00A4EF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Scenario: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9CA8A3F-AEE8-0648-6C8E-707D3E85093D}"/>
              </a:ext>
            </a:extLst>
          </p:cNvPr>
          <p:cNvSpPr/>
          <p:nvPr/>
        </p:nvSpPr>
        <p:spPr>
          <a:xfrm>
            <a:off x="853440" y="1645920"/>
            <a:ext cx="10728960" cy="1036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E-commerce system: Find all "active" orders from Mumbai and Delhi. Calculate total amount per customer. Show only customer name and total. Sort by highest total first.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B0D76A4-7797-E2F4-29D8-DF9CBAF94D63}"/>
              </a:ext>
            </a:extLst>
          </p:cNvPr>
          <p:cNvSpPr/>
          <p:nvPr/>
        </p:nvSpPr>
        <p:spPr>
          <a:xfrm>
            <a:off x="60960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D13438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Challenge: Write the aggregation pipeline!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7486FCC-FDBC-5C7B-7A38-7B059F37B70D}"/>
              </a:ext>
            </a:extLst>
          </p:cNvPr>
          <p:cNvSpPr/>
          <p:nvPr/>
        </p:nvSpPr>
        <p:spPr>
          <a:xfrm>
            <a:off x="609600" y="3169920"/>
            <a:ext cx="10972800" cy="3291840"/>
          </a:xfrm>
          <a:prstGeom prst="rect">
            <a:avLst/>
          </a:prstGeom>
          <a:solidFill>
            <a:srgbClr val="FFF9E6"/>
          </a:solidFill>
          <a:ln w="25400">
            <a:solidFill>
              <a:srgbClr val="FFB900"/>
            </a:solidFill>
            <a:prstDash val="solid"/>
          </a:ln>
        </p:spPr>
        <p:txBody>
          <a:bodyPr/>
          <a:lstStyle/>
          <a:p>
            <a:endParaRPr lang="en-IN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4A069F3F-AD9C-F4D1-15A9-7B7E820CD301}"/>
              </a:ext>
            </a:extLst>
          </p:cNvPr>
          <p:cNvSpPr/>
          <p:nvPr/>
        </p:nvSpPr>
        <p:spPr>
          <a:xfrm>
            <a:off x="853440" y="3352800"/>
            <a:ext cx="10485120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💡 ANSWER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937371C-5FD7-0F39-495D-94DD89E6CFFA}"/>
              </a:ext>
            </a:extLst>
          </p:cNvPr>
          <p:cNvSpPr/>
          <p:nvPr/>
        </p:nvSpPr>
        <p:spPr>
          <a:xfrm>
            <a:off x="975360" y="3779520"/>
            <a:ext cx="10241280" cy="2438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db.orders.aggregate([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{ $match: { status: "active", city: { $in: ["Mumbai", "Delhi"] } } },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{ $group: { _id: "$customer_name", total: { $sum: "$amount" } } },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{ $project: { customer: "$_id", total: 1, _id: 0 } },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  { $sort: { total: -1 } }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  <a:p>
            <a:r>
              <a:rPr lang="en-US">
                <a:solidFill>
                  <a:srgbClr val="2B2B2B"/>
                </a:solidFill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])</a:t>
            </a:r>
            <a:endParaRPr lang="en-US"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39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1D316-45E1-8D39-A7AF-D3F472422B2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6E08D24-9AFA-434C-9914-D4EE76D7A6F1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DF0DD0-C916-A327-796C-80658FD022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7F3C4-FE20-4B92-E3D2-B381BAB9580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3AA811B-2EBD-4900-905E-5BE206449611}" type="slidenum">
              <a:rPr lang="en-US" smtClean="0"/>
              <a:pPr/>
              <a:t>40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0CA8454-3046-D390-CFE8-8871DF64B0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DF50C3-6434-88D1-8350-5945ABCC84F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/>
              <a:t>+91-7395902450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DB8C16-F17F-DE27-C4B6-58647D26700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/>
              <a:t>FERGUSON.COM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7D3A2C1-C170-8CC0-5833-229883FEC0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err="1"/>
              <a:t>Vishnu.Chaturvedi</a:t>
            </a:r>
            <a:r>
              <a:rPr lang="en-US"/>
              <a:t>@ferguson.com</a:t>
            </a:r>
            <a:endParaRPr lang="en-IN"/>
          </a:p>
        </p:txBody>
      </p:sp>
    </p:spTree>
    <p:custDataLst>
      <p:custData r:id="rId1"/>
      <p:custData r:id="rId2"/>
    </p:custDataLst>
    <p:extLst>
      <p:ext uri="{BB962C8B-B14F-4D97-AF65-F5344CB8AC3E}">
        <p14:creationId xmlns:p14="http://schemas.microsoft.com/office/powerpoint/2010/main" val="192871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7141"/>
    </mc:Choice>
    <mc:Fallback xmlns="">
      <p:transition spd="slow" advTm="57141"/>
    </mc:Fallback>
  </mc:AlternateContent>
</p:sld>
</file>

<file path=ppt/theme/theme1.xml><?xml version="1.0" encoding="utf-8"?>
<a:theme xmlns:a="http://schemas.openxmlformats.org/drawingml/2006/main" name="Ferguson Enterprises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72000" tIns="36000" rIns="72000" bIns="36000" rtlCol="0" anchor="ctr"/>
      <a:lstStyle>
        <a:defPPr algn="ctr">
          <a:spcBef>
            <a:spcPts val="600"/>
          </a:spcBef>
          <a:spcAft>
            <a:spcPts val="300"/>
          </a:spcAft>
          <a:defRPr sz="1800" noProof="0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spcBef>
            <a:spcPts val="600"/>
          </a:spcBef>
          <a:spcAft>
            <a:spcPts val="300"/>
          </a:spcAft>
          <a:defRPr sz="1800" dirty="0">
            <a:solidFill>
              <a:srgbClr val="595454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aseTemplate 16-9 UK.potx" id="{DA555A82-A902-4BA8-A4E4-A7823948678F}" vid="{0BF9AC09-53C4-40C5-AED0-BEF8E19CEC5F}"/>
    </a:ext>
  </a:extLst>
</a:theme>
</file>

<file path=ppt/theme/theme2.xml><?xml version="1.0" encoding="utf-8"?>
<a:theme xmlns:a="http://schemas.openxmlformats.org/drawingml/2006/main" name="Office-tema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erguson Enterprises">
      <a:dk1>
        <a:srgbClr val="000000"/>
      </a:dk1>
      <a:lt1>
        <a:srgbClr val="FFFFFF"/>
      </a:lt1>
      <a:dk2>
        <a:srgbClr val="003051"/>
      </a:dk2>
      <a:lt2>
        <a:srgbClr val="EAEAEA"/>
      </a:lt2>
      <a:accent1>
        <a:srgbClr val="00446A"/>
      </a:accent1>
      <a:accent2>
        <a:srgbClr val="77787B"/>
      </a:accent2>
      <a:accent3>
        <a:srgbClr val="00A0DD"/>
      </a:accent3>
      <a:accent4>
        <a:srgbClr val="66DBBD"/>
      </a:accent4>
      <a:accent5>
        <a:srgbClr val="A3C657"/>
      </a:accent5>
      <a:accent6>
        <a:srgbClr val="FCAF17"/>
      </a:accent6>
      <a:hlink>
        <a:srgbClr val="00446A"/>
      </a:hlink>
      <a:folHlink>
        <a:srgbClr val="008FB2"/>
      </a:folHlink>
    </a:clrScheme>
    <a:fontScheme name="Ferguson Enterprise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454" row="9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A395A683-4272-F04F-936C-BC7D120E070B}">
  <we:reference id="d2164860-9689-45e3-a1e5-90c76032056e" version="1.0.0.7" store="EXCatalog" storeType="EXCatalog"/>
  <we:alternateReferences/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D56B80F0-DC3E-4EF2-B8DD-D690B43CF21E}">
  <we:reference id="d52b89d3-14ec-4607-aed0-cc521be658dc" version="2.0.0.4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TemplafyTemplateConfiguration><![CDATA[{"elementsMetadata":[],"transformationConfigurations":[],"templateName":"Ferguson PowerPoint Template","templateDescription":"","enableDocumentContentUpdater":false,"version":"2.0"}]]></TemplafyTemplateConfiguration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LengthInSeconds xmlns="740de5f0-b4d6-4099-8573-9762b281cab6" xsi:nil="true"/>
    <lcf76f155ced4ddcb4097134ff3c332f xmlns="740de5f0-b4d6-4099-8573-9762b281cab6">
      <Terms xmlns="http://schemas.microsoft.com/office/infopath/2007/PartnerControls"/>
    </lcf76f155ced4ddcb4097134ff3c332f>
    <TaxCatchAll xmlns="1e622d7b-320f-4a70-9dfc-b4ea20849cb3" xsi:nil="true"/>
  </documentManagement>
</p:properties>
</file>

<file path=customXml/item4.xml><?xml version="1.0" encoding="utf-8"?>
<TemplafyFormConfiguration><![CDATA[{"formFields":[],"formDataEntries":[]}]]></TemplafyFormConfiguration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E18108F71CE48B7D341B204F6A9A9" ma:contentTypeVersion="15" ma:contentTypeDescription="Create a new document." ma:contentTypeScope="" ma:versionID="d3b702cb611eef79cc687ea277d69898">
  <xsd:schema xmlns:xsd="http://www.w3.org/2001/XMLSchema" xmlns:xs="http://www.w3.org/2001/XMLSchema" xmlns:p="http://schemas.microsoft.com/office/2006/metadata/properties" xmlns:ns2="740de5f0-b4d6-4099-8573-9762b281cab6" xmlns:ns3="1e622d7b-320f-4a70-9dfc-b4ea20849cb3" targetNamespace="http://schemas.microsoft.com/office/2006/metadata/properties" ma:root="true" ma:fieldsID="43aa41909529d9fba556bf474a678137" ns2:_="" ns3:_="">
    <xsd:import namespace="740de5f0-b4d6-4099-8573-9762b281cab6"/>
    <xsd:import namespace="1e622d7b-320f-4a70-9dfc-b4ea20849cb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0de5f0-b4d6-4099-8573-9762b281cab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7b9c5f40-f9d3-4160-ab04-6fd564e931e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622d7b-320f-4a70-9dfc-b4ea20849cb3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eef51d77-27b6-4675-8198-3d9ee98ebca2}" ma:internalName="TaxCatchAll" ma:showField="CatchAllData" ma:web="1e622d7b-320f-4a70-9dfc-b4ea20849cb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4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TemplafySlideFormConfiguration><![CDATA[{"formFields":[],"formDataEntries":[]}]]></TemplafySlideFormConfiguration>
</file>

<file path=customXml/item7.xml><?xml version="1.0" encoding="utf-8"?>
<TemplafySlideTemplateConfiguration><![CDATA[{"slideVersion":1,"isValidatorEnabled":false,"isLocked":false,"elementsMetadata":[],"slideId":"638131098641234066","enableDocumentContentUpdater":false,"version":"2.0"}]]></TemplafySlideTemplateConfiguration>
</file>

<file path=customXml/item8.xml><?xml version="1.0" encoding="utf-8"?>
<TemplafySlideFormConfiguration><![CDATA[{"formFields":[],"formDataEntries":[]}]]></TemplafySlideFormConfiguration>
</file>

<file path=customXml/item9.xml><?xml version="1.0" encoding="utf-8"?>
<TemplafySlideTemplateConfiguration><![CDATA[{"slideVersion":1,"isValidatorEnabled":false,"isLocked":false,"elementsMetadata":[],"slideId":"638131098641261312","enableDocumentContentUpdater":false,"version":"2.0"}]]></TemplafySlideTemplateConfiguration>
</file>

<file path=customXml/itemProps1.xml><?xml version="1.0" encoding="utf-8"?>
<ds:datastoreItem xmlns:ds="http://schemas.openxmlformats.org/officeDocument/2006/customXml" ds:itemID="{4BA9A057-C5DA-4007-BEE1-BC419C0B74D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B88E25B-4A04-40F4-BB18-E378D867DF0F}">
  <ds:schemaRefs/>
</ds:datastoreItem>
</file>

<file path=customXml/itemProps3.xml><?xml version="1.0" encoding="utf-8"?>
<ds:datastoreItem xmlns:ds="http://schemas.openxmlformats.org/officeDocument/2006/customXml" ds:itemID="{59ABDC19-9982-4205-B071-D93F658E248B}">
  <ds:schemaRefs>
    <ds:schemaRef ds:uri="1e622d7b-320f-4a70-9dfc-b4ea20849cb3"/>
    <ds:schemaRef ds:uri="740de5f0-b4d6-4099-8573-9762b281cab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8EB4871E-07B5-4541-BDA0-6B126859C4B6}">
  <ds:schemaRefs/>
</ds:datastoreItem>
</file>

<file path=customXml/itemProps5.xml><?xml version="1.0" encoding="utf-8"?>
<ds:datastoreItem xmlns:ds="http://schemas.openxmlformats.org/officeDocument/2006/customXml" ds:itemID="{940519DC-5D64-4578-8DF9-55B311A66AC4}">
  <ds:schemaRefs>
    <ds:schemaRef ds:uri="1e622d7b-320f-4a70-9dfc-b4ea20849cb3"/>
    <ds:schemaRef ds:uri="740de5f0-b4d6-4099-8573-9762b281cab6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6.xml><?xml version="1.0" encoding="utf-8"?>
<ds:datastoreItem xmlns:ds="http://schemas.openxmlformats.org/officeDocument/2006/customXml" ds:itemID="{333CD5A0-665C-4003-AFD0-FF090DCB32E7}">
  <ds:schemaRefs/>
</ds:datastoreItem>
</file>

<file path=customXml/itemProps7.xml><?xml version="1.0" encoding="utf-8"?>
<ds:datastoreItem xmlns:ds="http://schemas.openxmlformats.org/officeDocument/2006/customXml" ds:itemID="{7B17F212-9E42-4B91-8217-5A05A4B4A278}">
  <ds:schemaRefs/>
</ds:datastoreItem>
</file>

<file path=customXml/itemProps8.xml><?xml version="1.0" encoding="utf-8"?>
<ds:datastoreItem xmlns:ds="http://schemas.openxmlformats.org/officeDocument/2006/customXml" ds:itemID="{AB5CC942-ED91-435A-93E7-549C0D2838B7}">
  <ds:schemaRefs/>
</ds:datastoreItem>
</file>

<file path=customXml/itemProps9.xml><?xml version="1.0" encoding="utf-8"?>
<ds:datastoreItem xmlns:ds="http://schemas.openxmlformats.org/officeDocument/2006/customXml" ds:itemID="{F0567FBA-A811-4FB9-B82B-1C4C88AA0648}">
  <ds:schemaRefs/>
</ds:datastoreItem>
</file>

<file path=docMetadata/LabelInfo.xml><?xml version="1.0" encoding="utf-8"?>
<clbl:labelList xmlns:clbl="http://schemas.microsoft.com/office/2020/mipLabelMetadata">
  <clbl:label id="{3c2f8435-994c-4552-8fe8-2aec2d0822e4}" enabled="0" method="" siteId="{3c2f8435-994c-4552-8fe8-2aec2d0822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Ferguson presentation</Template>
  <Application>Microsoft Office PowerPoint</Application>
  <PresentationFormat>Widescreen</PresentationFormat>
  <Slides>40</Slides>
  <Notes>40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Ferguson Enterprises</vt:lpstr>
      <vt:lpstr>MongoDB Training</vt:lpstr>
      <vt:lpstr>Agenda</vt:lpstr>
      <vt:lpstr>      </vt:lpstr>
      <vt:lpstr> What is MongoDB?</vt:lpstr>
      <vt:lpstr> Key Concepts</vt:lpstr>
      <vt:lpstr> Document Structure</vt:lpstr>
      <vt:lpstr> CRUD Operations - CREATE</vt:lpstr>
      <vt:lpstr> CRUD Operations - CREATE ……….</vt:lpstr>
      <vt:lpstr> CRUD Operations - READ</vt:lpstr>
      <vt:lpstr> CRUD Operations - READ</vt:lpstr>
      <vt:lpstr> CRUD Operations - UPDATE</vt:lpstr>
      <vt:lpstr> CRUD Operations - UPDATE……</vt:lpstr>
      <vt:lpstr> CRUD Operations – UPDATE……</vt:lpstr>
      <vt:lpstr> CRUD Operations – DELETE</vt:lpstr>
      <vt:lpstr> CRUD Operations – DELETE………</vt:lpstr>
      <vt:lpstr> CRUD Operations – DELETE………</vt:lpstr>
      <vt:lpstr> CRUD Operations – DELETE………</vt:lpstr>
      <vt:lpstr> Common Query Operators</vt:lpstr>
      <vt:lpstr> Common Query Operators</vt:lpstr>
      <vt:lpstr> Indexing for Performance</vt:lpstr>
      <vt:lpstr> Indexing for Performance…….</vt:lpstr>
      <vt:lpstr> Indexing for Performance…….</vt:lpstr>
      <vt:lpstr> Aggregation Framework</vt:lpstr>
      <vt:lpstr> Sales Data Aggregation Pipeline example</vt:lpstr>
      <vt:lpstr>Continued….</vt:lpstr>
      <vt:lpstr>Continued….</vt:lpstr>
      <vt:lpstr>Continued….</vt:lpstr>
      <vt:lpstr> Best practices</vt:lpstr>
      <vt:lpstr> Tools and resouces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Nrimal</dc:creator>
  <cp:keywords/>
  <dc:description/>
  <cp:revision>4</cp:revision>
  <dcterms:created xsi:type="dcterms:W3CDTF">2025-12-22T17:52:22Z</dcterms:created>
  <dcterms:modified xsi:type="dcterms:W3CDTF">2026-09-03T08:36:44Z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TemplafyTimeStamp">
    <vt:lpwstr>2023-02-27T15:51:04</vt:lpwstr>
  </property>
  <property fmtid="{D5CDD505-2E9C-101B-9397-08002B2CF9AE}" pid="4" name="TemplafyTenantId">
    <vt:lpwstr>ferguson</vt:lpwstr>
  </property>
  <property fmtid="{D5CDD505-2E9C-101B-9397-08002B2CF9AE}" pid="5" name="TemplafyTemplateId">
    <vt:lpwstr>638131098632002359</vt:lpwstr>
  </property>
  <property fmtid="{D5CDD505-2E9C-101B-9397-08002B2CF9AE}" pid="6" name="TemplafyUserProfileId">
    <vt:lpwstr>719579052783960166</vt:lpwstr>
  </property>
  <property fmtid="{D5CDD505-2E9C-101B-9397-08002B2CF9AE}" pid="7" name="TemplafyFromBlank">
    <vt:bool>true</vt:bool>
  </property>
  <property fmtid="{D5CDD505-2E9C-101B-9397-08002B2CF9AE}" pid="8" name="ContentTypeId">
    <vt:lpwstr>0x010100ABEE18108F71CE48B7D341B204F6A9A9</vt:lpwstr>
  </property>
  <property fmtid="{D5CDD505-2E9C-101B-9397-08002B2CF9AE}" pid="9" name="Order">
    <vt:r8>455400</vt:r8>
  </property>
  <property fmtid="{D5CDD505-2E9C-101B-9397-08002B2CF9AE}" pid="10" name="ComplianceAssetId">
    <vt:lpwstr/>
  </property>
  <property fmtid="{D5CDD505-2E9C-101B-9397-08002B2CF9AE}" pid="11" name="_ExtendedDescription">
    <vt:lpwstr/>
  </property>
  <property fmtid="{D5CDD505-2E9C-101B-9397-08002B2CF9AE}" pid="12" name="TriggerFlowInfo">
    <vt:lpwstr/>
  </property>
</Properties>
</file>