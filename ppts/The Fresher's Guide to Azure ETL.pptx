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4"/>
  </p:sldMasterIdLst>
  <p:notesMasterIdLst>
    <p:notesMasterId r:id="rId30"/>
  </p:notesMasterIdLst>
  <p:handoutMasterIdLst>
    <p:handoutMasterId r:id="rId31"/>
  </p:handoutMasterIdLst>
  <p:sldIdLst>
    <p:sldId id="2147482472" r:id="rId15"/>
    <p:sldId id="2147481670" r:id="rId16"/>
    <p:sldId id="2147482471" r:id="rId17"/>
    <p:sldId id="2147482450" r:id="rId18"/>
    <p:sldId id="2147482463" r:id="rId19"/>
    <p:sldId id="2147482457" r:id="rId20"/>
    <p:sldId id="2147482469" r:id="rId21"/>
    <p:sldId id="2147482468" r:id="rId22"/>
    <p:sldId id="2147482467" r:id="rId23"/>
    <p:sldId id="2147482466" r:id="rId24"/>
    <p:sldId id="2147482470" r:id="rId25"/>
    <p:sldId id="2147482464" r:id="rId26"/>
    <p:sldId id="2147482461" r:id="rId27"/>
    <p:sldId id="2147482460" r:id="rId28"/>
    <p:sldId id="26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115974-D21E-4E24-A1C3-1BA1F726EC20}" v="35" dt="2026-09-03T09:31:19.283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21" Type="http://schemas.openxmlformats.org/officeDocument/2006/relationships/slide" Target="slides/slide7.xml"/><Relationship Id="rId34" Type="http://schemas.openxmlformats.org/officeDocument/2006/relationships/theme" Target="theme/theme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1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customXml" Target="../customXml/item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microsoft.com/office/2016/11/relationships/changesInfo" Target="changesInfos/changesInfo1.xml"/><Relationship Id="rId10" Type="http://schemas.openxmlformats.org/officeDocument/2006/relationships/customXml" Target="../customXml/item10.xml"/><Relationship Id="rId19" Type="http://schemas.openxmlformats.org/officeDocument/2006/relationships/slide" Target="slides/slide5.xml"/><Relationship Id="rId31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oshini Panda" userId="6b669fdc-f9c3-46e0-a461-8aab301438c0" providerId="ADAL" clId="{B87EAB91-39E0-4DBF-92E7-87703F78A1C8}"/>
    <pc:docChg chg="undo custSel addSld delSld modSld sldOrd">
      <pc:chgData name="Santoshini Panda" userId="6b669fdc-f9c3-46e0-a461-8aab301438c0" providerId="ADAL" clId="{B87EAB91-39E0-4DBF-92E7-87703F78A1C8}" dt="2026-09-03T09:46:23.810" v="1393" actId="20577"/>
      <pc:docMkLst>
        <pc:docMk/>
      </pc:docMkLst>
      <pc:sldChg chg="addSp delSp modSp del mod modShow">
        <pc:chgData name="Santoshini Panda" userId="6b669fdc-f9c3-46e0-a461-8aab301438c0" providerId="ADAL" clId="{B87EAB91-39E0-4DBF-92E7-87703F78A1C8}" dt="2026-09-03T09:41:29.310" v="1315" actId="2696"/>
        <pc:sldMkLst>
          <pc:docMk/>
          <pc:sldMk cId="2364582226" sldId="256"/>
        </pc:sldMkLst>
        <pc:spChg chg="del">
          <ac:chgData name="Santoshini Panda" userId="6b669fdc-f9c3-46e0-a461-8aab301438c0" providerId="ADAL" clId="{B87EAB91-39E0-4DBF-92E7-87703F78A1C8}" dt="2026-09-03T06:25:26.027" v="44" actId="21"/>
          <ac:spMkLst>
            <pc:docMk/>
            <pc:sldMk cId="2364582226" sldId="256"/>
            <ac:spMk id="2" creationId="{88D4EE1D-FB04-DECE-9F42-22DA4C231E58}"/>
          </ac:spMkLst>
        </pc:spChg>
        <pc:spChg chg="mod">
          <ac:chgData name="Santoshini Panda" userId="6b669fdc-f9c3-46e0-a461-8aab301438c0" providerId="ADAL" clId="{B87EAB91-39E0-4DBF-92E7-87703F78A1C8}" dt="2026-09-03T06:35:54.154" v="154" actId="20577"/>
          <ac:spMkLst>
            <pc:docMk/>
            <pc:sldMk cId="2364582226" sldId="256"/>
            <ac:spMk id="6" creationId="{BDB7EA5D-DE3C-BBDC-370A-88A37FC67AA8}"/>
          </ac:spMkLst>
        </pc:spChg>
        <pc:spChg chg="add del">
          <ac:chgData name="Santoshini Panda" userId="6b669fdc-f9c3-46e0-a461-8aab301438c0" providerId="ADAL" clId="{B87EAB91-39E0-4DBF-92E7-87703F78A1C8}" dt="2026-09-03T06:21:07.527" v="3" actId="22"/>
          <ac:spMkLst>
            <pc:docMk/>
            <pc:sldMk cId="2364582226" sldId="256"/>
            <ac:spMk id="7" creationId="{8490F421-96E8-FF82-0D2A-841D9C556D05}"/>
          </ac:spMkLst>
        </pc:spChg>
        <pc:spChg chg="mod">
          <ac:chgData name="Santoshini Panda" userId="6b669fdc-f9c3-46e0-a461-8aab301438c0" providerId="ADAL" clId="{B87EAB91-39E0-4DBF-92E7-87703F78A1C8}" dt="2026-09-03T06:26:51.764" v="49" actId="1076"/>
          <ac:spMkLst>
            <pc:docMk/>
            <pc:sldMk cId="2364582226" sldId="256"/>
            <ac:spMk id="12" creationId="{A7EE3063-0308-2DD5-3C3B-A38FCA32D705}"/>
          </ac:spMkLst>
        </pc:spChg>
        <pc:spChg chg="mod">
          <ac:chgData name="Santoshini Panda" userId="6b669fdc-f9c3-46e0-a461-8aab301438c0" providerId="ADAL" clId="{B87EAB91-39E0-4DBF-92E7-87703F78A1C8}" dt="2026-09-03T06:26:37.846" v="48" actId="1076"/>
          <ac:spMkLst>
            <pc:docMk/>
            <pc:sldMk cId="2364582226" sldId="256"/>
            <ac:spMk id="1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29:29.803" v="63" actId="14100"/>
          <ac:spMkLst>
            <pc:docMk/>
            <pc:sldMk cId="2364582226" sldId="256"/>
            <ac:spMk id="1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30:03.314" v="69" actId="14100"/>
          <ac:spMkLst>
            <pc:docMk/>
            <pc:sldMk cId="2364582226" sldId="256"/>
            <ac:spMk id="15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28:31.013" v="57" actId="14100"/>
          <ac:spMkLst>
            <pc:docMk/>
            <pc:sldMk cId="2364582226" sldId="256"/>
            <ac:spMk id="16" creationId="{00000000-0000-0000-0000-000000000000}"/>
          </ac:spMkLst>
        </pc:spChg>
        <pc:spChg chg="add del mod">
          <ac:chgData name="Santoshini Panda" userId="6b669fdc-f9c3-46e0-a461-8aab301438c0" providerId="ADAL" clId="{B87EAB91-39E0-4DBF-92E7-87703F78A1C8}" dt="2026-09-03T06:35:39.221" v="138" actId="20577"/>
          <ac:spMkLst>
            <pc:docMk/>
            <pc:sldMk cId="2364582226" sldId="256"/>
            <ac:spMk id="17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29:07.434" v="61" actId="14100"/>
          <ac:spMkLst>
            <pc:docMk/>
            <pc:sldMk cId="2364582226" sldId="256"/>
            <ac:spMk id="1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29:56.234" v="68" actId="14100"/>
          <ac:spMkLst>
            <pc:docMk/>
            <pc:sldMk cId="2364582226" sldId="256"/>
            <ac:spMk id="2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29:52.699" v="67" actId="1076"/>
          <ac:spMkLst>
            <pc:docMk/>
            <pc:sldMk cId="2364582226" sldId="256"/>
            <ac:spMk id="21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8:40:38.232" v="582" actId="20577"/>
          <ac:spMkLst>
            <pc:docMk/>
            <pc:sldMk cId="2364582226" sldId="256"/>
            <ac:spMk id="22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29:38.741" v="64" actId="14100"/>
          <ac:spMkLst>
            <pc:docMk/>
            <pc:sldMk cId="2364582226" sldId="256"/>
            <ac:spMk id="2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30:10.464" v="70" actId="14100"/>
          <ac:spMkLst>
            <pc:docMk/>
            <pc:sldMk cId="2364582226" sldId="256"/>
            <ac:spMk id="25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35:35.621" v="136" actId="20577"/>
          <ac:spMkLst>
            <pc:docMk/>
            <pc:sldMk cId="2364582226" sldId="256"/>
            <ac:spMk id="27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30:34.756" v="74" actId="14100"/>
          <ac:spMkLst>
            <pc:docMk/>
            <pc:sldMk cId="2364582226" sldId="256"/>
            <ac:spMk id="2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31:02.908" v="76" actId="14100"/>
          <ac:spMkLst>
            <pc:docMk/>
            <pc:sldMk cId="2364582226" sldId="256"/>
            <ac:spMk id="3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35:33.586" v="135" actId="20577"/>
          <ac:spMkLst>
            <pc:docMk/>
            <pc:sldMk cId="2364582226" sldId="256"/>
            <ac:spMk id="32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31:10.080" v="77" actId="14100"/>
          <ac:spMkLst>
            <pc:docMk/>
            <pc:sldMk cId="2364582226" sldId="256"/>
            <ac:spMk id="3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31:30.126" v="80" actId="14100"/>
          <ac:spMkLst>
            <pc:docMk/>
            <pc:sldMk cId="2364582226" sldId="256"/>
            <ac:spMk id="35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35:30.005" v="134" actId="20577"/>
          <ac:spMkLst>
            <pc:docMk/>
            <pc:sldMk cId="2364582226" sldId="256"/>
            <ac:spMk id="37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32:16.646" v="82" actId="1076"/>
          <ac:spMkLst>
            <pc:docMk/>
            <pc:sldMk cId="2364582226" sldId="256"/>
            <ac:spMk id="38" creationId="{00000000-0000-0000-0000-000000000000}"/>
          </ac:spMkLst>
        </pc:spChg>
        <pc:cxnChg chg="del mod">
          <ac:chgData name="Santoshini Panda" userId="6b669fdc-f9c3-46e0-a461-8aab301438c0" providerId="ADAL" clId="{B87EAB91-39E0-4DBF-92E7-87703F78A1C8}" dt="2026-09-03T09:10:26.157" v="756" actId="478"/>
          <ac:cxnSpMkLst>
            <pc:docMk/>
            <pc:sldMk cId="2364582226" sldId="256"/>
            <ac:cxnSpMk id="18" creationId="{00000000-0000-0000-0000-000000000000}"/>
          </ac:cxnSpMkLst>
        </pc:cxnChg>
        <pc:cxnChg chg="del mod">
          <ac:chgData name="Santoshini Panda" userId="6b669fdc-f9c3-46e0-a461-8aab301438c0" providerId="ADAL" clId="{B87EAB91-39E0-4DBF-92E7-87703F78A1C8}" dt="2026-09-03T09:10:27.992" v="757" actId="478"/>
          <ac:cxnSpMkLst>
            <pc:docMk/>
            <pc:sldMk cId="2364582226" sldId="256"/>
            <ac:cxnSpMk id="23" creationId="{00000000-0000-0000-0000-000000000000}"/>
          </ac:cxnSpMkLst>
        </pc:cxnChg>
        <pc:cxnChg chg="del mod">
          <ac:chgData name="Santoshini Panda" userId="6b669fdc-f9c3-46e0-a461-8aab301438c0" providerId="ADAL" clId="{B87EAB91-39E0-4DBF-92E7-87703F78A1C8}" dt="2026-09-03T09:10:29.257" v="758" actId="478"/>
          <ac:cxnSpMkLst>
            <pc:docMk/>
            <pc:sldMk cId="2364582226" sldId="256"/>
            <ac:cxnSpMk id="28" creationId="{00000000-0000-0000-0000-000000000000}"/>
          </ac:cxnSpMkLst>
        </pc:cxnChg>
        <pc:cxnChg chg="del mod">
          <ac:chgData name="Santoshini Panda" userId="6b669fdc-f9c3-46e0-a461-8aab301438c0" providerId="ADAL" clId="{B87EAB91-39E0-4DBF-92E7-87703F78A1C8}" dt="2026-09-03T09:10:30.474" v="759" actId="478"/>
          <ac:cxnSpMkLst>
            <pc:docMk/>
            <pc:sldMk cId="2364582226" sldId="256"/>
            <ac:cxnSpMk id="33" creationId="{00000000-0000-0000-0000-000000000000}"/>
          </ac:cxnSpMkLst>
        </pc:cxnChg>
      </pc:sldChg>
      <pc:sldChg chg="addSp delSp modSp mod">
        <pc:chgData name="Santoshini Panda" userId="6b669fdc-f9c3-46e0-a461-8aab301438c0" providerId="ADAL" clId="{B87EAB91-39E0-4DBF-92E7-87703F78A1C8}" dt="2026-09-03T09:46:23.810" v="1393" actId="20577"/>
        <pc:sldMkLst>
          <pc:docMk/>
          <pc:sldMk cId="1928716501" sldId="263"/>
        </pc:sldMkLst>
        <pc:spChg chg="mod">
          <ac:chgData name="Santoshini Panda" userId="6b669fdc-f9c3-46e0-a461-8aab301438c0" providerId="ADAL" clId="{B87EAB91-39E0-4DBF-92E7-87703F78A1C8}" dt="2026-09-03T09:46:23.810" v="1393" actId="20577"/>
          <ac:spMkLst>
            <pc:docMk/>
            <pc:sldMk cId="1928716501" sldId="263"/>
            <ac:spMk id="2" creationId="{EE11D316-45E1-8D39-A7AF-D3F472422B29}"/>
          </ac:spMkLst>
        </pc:spChg>
        <pc:spChg chg="mod">
          <ac:chgData name="Santoshini Panda" userId="6b669fdc-f9c3-46e0-a461-8aab301438c0" providerId="ADAL" clId="{B87EAB91-39E0-4DBF-92E7-87703F78A1C8}" dt="2026-09-03T07:10:56.149" v="476" actId="113"/>
          <ac:spMkLst>
            <pc:docMk/>
            <pc:sldMk cId="1928716501" sldId="263"/>
            <ac:spMk id="5" creationId="{80CA8454-3046-D390-CFE8-8871DF64B07B}"/>
          </ac:spMkLst>
        </pc:spChg>
        <pc:spChg chg="mod">
          <ac:chgData name="Santoshini Panda" userId="6b669fdc-f9c3-46e0-a461-8aab301438c0" providerId="ADAL" clId="{B87EAB91-39E0-4DBF-92E7-87703F78A1C8}" dt="2026-09-03T07:14:34.266" v="557" actId="20577"/>
          <ac:spMkLst>
            <pc:docMk/>
            <pc:sldMk cId="1928716501" sldId="263"/>
            <ac:spMk id="6" creationId="{EEDF50C3-6434-88D1-8350-5945ABCC84FE}"/>
          </ac:spMkLst>
        </pc:spChg>
        <pc:spChg chg="add del mod">
          <ac:chgData name="Santoshini Panda" userId="6b669fdc-f9c3-46e0-a461-8aab301438c0" providerId="ADAL" clId="{B87EAB91-39E0-4DBF-92E7-87703F78A1C8}" dt="2026-09-03T07:14:21.080" v="555" actId="21"/>
          <ac:spMkLst>
            <pc:docMk/>
            <pc:sldMk cId="1928716501" sldId="263"/>
            <ac:spMk id="8" creationId="{8ADB8C16-F17F-DE27-C4B6-58647D267006}"/>
          </ac:spMkLst>
        </pc:spChg>
        <pc:spChg chg="add del mod">
          <ac:chgData name="Santoshini Panda" userId="6b669fdc-f9c3-46e0-a461-8aab301438c0" providerId="ADAL" clId="{B87EAB91-39E0-4DBF-92E7-87703F78A1C8}" dt="2026-09-03T07:13:49.935" v="542" actId="478"/>
          <ac:spMkLst>
            <pc:docMk/>
            <pc:sldMk cId="1928716501" sldId="263"/>
            <ac:spMk id="9" creationId="{A2AAF8FE-2AFA-2720-9131-D46AA1E52FA2}"/>
          </ac:spMkLst>
        </pc:spChg>
        <pc:spChg chg="mod">
          <ac:chgData name="Santoshini Panda" userId="6b669fdc-f9c3-46e0-a461-8aab301438c0" providerId="ADAL" clId="{B87EAB91-39E0-4DBF-92E7-87703F78A1C8}" dt="2026-09-03T07:13:25.412" v="539" actId="20577"/>
          <ac:spMkLst>
            <pc:docMk/>
            <pc:sldMk cId="1928716501" sldId="263"/>
            <ac:spMk id="11" creationId="{B7D3A2C1-C170-8CC0-5833-229883FEC009}"/>
          </ac:spMkLst>
        </pc:spChg>
        <pc:spChg chg="mod">
          <ac:chgData name="Santoshini Panda" userId="6b669fdc-f9c3-46e0-a461-8aab301438c0" providerId="ADAL" clId="{B87EAB91-39E0-4DBF-92E7-87703F78A1C8}" dt="2026-09-03T07:11:06.225" v="479" actId="113"/>
          <ac:spMkLst>
            <pc:docMk/>
            <pc:sldMk cId="1928716501" sldId="263"/>
            <ac:spMk id="12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11:18.767" v="481" actId="113"/>
          <ac:spMkLst>
            <pc:docMk/>
            <pc:sldMk cId="1928716501" sldId="263"/>
            <ac:spMk id="1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13:01.955" v="492" actId="1076"/>
          <ac:spMkLst>
            <pc:docMk/>
            <pc:sldMk cId="1928716501" sldId="263"/>
            <ac:spMk id="14" creationId="{00000000-0000-0000-0000-000000000000}"/>
          </ac:spMkLst>
        </pc:spChg>
      </pc:sldChg>
      <pc:sldChg chg="modSp mod ord">
        <pc:chgData name="Santoshini Panda" userId="6b669fdc-f9c3-46e0-a461-8aab301438c0" providerId="ADAL" clId="{B87EAB91-39E0-4DBF-92E7-87703F78A1C8}" dt="2026-09-03T06:46:48.612" v="240"/>
        <pc:sldMkLst>
          <pc:docMk/>
          <pc:sldMk cId="816619599" sldId="2147481670"/>
        </pc:sldMkLst>
        <pc:spChg chg="mod">
          <ac:chgData name="Santoshini Panda" userId="6b669fdc-f9c3-46e0-a461-8aab301438c0" providerId="ADAL" clId="{B87EAB91-39E0-4DBF-92E7-87703F78A1C8}" dt="2026-09-03T06:36:53.745" v="160" actId="14100"/>
          <ac:spMkLst>
            <pc:docMk/>
            <pc:sldMk cId="816619599" sldId="2147481670"/>
            <ac:spMk id="2" creationId="{4D09F3EB-8E20-2B34-FD04-0F57C8E88E9A}"/>
          </ac:spMkLst>
        </pc:spChg>
        <pc:spChg chg="mod">
          <ac:chgData name="Santoshini Panda" userId="6b669fdc-f9c3-46e0-a461-8aab301438c0" providerId="ADAL" clId="{B87EAB91-39E0-4DBF-92E7-87703F78A1C8}" dt="2026-09-03T06:37:48.004" v="175" actId="20577"/>
          <ac:spMkLst>
            <pc:docMk/>
            <pc:sldMk cId="816619599" sldId="2147481670"/>
            <ac:spMk id="3" creationId="{C3C1672A-2460-B997-8747-7A5291990677}"/>
          </ac:spMkLst>
        </pc:spChg>
        <pc:spChg chg="mod">
          <ac:chgData name="Santoshini Panda" userId="6b669fdc-f9c3-46e0-a461-8aab301438c0" providerId="ADAL" clId="{B87EAB91-39E0-4DBF-92E7-87703F78A1C8}" dt="2026-09-03T06:38:31.294" v="190" actId="20577"/>
          <ac:spMkLst>
            <pc:docMk/>
            <pc:sldMk cId="816619599" sldId="2147481670"/>
            <ac:spMk id="4" creationId="{5D7BCA4B-B7CB-1537-B38C-3C922585DBC3}"/>
          </ac:spMkLst>
        </pc:spChg>
      </pc:sldChg>
      <pc:sldChg chg="addSp modSp mod setBg">
        <pc:chgData name="Santoshini Panda" userId="6b669fdc-f9c3-46e0-a461-8aab301438c0" providerId="ADAL" clId="{B87EAB91-39E0-4DBF-92E7-87703F78A1C8}" dt="2026-09-03T09:45:04.176" v="1323" actId="20577"/>
        <pc:sldMkLst>
          <pc:docMk/>
          <pc:sldMk cId="1431263440" sldId="2147482450"/>
        </pc:sldMkLst>
        <pc:spChg chg="mod">
          <ac:chgData name="Santoshini Panda" userId="6b669fdc-f9c3-46e0-a461-8aab301438c0" providerId="ADAL" clId="{B87EAB91-39E0-4DBF-92E7-87703F78A1C8}" dt="2026-09-03T09:09:11.210" v="750"/>
          <ac:spMkLst>
            <pc:docMk/>
            <pc:sldMk cId="1431263440" sldId="2147482450"/>
            <ac:spMk id="7" creationId="{2B164CAF-3D4D-E278-2C5C-BA3F5D55A36A}"/>
          </ac:spMkLst>
        </pc:spChg>
        <pc:spChg chg="mod">
          <ac:chgData name="Santoshini Panda" userId="6b669fdc-f9c3-46e0-a461-8aab301438c0" providerId="ADAL" clId="{B87EAB91-39E0-4DBF-92E7-87703F78A1C8}" dt="2026-09-03T09:09:11.210" v="750"/>
          <ac:spMkLst>
            <pc:docMk/>
            <pc:sldMk cId="1431263440" sldId="2147482450"/>
            <ac:spMk id="8" creationId="{56FD4AAB-D7D5-09AF-84D7-E2DE240891DF}"/>
          </ac:spMkLst>
        </pc:spChg>
        <pc:spChg chg="mod">
          <ac:chgData name="Santoshini Panda" userId="6b669fdc-f9c3-46e0-a461-8aab301438c0" providerId="ADAL" clId="{B87EAB91-39E0-4DBF-92E7-87703F78A1C8}" dt="2026-09-03T09:45:04.176" v="1323" actId="20577"/>
          <ac:spMkLst>
            <pc:docMk/>
            <pc:sldMk cId="1431263440" sldId="2147482450"/>
            <ac:spMk id="9" creationId="{90A3C558-982B-C745-A7B8-359ADE85DE18}"/>
          </ac:spMkLst>
        </pc:spChg>
        <pc:spChg chg="mod">
          <ac:chgData name="Santoshini Panda" userId="6b669fdc-f9c3-46e0-a461-8aab301438c0" providerId="ADAL" clId="{B87EAB91-39E0-4DBF-92E7-87703F78A1C8}" dt="2026-09-03T09:09:37.029" v="755" actId="20577"/>
          <ac:spMkLst>
            <pc:docMk/>
            <pc:sldMk cId="1431263440" sldId="2147482450"/>
            <ac:spMk id="1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8:55:30.841" v="671" actId="14100"/>
          <ac:spMkLst>
            <pc:docMk/>
            <pc:sldMk cId="1431263440" sldId="2147482450"/>
            <ac:spMk id="11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47:39.278" v="241" actId="1076"/>
          <ac:spMkLst>
            <pc:docMk/>
            <pc:sldMk cId="1431263440" sldId="2147482450"/>
            <ac:spMk id="1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3:56.463" v="683" actId="20577"/>
          <ac:spMkLst>
            <pc:docMk/>
            <pc:sldMk cId="1431263440" sldId="2147482450"/>
            <ac:spMk id="1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8:55:34.938" v="672" actId="14100"/>
          <ac:spMkLst>
            <pc:docMk/>
            <pc:sldMk cId="1431263440" sldId="2147482450"/>
            <ac:spMk id="17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47:51.493" v="243" actId="1076"/>
          <ac:spMkLst>
            <pc:docMk/>
            <pc:sldMk cId="1431263440" sldId="2147482450"/>
            <ac:spMk id="1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4:24.974" v="685" actId="20577"/>
          <ac:spMkLst>
            <pc:docMk/>
            <pc:sldMk cId="1431263440" sldId="2147482450"/>
            <ac:spMk id="2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8:55:37.753" v="673" actId="14100"/>
          <ac:spMkLst>
            <pc:docMk/>
            <pc:sldMk cId="1431263440" sldId="2147482450"/>
            <ac:spMk id="2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48:07.407" v="245" actId="1076"/>
          <ac:spMkLst>
            <pc:docMk/>
            <pc:sldMk cId="1431263440" sldId="2147482450"/>
            <ac:spMk id="25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4:57.494" v="694" actId="20577"/>
          <ac:spMkLst>
            <pc:docMk/>
            <pc:sldMk cId="1431263440" sldId="2147482450"/>
            <ac:spMk id="26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8:55:40.231" v="674" actId="14100"/>
          <ac:spMkLst>
            <pc:docMk/>
            <pc:sldMk cId="1431263440" sldId="2147482450"/>
            <ac:spMk id="2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48:19.566" v="247" actId="1076"/>
          <ac:spMkLst>
            <pc:docMk/>
            <pc:sldMk cId="1431263440" sldId="2147482450"/>
            <ac:spMk id="31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6:57.004" v="703" actId="14100"/>
          <ac:spMkLst>
            <pc:docMk/>
            <pc:sldMk cId="1431263440" sldId="2147482450"/>
            <ac:spMk id="32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7:35.150" v="725" actId="1076"/>
          <ac:spMkLst>
            <pc:docMk/>
            <pc:sldMk cId="1431263440" sldId="2147482450"/>
            <ac:spMk id="3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7:30.151" v="724" actId="1035"/>
          <ac:spMkLst>
            <pc:docMk/>
            <pc:sldMk cId="1431263440" sldId="2147482450"/>
            <ac:spMk id="35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7:30.151" v="724" actId="1035"/>
          <ac:spMkLst>
            <pc:docMk/>
            <pc:sldMk cId="1431263440" sldId="2147482450"/>
            <ac:spMk id="36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7:30.151" v="724" actId="1035"/>
          <ac:spMkLst>
            <pc:docMk/>
            <pc:sldMk cId="1431263440" sldId="2147482450"/>
            <ac:spMk id="37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7:30.151" v="724" actId="1035"/>
          <ac:spMkLst>
            <pc:docMk/>
            <pc:sldMk cId="1431263440" sldId="2147482450"/>
            <ac:spMk id="38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7:30.151" v="724" actId="1035"/>
          <ac:spMkLst>
            <pc:docMk/>
            <pc:sldMk cId="1431263440" sldId="2147482450"/>
            <ac:spMk id="4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7:30.151" v="724" actId="1035"/>
          <ac:spMkLst>
            <pc:docMk/>
            <pc:sldMk cId="1431263440" sldId="2147482450"/>
            <ac:spMk id="41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7:30.151" v="724" actId="1035"/>
          <ac:spMkLst>
            <pc:docMk/>
            <pc:sldMk cId="1431263440" sldId="2147482450"/>
            <ac:spMk id="4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7:30.151" v="724" actId="1035"/>
          <ac:spMkLst>
            <pc:docMk/>
            <pc:sldMk cId="1431263440" sldId="2147482450"/>
            <ac:spMk id="4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7:30.151" v="724" actId="1035"/>
          <ac:spMkLst>
            <pc:docMk/>
            <pc:sldMk cId="1431263440" sldId="2147482450"/>
            <ac:spMk id="45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07:30.151" v="724" actId="1035"/>
          <ac:spMkLst>
            <pc:docMk/>
            <pc:sldMk cId="1431263440" sldId="2147482450"/>
            <ac:spMk id="46" creationId="{00000000-0000-0000-0000-000000000000}"/>
          </ac:spMkLst>
        </pc:spChg>
        <pc:picChg chg="add mod">
          <ac:chgData name="Santoshini Panda" userId="6b669fdc-f9c3-46e0-a461-8aab301438c0" providerId="ADAL" clId="{B87EAB91-39E0-4DBF-92E7-87703F78A1C8}" dt="2026-09-03T09:04:00.531" v="684" actId="1076"/>
          <ac:picMkLst>
            <pc:docMk/>
            <pc:sldMk cId="1431263440" sldId="2147482450"/>
            <ac:picMk id="3" creationId="{CD6AC93A-FBAF-8F4E-6D25-DCBDB2797886}"/>
          </ac:picMkLst>
        </pc:picChg>
        <pc:picChg chg="add mod">
          <ac:chgData name="Santoshini Panda" userId="6b669fdc-f9c3-46e0-a461-8aab301438c0" providerId="ADAL" clId="{B87EAB91-39E0-4DBF-92E7-87703F78A1C8}" dt="2026-09-03T09:04:54.512" v="693" actId="1076"/>
          <ac:picMkLst>
            <pc:docMk/>
            <pc:sldMk cId="1431263440" sldId="2147482450"/>
            <ac:picMk id="5" creationId="{9DE94D1C-8A72-5822-6A90-5FCC12FEE6A8}"/>
          </ac:picMkLst>
        </pc:picChg>
        <pc:picChg chg="add mod">
          <ac:chgData name="Santoshini Panda" userId="6b669fdc-f9c3-46e0-a461-8aab301438c0" providerId="ADAL" clId="{B87EAB91-39E0-4DBF-92E7-87703F78A1C8}" dt="2026-09-03T09:05:57.022" v="696" actId="1076"/>
          <ac:picMkLst>
            <pc:docMk/>
            <pc:sldMk cId="1431263440" sldId="2147482450"/>
            <ac:picMk id="47" creationId="{B1E252D1-E724-3CEF-789A-22A5A72F2B10}"/>
          </ac:picMkLst>
        </pc:picChg>
        <pc:picChg chg="add mod">
          <ac:chgData name="Santoshini Panda" userId="6b669fdc-f9c3-46e0-a461-8aab301438c0" providerId="ADAL" clId="{B87EAB91-39E0-4DBF-92E7-87703F78A1C8}" dt="2026-09-03T09:07:05.276" v="704" actId="1076"/>
          <ac:picMkLst>
            <pc:docMk/>
            <pc:sldMk cId="1431263440" sldId="2147482450"/>
            <ac:picMk id="49" creationId="{0D74C4C3-5D3F-C5E1-046D-3ED08EEFE7CF}"/>
          </ac:picMkLst>
        </pc:picChg>
      </pc:sldChg>
      <pc:sldChg chg="addSp delSp modSp del mod ord modShow">
        <pc:chgData name="Santoshini Panda" userId="6b669fdc-f9c3-46e0-a461-8aab301438c0" providerId="ADAL" clId="{B87EAB91-39E0-4DBF-92E7-87703F78A1C8}" dt="2026-09-03T09:41:26.454" v="1314" actId="2696"/>
        <pc:sldMkLst>
          <pc:docMk/>
          <pc:sldMk cId="3370405505" sldId="2147482451"/>
        </pc:sldMkLst>
        <pc:spChg chg="mod">
          <ac:chgData name="Santoshini Panda" userId="6b669fdc-f9c3-46e0-a461-8aab301438c0" providerId="ADAL" clId="{B87EAB91-39E0-4DBF-92E7-87703F78A1C8}" dt="2026-09-03T08:38:19.183" v="566" actId="20577"/>
          <ac:spMkLst>
            <pc:docMk/>
            <pc:sldMk cId="3370405505" sldId="2147482451"/>
            <ac:spMk id="2" creationId="{D004E56B-AC78-75A0-19F6-CD8D364C492B}"/>
          </ac:spMkLst>
        </pc:spChg>
        <pc:spChg chg="mod">
          <ac:chgData name="Santoshini Panda" userId="6b669fdc-f9c3-46e0-a461-8aab301438c0" providerId="ADAL" clId="{B87EAB91-39E0-4DBF-92E7-87703F78A1C8}" dt="2026-09-03T08:39:00.337" v="575" actId="123"/>
          <ac:spMkLst>
            <pc:docMk/>
            <pc:sldMk cId="3370405505" sldId="2147482451"/>
            <ac:spMk id="6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33:19.522" v="1073" actId="1076"/>
          <ac:spMkLst>
            <pc:docMk/>
            <pc:sldMk cId="3370405505" sldId="2147482451"/>
            <ac:spMk id="7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44:53.912" v="224" actId="1076"/>
          <ac:spMkLst>
            <pc:docMk/>
            <pc:sldMk cId="3370405505" sldId="2147482451"/>
            <ac:spMk id="1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45:03.137" v="226" actId="1076"/>
          <ac:spMkLst>
            <pc:docMk/>
            <pc:sldMk cId="3370405505" sldId="2147482451"/>
            <ac:spMk id="11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46:32.167" v="238" actId="1076"/>
          <ac:spMkLst>
            <pc:docMk/>
            <pc:sldMk cId="3370405505" sldId="2147482451"/>
            <ac:spMk id="15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45:13.164" v="228" actId="1076"/>
          <ac:spMkLst>
            <pc:docMk/>
            <pc:sldMk cId="3370405505" sldId="2147482451"/>
            <ac:spMk id="16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9:33:01.436" v="1070" actId="1076"/>
          <ac:spMkLst>
            <pc:docMk/>
            <pc:sldMk cId="3370405505" sldId="2147482451"/>
            <ac:spMk id="18" creationId="{00000000-0000-0000-0000-000000000000}"/>
          </ac:spMkLst>
        </pc:spChg>
        <pc:spChg chg="add del">
          <ac:chgData name="Santoshini Panda" userId="6b669fdc-f9c3-46e0-a461-8aab301438c0" providerId="ADAL" clId="{B87EAB91-39E0-4DBF-92E7-87703F78A1C8}" dt="2026-09-03T06:43:06.961" v="202" actId="22"/>
          <ac:spMkLst>
            <pc:docMk/>
            <pc:sldMk cId="3370405505" sldId="2147482451"/>
            <ac:spMk id="19" creationId="{E1A9C7CC-344C-F561-270A-C77B909583B1}"/>
          </ac:spMkLst>
        </pc:spChg>
        <pc:spChg chg="add mod">
          <ac:chgData name="Santoshini Panda" userId="6b669fdc-f9c3-46e0-a461-8aab301438c0" providerId="ADAL" clId="{B87EAB91-39E0-4DBF-92E7-87703F78A1C8}" dt="2026-09-03T09:23:42.019" v="872" actId="14100"/>
          <ac:spMkLst>
            <pc:docMk/>
            <pc:sldMk cId="3370405505" sldId="2147482451"/>
            <ac:spMk id="20" creationId="{218AF4D1-72DB-CC79-B485-16713ECEB98C}"/>
          </ac:spMkLst>
        </pc:spChg>
      </pc:sldChg>
      <pc:sldChg chg="modSp mod">
        <pc:chgData name="Santoshini Panda" userId="6b669fdc-f9c3-46e0-a461-8aab301438c0" providerId="ADAL" clId="{B87EAB91-39E0-4DBF-92E7-87703F78A1C8}" dt="2026-09-03T09:45:22.459" v="1337" actId="20577"/>
        <pc:sldMkLst>
          <pc:docMk/>
          <pc:sldMk cId="691148423" sldId="2147482457"/>
        </pc:sldMkLst>
        <pc:spChg chg="mod">
          <ac:chgData name="Santoshini Panda" userId="6b669fdc-f9c3-46e0-a461-8aab301438c0" providerId="ADAL" clId="{B87EAB91-39E0-4DBF-92E7-87703F78A1C8}" dt="2026-09-03T09:45:22.459" v="1337" actId="20577"/>
          <ac:spMkLst>
            <pc:docMk/>
            <pc:sldMk cId="691148423" sldId="2147482457"/>
            <ac:spMk id="9" creationId="{2AEB73EE-CBC1-336A-2FD3-CD2BA1FE8932}"/>
          </ac:spMkLst>
        </pc:spChg>
        <pc:spChg chg="mod">
          <ac:chgData name="Santoshini Panda" userId="6b669fdc-f9c3-46e0-a461-8aab301438c0" providerId="ADAL" clId="{B87EAB91-39E0-4DBF-92E7-87703F78A1C8}" dt="2026-09-03T08:53:52.307" v="638" actId="20577"/>
          <ac:spMkLst>
            <pc:docMk/>
            <pc:sldMk cId="691148423" sldId="2147482457"/>
            <ac:spMk id="1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0:00.616" v="250" actId="1076"/>
          <ac:spMkLst>
            <pc:docMk/>
            <pc:sldMk cId="691148423" sldId="2147482457"/>
            <ac:spMk id="1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0:31.622" v="256" actId="1076"/>
          <ac:spMkLst>
            <pc:docMk/>
            <pc:sldMk cId="691148423" sldId="2147482457"/>
            <ac:spMk id="1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0:19.707" v="253" actId="1076"/>
          <ac:spMkLst>
            <pc:docMk/>
            <pc:sldMk cId="691148423" sldId="2147482457"/>
            <ac:spMk id="18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0:25.191" v="254" actId="1076"/>
          <ac:spMkLst>
            <pc:docMk/>
            <pc:sldMk cId="691148423" sldId="2147482457"/>
            <ac:spMk id="1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0:38.617" v="258" actId="1076"/>
          <ac:spMkLst>
            <pc:docMk/>
            <pc:sldMk cId="691148423" sldId="2147482457"/>
            <ac:spMk id="2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0:43.706" v="259" actId="1076"/>
          <ac:spMkLst>
            <pc:docMk/>
            <pc:sldMk cId="691148423" sldId="2147482457"/>
            <ac:spMk id="2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2:28.658" v="267" actId="20577"/>
          <ac:spMkLst>
            <pc:docMk/>
            <pc:sldMk cId="691148423" sldId="2147482457"/>
            <ac:spMk id="35" creationId="{00000000-0000-0000-0000-000000000000}"/>
          </ac:spMkLst>
        </pc:spChg>
      </pc:sldChg>
      <pc:sldChg chg="modSp mod">
        <pc:chgData name="Santoshini Panda" userId="6b669fdc-f9c3-46e0-a461-8aab301438c0" providerId="ADAL" clId="{B87EAB91-39E0-4DBF-92E7-87703F78A1C8}" dt="2026-09-03T09:46:18.727" v="1386" actId="20577"/>
        <pc:sldMkLst>
          <pc:docMk/>
          <pc:sldMk cId="1469795418" sldId="2147482460"/>
        </pc:sldMkLst>
        <pc:spChg chg="mod">
          <ac:chgData name="Santoshini Panda" userId="6b669fdc-f9c3-46e0-a461-8aab301438c0" providerId="ADAL" clId="{B87EAB91-39E0-4DBF-92E7-87703F78A1C8}" dt="2026-09-03T09:46:18.727" v="1386" actId="20577"/>
          <ac:spMkLst>
            <pc:docMk/>
            <pc:sldMk cId="1469795418" sldId="2147482460"/>
            <ac:spMk id="5" creationId="{83C40E7E-E60F-53A1-C6E2-34F93A3B4EB5}"/>
          </ac:spMkLst>
        </pc:spChg>
        <pc:spChg chg="mod">
          <ac:chgData name="Santoshini Panda" userId="6b669fdc-f9c3-46e0-a461-8aab301438c0" providerId="ADAL" clId="{B87EAB91-39E0-4DBF-92E7-87703F78A1C8}" dt="2026-09-03T08:54:58.016" v="668" actId="20577"/>
          <ac:spMkLst>
            <pc:docMk/>
            <pc:sldMk cId="1469795418" sldId="2147482460"/>
            <ac:spMk id="6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9:56.816" v="463" actId="1076"/>
          <ac:spMkLst>
            <pc:docMk/>
            <pc:sldMk cId="1469795418" sldId="2147482460"/>
            <ac:spMk id="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10:01.328" v="464" actId="1076"/>
          <ac:spMkLst>
            <pc:docMk/>
            <pc:sldMk cId="1469795418" sldId="2147482460"/>
            <ac:spMk id="1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10:05.973" v="466" actId="1076"/>
          <ac:spMkLst>
            <pc:docMk/>
            <pc:sldMk cId="1469795418" sldId="2147482460"/>
            <ac:spMk id="1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10:14.872" v="468" actId="1076"/>
          <ac:spMkLst>
            <pc:docMk/>
            <pc:sldMk cId="1469795418" sldId="2147482460"/>
            <ac:spMk id="15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10:22.480" v="470" actId="1076"/>
          <ac:spMkLst>
            <pc:docMk/>
            <pc:sldMk cId="1469795418" sldId="2147482460"/>
            <ac:spMk id="1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10:26.491" v="471" actId="1076"/>
          <ac:spMkLst>
            <pc:docMk/>
            <pc:sldMk cId="1469795418" sldId="2147482460"/>
            <ac:spMk id="2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10:33.224" v="473" actId="1076"/>
          <ac:spMkLst>
            <pc:docMk/>
            <pc:sldMk cId="1469795418" sldId="2147482460"/>
            <ac:spMk id="2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10:36.824" v="474" actId="1076"/>
          <ac:spMkLst>
            <pc:docMk/>
            <pc:sldMk cId="1469795418" sldId="2147482460"/>
            <ac:spMk id="25" creationId="{00000000-0000-0000-0000-000000000000}"/>
          </ac:spMkLst>
        </pc:spChg>
      </pc:sldChg>
      <pc:sldChg chg="addSp delSp modSp mod">
        <pc:chgData name="Santoshini Panda" userId="6b669fdc-f9c3-46e0-a461-8aab301438c0" providerId="ADAL" clId="{B87EAB91-39E0-4DBF-92E7-87703F78A1C8}" dt="2026-09-03T09:46:14.151" v="1379" actId="20577"/>
        <pc:sldMkLst>
          <pc:docMk/>
          <pc:sldMk cId="1217353825" sldId="2147482461"/>
        </pc:sldMkLst>
        <pc:spChg chg="mod">
          <ac:chgData name="Santoshini Panda" userId="6b669fdc-f9c3-46e0-a461-8aab301438c0" providerId="ADAL" clId="{B87EAB91-39E0-4DBF-92E7-87703F78A1C8}" dt="2026-09-03T09:46:14.151" v="1379" actId="20577"/>
          <ac:spMkLst>
            <pc:docMk/>
            <pc:sldMk cId="1217353825" sldId="2147482461"/>
            <ac:spMk id="2" creationId="{37DD83CE-923C-CBCA-95EB-4922DCDFBDC0}"/>
          </ac:spMkLst>
        </pc:spChg>
        <pc:spChg chg="mod">
          <ac:chgData name="Santoshini Panda" userId="6b669fdc-f9c3-46e0-a461-8aab301438c0" providerId="ADAL" clId="{B87EAB91-39E0-4DBF-92E7-87703F78A1C8}" dt="2026-09-03T07:06:45.901" v="438" actId="113"/>
          <ac:spMkLst>
            <pc:docMk/>
            <pc:sldMk cId="1217353825" sldId="2147482461"/>
            <ac:spMk id="5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6:02.462" v="430" actId="1076"/>
          <ac:spMkLst>
            <pc:docMk/>
            <pc:sldMk cId="1217353825" sldId="2147482461"/>
            <ac:spMk id="8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6:06.116" v="431" actId="1076"/>
          <ac:spMkLst>
            <pc:docMk/>
            <pc:sldMk cId="1217353825" sldId="2147482461"/>
            <ac:spMk id="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6:12.899" v="433" actId="1076"/>
          <ac:spMkLst>
            <pc:docMk/>
            <pc:sldMk cId="1217353825" sldId="2147482461"/>
            <ac:spMk id="1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6:19.390" v="434" actId="1076"/>
          <ac:spMkLst>
            <pc:docMk/>
            <pc:sldMk cId="1217353825" sldId="2147482461"/>
            <ac:spMk id="1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6:26.313" v="436" actId="1076"/>
          <ac:spMkLst>
            <pc:docMk/>
            <pc:sldMk cId="1217353825" sldId="2147482461"/>
            <ac:spMk id="18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6:33.067" v="437" actId="1076"/>
          <ac:spMkLst>
            <pc:docMk/>
            <pc:sldMk cId="1217353825" sldId="2147482461"/>
            <ac:spMk id="1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8:42.559" v="449" actId="1076"/>
          <ac:spMkLst>
            <pc:docMk/>
            <pc:sldMk cId="1217353825" sldId="2147482461"/>
            <ac:spMk id="21" creationId="{00000000-0000-0000-0000-000000000000}"/>
          </ac:spMkLst>
        </pc:spChg>
        <pc:spChg chg="add del">
          <ac:chgData name="Santoshini Panda" userId="6b669fdc-f9c3-46e0-a461-8aab301438c0" providerId="ADAL" clId="{B87EAB91-39E0-4DBF-92E7-87703F78A1C8}" dt="2026-09-03T07:08:24.344" v="445" actId="478"/>
          <ac:spMkLst>
            <pc:docMk/>
            <pc:sldMk cId="1217353825" sldId="2147482461"/>
            <ac:spMk id="25" creationId="{00000000-0000-0000-0000-000000000000}"/>
          </ac:spMkLst>
        </pc:spChg>
        <pc:spChg chg="del mod">
          <ac:chgData name="Santoshini Panda" userId="6b669fdc-f9c3-46e0-a461-8aab301438c0" providerId="ADAL" clId="{B87EAB91-39E0-4DBF-92E7-87703F78A1C8}" dt="2026-09-03T07:09:21.403" v="456" actId="478"/>
          <ac:spMkLst>
            <pc:docMk/>
            <pc:sldMk cId="1217353825" sldId="2147482461"/>
            <ac:spMk id="26" creationId="{00000000-0000-0000-0000-000000000000}"/>
          </ac:spMkLst>
        </pc:spChg>
        <pc:spChg chg="add mod">
          <ac:chgData name="Santoshini Panda" userId="6b669fdc-f9c3-46e0-a461-8aab301438c0" providerId="ADAL" clId="{B87EAB91-39E0-4DBF-92E7-87703F78A1C8}" dt="2026-09-03T07:08:28.307" v="446"/>
          <ac:spMkLst>
            <pc:docMk/>
            <pc:sldMk cId="1217353825" sldId="2147482461"/>
            <ac:spMk id="28" creationId="{E625E32F-D9A0-EBC3-257B-7AC8C318CBD8}"/>
          </ac:spMkLst>
        </pc:spChg>
        <pc:spChg chg="add del">
          <ac:chgData name="Santoshini Panda" userId="6b669fdc-f9c3-46e0-a461-8aab301438c0" providerId="ADAL" clId="{B87EAB91-39E0-4DBF-92E7-87703F78A1C8}" dt="2026-09-03T07:07:42.081" v="443" actId="22"/>
          <ac:spMkLst>
            <pc:docMk/>
            <pc:sldMk cId="1217353825" sldId="2147482461"/>
            <ac:spMk id="30" creationId="{A4514513-2E2B-F3A7-5766-3C6D4431909B}"/>
          </ac:spMkLst>
        </pc:spChg>
        <pc:spChg chg="add del mod">
          <ac:chgData name="Santoshini Panda" userId="6b669fdc-f9c3-46e0-a461-8aab301438c0" providerId="ADAL" clId="{B87EAB91-39E0-4DBF-92E7-87703F78A1C8}" dt="2026-09-03T07:08:46.203" v="450" actId="478"/>
          <ac:spMkLst>
            <pc:docMk/>
            <pc:sldMk cId="1217353825" sldId="2147482461"/>
            <ac:spMk id="32" creationId="{67B3EB32-1FC5-D6BC-D749-24DB16E6746E}"/>
          </ac:spMkLst>
        </pc:spChg>
        <pc:spChg chg="add del">
          <ac:chgData name="Santoshini Panda" userId="6b669fdc-f9c3-46e0-a461-8aab301438c0" providerId="ADAL" clId="{B87EAB91-39E0-4DBF-92E7-87703F78A1C8}" dt="2026-09-03T07:08:54.228" v="452" actId="22"/>
          <ac:spMkLst>
            <pc:docMk/>
            <pc:sldMk cId="1217353825" sldId="2147482461"/>
            <ac:spMk id="34" creationId="{CA558D86-943D-4B4F-47C2-A6E6B6B57539}"/>
          </ac:spMkLst>
        </pc:spChg>
        <pc:spChg chg="add mod">
          <ac:chgData name="Santoshini Panda" userId="6b669fdc-f9c3-46e0-a461-8aab301438c0" providerId="ADAL" clId="{B87EAB91-39E0-4DBF-92E7-87703F78A1C8}" dt="2026-09-03T07:09:40.170" v="461" actId="20577"/>
          <ac:spMkLst>
            <pc:docMk/>
            <pc:sldMk cId="1217353825" sldId="2147482461"/>
            <ac:spMk id="36" creationId="{A658C162-CE0B-20EE-4AAB-73F751347A9E}"/>
          </ac:spMkLst>
        </pc:spChg>
      </pc:sldChg>
      <pc:sldChg chg="modSp mod">
        <pc:chgData name="Santoshini Panda" userId="6b669fdc-f9c3-46e0-a461-8aab301438c0" providerId="ADAL" clId="{B87EAB91-39E0-4DBF-92E7-87703F78A1C8}" dt="2026-09-03T09:45:16.743" v="1330" actId="20577"/>
        <pc:sldMkLst>
          <pc:docMk/>
          <pc:sldMk cId="3573369850" sldId="2147482463"/>
        </pc:sldMkLst>
        <pc:spChg chg="mod">
          <ac:chgData name="Santoshini Panda" userId="6b669fdc-f9c3-46e0-a461-8aab301438c0" providerId="ADAL" clId="{B87EAB91-39E0-4DBF-92E7-87703F78A1C8}" dt="2026-09-03T09:45:16.743" v="1330" actId="20577"/>
          <ac:spMkLst>
            <pc:docMk/>
            <pc:sldMk cId="3573369850" sldId="2147482463"/>
            <ac:spMk id="5" creationId="{D4E190CD-1C8B-2E0F-E45B-046940C5CE84}"/>
          </ac:spMkLst>
        </pc:spChg>
        <pc:spChg chg="mod">
          <ac:chgData name="Santoshini Panda" userId="6b669fdc-f9c3-46e0-a461-8aab301438c0" providerId="ADAL" clId="{B87EAB91-39E0-4DBF-92E7-87703F78A1C8}" dt="2026-09-03T09:09:03.330" v="749" actId="108"/>
          <ac:spMkLst>
            <pc:docMk/>
            <pc:sldMk cId="3573369850" sldId="2147482463"/>
            <ac:spMk id="6" creationId="{00000000-0000-0000-0000-000000000000}"/>
          </ac:spMkLst>
        </pc:spChg>
      </pc:sldChg>
      <pc:sldChg chg="delSp modSp mod">
        <pc:chgData name="Santoshini Panda" userId="6b669fdc-f9c3-46e0-a461-8aab301438c0" providerId="ADAL" clId="{B87EAB91-39E0-4DBF-92E7-87703F78A1C8}" dt="2026-09-03T09:46:08.306" v="1372" actId="478"/>
        <pc:sldMkLst>
          <pc:docMk/>
          <pc:sldMk cId="2870503828" sldId="2147482464"/>
        </pc:sldMkLst>
        <pc:spChg chg="del mod">
          <ac:chgData name="Santoshini Panda" userId="6b669fdc-f9c3-46e0-a461-8aab301438c0" providerId="ADAL" clId="{B87EAB91-39E0-4DBF-92E7-87703F78A1C8}" dt="2026-09-03T09:46:08.306" v="1372" actId="478"/>
          <ac:spMkLst>
            <pc:docMk/>
            <pc:sldMk cId="2870503828" sldId="2147482464"/>
            <ac:spMk id="9" creationId="{7CCD8394-753D-6B84-F2B8-FA50CDF67097}"/>
          </ac:spMkLst>
        </pc:spChg>
        <pc:spChg chg="mod">
          <ac:chgData name="Santoshini Panda" userId="6b669fdc-f9c3-46e0-a461-8aab301438c0" providerId="ADAL" clId="{B87EAB91-39E0-4DBF-92E7-87703F78A1C8}" dt="2026-09-03T08:54:45.160" v="663" actId="20577"/>
          <ac:spMkLst>
            <pc:docMk/>
            <pc:sldMk cId="2870503828" sldId="2147482464"/>
            <ac:spMk id="1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3:22.175" v="379" actId="1076"/>
          <ac:spMkLst>
            <pc:docMk/>
            <pc:sldMk cId="2870503828" sldId="2147482464"/>
            <ac:spMk id="1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3:27.056" v="380" actId="1076"/>
          <ac:spMkLst>
            <pc:docMk/>
            <pc:sldMk cId="2870503828" sldId="2147482464"/>
            <ac:spMk id="1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3:38.593" v="385" actId="1076"/>
          <ac:spMkLst>
            <pc:docMk/>
            <pc:sldMk cId="2870503828" sldId="2147482464"/>
            <ac:spMk id="18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3:43.464" v="386" actId="1076"/>
          <ac:spMkLst>
            <pc:docMk/>
            <pc:sldMk cId="2870503828" sldId="2147482464"/>
            <ac:spMk id="1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3:55.949" v="391" actId="1076"/>
          <ac:spMkLst>
            <pc:docMk/>
            <pc:sldMk cId="2870503828" sldId="2147482464"/>
            <ac:spMk id="2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4:01.299" v="392" actId="1076"/>
          <ac:spMkLst>
            <pc:docMk/>
            <pc:sldMk cId="2870503828" sldId="2147482464"/>
            <ac:spMk id="2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4:14.796" v="397" actId="1076"/>
          <ac:spMkLst>
            <pc:docMk/>
            <pc:sldMk cId="2870503828" sldId="2147482464"/>
            <ac:spMk id="28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4:18.654" v="398" actId="1076"/>
          <ac:spMkLst>
            <pc:docMk/>
            <pc:sldMk cId="2870503828" sldId="2147482464"/>
            <ac:spMk id="2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4:29.814" v="403" actId="1076"/>
          <ac:spMkLst>
            <pc:docMk/>
            <pc:sldMk cId="2870503828" sldId="2147482464"/>
            <ac:spMk id="3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4:36.804" v="404" actId="1076"/>
          <ac:spMkLst>
            <pc:docMk/>
            <pc:sldMk cId="2870503828" sldId="2147482464"/>
            <ac:spMk id="3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5:47.628" v="428" actId="20577"/>
          <ac:spMkLst>
            <pc:docMk/>
            <pc:sldMk cId="2870503828" sldId="2147482464"/>
            <ac:spMk id="44" creationId="{00000000-0000-0000-0000-000000000000}"/>
          </ac:spMkLst>
        </pc:spChg>
      </pc:sldChg>
      <pc:sldChg chg="addSp delSp modSp del mod modShow">
        <pc:chgData name="Santoshini Panda" userId="6b669fdc-f9c3-46e0-a461-8aab301438c0" providerId="ADAL" clId="{B87EAB91-39E0-4DBF-92E7-87703F78A1C8}" dt="2026-09-03T09:41:34.835" v="1316" actId="2696"/>
        <pc:sldMkLst>
          <pc:docMk/>
          <pc:sldMk cId="3801309067" sldId="2147482465"/>
        </pc:sldMkLst>
        <pc:cxnChg chg="add del mod">
          <ac:chgData name="Santoshini Panda" userId="6b669fdc-f9c3-46e0-a461-8aab301438c0" providerId="ADAL" clId="{B87EAB91-39E0-4DBF-92E7-87703F78A1C8}" dt="2026-09-03T08:43:33.880" v="583" actId="478"/>
          <ac:cxnSpMkLst>
            <pc:docMk/>
            <pc:sldMk cId="3801309067" sldId="2147482465"/>
            <ac:cxnSpMk id="6" creationId="{C1DEE590-12AC-C7B7-8ED6-D158BB1D65AE}"/>
          </ac:cxnSpMkLst>
        </pc:cxnChg>
        <pc:cxnChg chg="del mod">
          <ac:chgData name="Santoshini Panda" userId="6b669fdc-f9c3-46e0-a461-8aab301438c0" providerId="ADAL" clId="{B87EAB91-39E0-4DBF-92E7-87703F78A1C8}" dt="2026-09-03T08:43:35.768" v="584" actId="478"/>
          <ac:cxnSpMkLst>
            <pc:docMk/>
            <pc:sldMk cId="3801309067" sldId="2147482465"/>
            <ac:cxnSpMk id="31" creationId="{00000000-0000-0000-0000-000000000000}"/>
          </ac:cxnSpMkLst>
        </pc:cxnChg>
        <pc:cxnChg chg="del mod">
          <ac:chgData name="Santoshini Panda" userId="6b669fdc-f9c3-46e0-a461-8aab301438c0" providerId="ADAL" clId="{B87EAB91-39E0-4DBF-92E7-87703F78A1C8}" dt="2026-09-03T08:43:37.621" v="585" actId="478"/>
          <ac:cxnSpMkLst>
            <pc:docMk/>
            <pc:sldMk cId="3801309067" sldId="2147482465"/>
            <ac:cxnSpMk id="32" creationId="{00000000-0000-0000-0000-000000000000}"/>
          </ac:cxnSpMkLst>
        </pc:cxnChg>
        <pc:cxnChg chg="del mod">
          <ac:chgData name="Santoshini Panda" userId="6b669fdc-f9c3-46e0-a461-8aab301438c0" providerId="ADAL" clId="{B87EAB91-39E0-4DBF-92E7-87703F78A1C8}" dt="2026-09-03T08:43:38.664" v="586" actId="478"/>
          <ac:cxnSpMkLst>
            <pc:docMk/>
            <pc:sldMk cId="3801309067" sldId="2147482465"/>
            <ac:cxnSpMk id="33" creationId="{00000000-0000-0000-0000-000000000000}"/>
          </ac:cxnSpMkLst>
        </pc:cxnChg>
        <pc:cxnChg chg="del">
          <ac:chgData name="Santoshini Panda" userId="6b669fdc-f9c3-46e0-a461-8aab301438c0" providerId="ADAL" clId="{B87EAB91-39E0-4DBF-92E7-87703F78A1C8}" dt="2026-09-03T08:43:40.965" v="588" actId="478"/>
          <ac:cxnSpMkLst>
            <pc:docMk/>
            <pc:sldMk cId="3801309067" sldId="2147482465"/>
            <ac:cxnSpMk id="46" creationId="{00000000-0000-0000-0000-000000000000}"/>
          </ac:cxnSpMkLst>
        </pc:cxnChg>
        <pc:cxnChg chg="del">
          <ac:chgData name="Santoshini Panda" userId="6b669fdc-f9c3-46e0-a461-8aab301438c0" providerId="ADAL" clId="{B87EAB91-39E0-4DBF-92E7-87703F78A1C8}" dt="2026-09-03T08:43:39.665" v="587" actId="478"/>
          <ac:cxnSpMkLst>
            <pc:docMk/>
            <pc:sldMk cId="3801309067" sldId="2147482465"/>
            <ac:cxnSpMk id="47" creationId="{00000000-0000-0000-0000-000000000000}"/>
          </ac:cxnSpMkLst>
        </pc:cxnChg>
        <pc:cxnChg chg="del">
          <ac:chgData name="Santoshini Panda" userId="6b669fdc-f9c3-46e0-a461-8aab301438c0" providerId="ADAL" clId="{B87EAB91-39E0-4DBF-92E7-87703F78A1C8}" dt="2026-09-03T08:43:42.429" v="589" actId="478"/>
          <ac:cxnSpMkLst>
            <pc:docMk/>
            <pc:sldMk cId="3801309067" sldId="2147482465"/>
            <ac:cxnSpMk id="48" creationId="{00000000-0000-0000-0000-000000000000}"/>
          </ac:cxnSpMkLst>
        </pc:cxnChg>
      </pc:sldChg>
      <pc:sldChg chg="modSp mod">
        <pc:chgData name="Santoshini Panda" userId="6b669fdc-f9c3-46e0-a461-8aab301438c0" providerId="ADAL" clId="{B87EAB91-39E0-4DBF-92E7-87703F78A1C8}" dt="2026-09-03T09:45:56.751" v="1365" actId="20577"/>
        <pc:sldMkLst>
          <pc:docMk/>
          <pc:sldMk cId="3051955326" sldId="2147482466"/>
        </pc:sldMkLst>
        <pc:spChg chg="mod">
          <ac:chgData name="Santoshini Panda" userId="6b669fdc-f9c3-46e0-a461-8aab301438c0" providerId="ADAL" clId="{B87EAB91-39E0-4DBF-92E7-87703F78A1C8}" dt="2026-09-03T09:45:56.751" v="1365" actId="20577"/>
          <ac:spMkLst>
            <pc:docMk/>
            <pc:sldMk cId="3051955326" sldId="2147482466"/>
            <ac:spMk id="9" creationId="{9D793A81-B154-9502-4FF4-79CCDC8AE93C}"/>
          </ac:spMkLst>
        </pc:spChg>
        <pc:spChg chg="mod">
          <ac:chgData name="Santoshini Panda" userId="6b669fdc-f9c3-46e0-a461-8aab301438c0" providerId="ADAL" clId="{B87EAB91-39E0-4DBF-92E7-87703F78A1C8}" dt="2026-09-03T08:54:30.821" v="656" actId="20577"/>
          <ac:spMkLst>
            <pc:docMk/>
            <pc:sldMk cId="3051955326" sldId="2147482466"/>
            <ac:spMk id="1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0:10.731" v="345" actId="1076"/>
          <ac:spMkLst>
            <pc:docMk/>
            <pc:sldMk cId="3051955326" sldId="2147482466"/>
            <ac:spMk id="1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0:14.214" v="346" actId="1076"/>
          <ac:spMkLst>
            <pc:docMk/>
            <pc:sldMk cId="3051955326" sldId="2147482466"/>
            <ac:spMk id="1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0:21.237" v="348" actId="1076"/>
          <ac:spMkLst>
            <pc:docMk/>
            <pc:sldMk cId="3051955326" sldId="2147482466"/>
            <ac:spMk id="18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0:26.650" v="349" actId="1076"/>
          <ac:spMkLst>
            <pc:docMk/>
            <pc:sldMk cId="3051955326" sldId="2147482466"/>
            <ac:spMk id="1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0:34.357" v="351" actId="1076"/>
          <ac:spMkLst>
            <pc:docMk/>
            <pc:sldMk cId="3051955326" sldId="2147482466"/>
            <ac:spMk id="2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0:40.673" v="352" actId="1076"/>
          <ac:spMkLst>
            <pc:docMk/>
            <pc:sldMk cId="3051955326" sldId="2147482466"/>
            <ac:spMk id="2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1:02.976" v="354" actId="255"/>
          <ac:spMkLst>
            <pc:docMk/>
            <pc:sldMk cId="3051955326" sldId="2147482466"/>
            <ac:spMk id="28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1:14.104" v="355" actId="255"/>
          <ac:spMkLst>
            <pc:docMk/>
            <pc:sldMk cId="3051955326" sldId="2147482466"/>
            <ac:spMk id="3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7:01:38.932" v="365" actId="20577"/>
          <ac:spMkLst>
            <pc:docMk/>
            <pc:sldMk cId="3051955326" sldId="2147482466"/>
            <ac:spMk id="34" creationId="{00000000-0000-0000-0000-000000000000}"/>
          </ac:spMkLst>
        </pc:spChg>
      </pc:sldChg>
      <pc:sldChg chg="modSp mod">
        <pc:chgData name="Santoshini Panda" userId="6b669fdc-f9c3-46e0-a461-8aab301438c0" providerId="ADAL" clId="{B87EAB91-39E0-4DBF-92E7-87703F78A1C8}" dt="2026-09-03T09:45:51.282" v="1358" actId="20577"/>
        <pc:sldMkLst>
          <pc:docMk/>
          <pc:sldMk cId="4010857553" sldId="2147482467"/>
        </pc:sldMkLst>
        <pc:spChg chg="mod">
          <ac:chgData name="Santoshini Panda" userId="6b669fdc-f9c3-46e0-a461-8aab301438c0" providerId="ADAL" clId="{B87EAB91-39E0-4DBF-92E7-87703F78A1C8}" dt="2026-09-03T09:45:51.282" v="1358" actId="20577"/>
          <ac:spMkLst>
            <pc:docMk/>
            <pc:sldMk cId="4010857553" sldId="2147482467"/>
            <ac:spMk id="9" creationId="{2CD3BD39-8EB8-71B1-8679-6B5D521D39F2}"/>
          </ac:spMkLst>
        </pc:spChg>
        <pc:spChg chg="mod">
          <ac:chgData name="Santoshini Panda" userId="6b669fdc-f9c3-46e0-a461-8aab301438c0" providerId="ADAL" clId="{B87EAB91-39E0-4DBF-92E7-87703F78A1C8}" dt="2026-09-03T08:54:23.530" v="652" actId="20577"/>
          <ac:spMkLst>
            <pc:docMk/>
            <pc:sldMk cId="4010857553" sldId="2147482467"/>
            <ac:spMk id="1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8:43.761" v="335" actId="1076"/>
          <ac:spMkLst>
            <pc:docMk/>
            <pc:sldMk cId="4010857553" sldId="2147482467"/>
            <ac:spMk id="1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8:50.933" v="336" actId="1076"/>
          <ac:spMkLst>
            <pc:docMk/>
            <pc:sldMk cId="4010857553" sldId="2147482467"/>
            <ac:spMk id="1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9:26.930" v="343" actId="1076"/>
          <ac:spMkLst>
            <pc:docMk/>
            <pc:sldMk cId="4010857553" sldId="2147482467"/>
            <ac:spMk id="18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9:02.760" v="339" actId="1076"/>
          <ac:spMkLst>
            <pc:docMk/>
            <pc:sldMk cId="4010857553" sldId="2147482467"/>
            <ac:spMk id="1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9:09.684" v="341" actId="1076"/>
          <ac:spMkLst>
            <pc:docMk/>
            <pc:sldMk cId="4010857553" sldId="2147482467"/>
            <ac:spMk id="2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9:20.009" v="342" actId="1076"/>
          <ac:spMkLst>
            <pc:docMk/>
            <pc:sldMk cId="4010857553" sldId="2147482467"/>
            <ac:spMk id="24" creationId="{00000000-0000-0000-0000-000000000000}"/>
          </ac:spMkLst>
        </pc:spChg>
      </pc:sldChg>
      <pc:sldChg chg="modSp mod">
        <pc:chgData name="Santoshini Panda" userId="6b669fdc-f9c3-46e0-a461-8aab301438c0" providerId="ADAL" clId="{B87EAB91-39E0-4DBF-92E7-87703F78A1C8}" dt="2026-09-03T09:45:45.346" v="1351" actId="20577"/>
        <pc:sldMkLst>
          <pc:docMk/>
          <pc:sldMk cId="2354309637" sldId="2147482468"/>
        </pc:sldMkLst>
        <pc:spChg chg="mod">
          <ac:chgData name="Santoshini Panda" userId="6b669fdc-f9c3-46e0-a461-8aab301438c0" providerId="ADAL" clId="{B87EAB91-39E0-4DBF-92E7-87703F78A1C8}" dt="2026-09-03T09:45:45.346" v="1351" actId="20577"/>
          <ac:spMkLst>
            <pc:docMk/>
            <pc:sldMk cId="2354309637" sldId="2147482468"/>
            <ac:spMk id="9" creationId="{A146A2EA-35E3-BC46-D57F-B14D6886A174}"/>
          </ac:spMkLst>
        </pc:spChg>
        <pc:spChg chg="mod">
          <ac:chgData name="Santoshini Panda" userId="6b669fdc-f9c3-46e0-a461-8aab301438c0" providerId="ADAL" clId="{B87EAB91-39E0-4DBF-92E7-87703F78A1C8}" dt="2026-09-03T08:54:14.822" v="648" actId="20577"/>
          <ac:spMkLst>
            <pc:docMk/>
            <pc:sldMk cId="2354309637" sldId="2147482468"/>
            <ac:spMk id="1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5:56.816" v="300" actId="1076"/>
          <ac:spMkLst>
            <pc:docMk/>
            <pc:sldMk cId="2354309637" sldId="2147482468"/>
            <ac:spMk id="1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6:08.087" v="301" actId="1076"/>
          <ac:spMkLst>
            <pc:docMk/>
            <pc:sldMk cId="2354309637" sldId="2147482468"/>
            <ac:spMk id="1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6:14.883" v="303" actId="1076"/>
          <ac:spMkLst>
            <pc:docMk/>
            <pc:sldMk cId="2354309637" sldId="2147482468"/>
            <ac:spMk id="18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6:20.875" v="304" actId="1076"/>
          <ac:spMkLst>
            <pc:docMk/>
            <pc:sldMk cId="2354309637" sldId="2147482468"/>
            <ac:spMk id="1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6:47.309" v="308" actId="1076"/>
          <ac:spMkLst>
            <pc:docMk/>
            <pc:sldMk cId="2354309637" sldId="2147482468"/>
            <ac:spMk id="2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6:41.098" v="307" actId="1076"/>
          <ac:spMkLst>
            <pc:docMk/>
            <pc:sldMk cId="2354309637" sldId="2147482468"/>
            <ac:spMk id="2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8:21.765" v="333" actId="20577"/>
          <ac:spMkLst>
            <pc:docMk/>
            <pc:sldMk cId="2354309637" sldId="2147482468"/>
            <ac:spMk id="34" creationId="{00000000-0000-0000-0000-000000000000}"/>
          </ac:spMkLst>
        </pc:spChg>
      </pc:sldChg>
      <pc:sldChg chg="delSp modSp mod">
        <pc:chgData name="Santoshini Panda" userId="6b669fdc-f9c3-46e0-a461-8aab301438c0" providerId="ADAL" clId="{B87EAB91-39E0-4DBF-92E7-87703F78A1C8}" dt="2026-09-03T09:45:31.535" v="1344" actId="478"/>
        <pc:sldMkLst>
          <pc:docMk/>
          <pc:sldMk cId="34750402" sldId="2147482469"/>
        </pc:sldMkLst>
        <pc:spChg chg="del mod">
          <ac:chgData name="Santoshini Panda" userId="6b669fdc-f9c3-46e0-a461-8aab301438c0" providerId="ADAL" clId="{B87EAB91-39E0-4DBF-92E7-87703F78A1C8}" dt="2026-09-03T09:45:31.535" v="1344" actId="478"/>
          <ac:spMkLst>
            <pc:docMk/>
            <pc:sldMk cId="34750402" sldId="2147482469"/>
            <ac:spMk id="9" creationId="{F235AC28-963C-EA0F-FA20-DBDDAC472301}"/>
          </ac:spMkLst>
        </pc:spChg>
        <pc:spChg chg="mod">
          <ac:chgData name="Santoshini Panda" userId="6b669fdc-f9c3-46e0-a461-8aab301438c0" providerId="ADAL" clId="{B87EAB91-39E0-4DBF-92E7-87703F78A1C8}" dt="2026-09-03T08:53:47.845" v="635" actId="20577"/>
          <ac:spMkLst>
            <pc:docMk/>
            <pc:sldMk cId="34750402" sldId="2147482469"/>
            <ac:spMk id="1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2:52.041" v="269" actId="1076"/>
          <ac:spMkLst>
            <pc:docMk/>
            <pc:sldMk cId="34750402" sldId="2147482469"/>
            <ac:spMk id="13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2:56.747" v="270" actId="1076"/>
          <ac:spMkLst>
            <pc:docMk/>
            <pc:sldMk cId="34750402" sldId="2147482469"/>
            <ac:spMk id="14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3:20.529" v="275" actId="14100"/>
          <ac:spMkLst>
            <pc:docMk/>
            <pc:sldMk cId="34750402" sldId="2147482469"/>
            <ac:spMk id="17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3:16.322" v="274" actId="14100"/>
          <ac:spMkLst>
            <pc:docMk/>
            <pc:sldMk cId="34750402" sldId="2147482469"/>
            <ac:spMk id="18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3:34.406" v="277" actId="1076"/>
          <ac:spMkLst>
            <pc:docMk/>
            <pc:sldMk cId="34750402" sldId="2147482469"/>
            <ac:spMk id="19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3:39.583" v="278" actId="1076"/>
          <ac:spMkLst>
            <pc:docMk/>
            <pc:sldMk cId="34750402" sldId="2147482469"/>
            <ac:spMk id="20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3:51.884" v="280" actId="1076"/>
          <ac:spMkLst>
            <pc:docMk/>
            <pc:sldMk cId="34750402" sldId="2147482469"/>
            <ac:spMk id="25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3:56.935" v="281" actId="1076"/>
          <ac:spMkLst>
            <pc:docMk/>
            <pc:sldMk cId="34750402" sldId="2147482469"/>
            <ac:spMk id="26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4:04.461" v="283" actId="1076"/>
          <ac:spMkLst>
            <pc:docMk/>
            <pc:sldMk cId="34750402" sldId="2147482469"/>
            <ac:spMk id="31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4:12.423" v="284" actId="1076"/>
          <ac:spMkLst>
            <pc:docMk/>
            <pc:sldMk cId="34750402" sldId="2147482469"/>
            <ac:spMk id="32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4:19.113" v="286" actId="1076"/>
          <ac:spMkLst>
            <pc:docMk/>
            <pc:sldMk cId="34750402" sldId="2147482469"/>
            <ac:spMk id="37" creationId="{00000000-0000-0000-0000-000000000000}"/>
          </ac:spMkLst>
        </pc:spChg>
        <pc:spChg chg="mod">
          <ac:chgData name="Santoshini Panda" userId="6b669fdc-f9c3-46e0-a461-8aab301438c0" providerId="ADAL" clId="{B87EAB91-39E0-4DBF-92E7-87703F78A1C8}" dt="2026-09-03T06:54:24.283" v="287" actId="1076"/>
          <ac:spMkLst>
            <pc:docMk/>
            <pc:sldMk cId="34750402" sldId="2147482469"/>
            <ac:spMk id="38" creationId="{00000000-0000-0000-0000-000000000000}"/>
          </ac:spMkLst>
        </pc:spChg>
        <pc:cxnChg chg="mod">
          <ac:chgData name="Santoshini Panda" userId="6b669fdc-f9c3-46e0-a461-8aab301438c0" providerId="ADAL" clId="{B87EAB91-39E0-4DBF-92E7-87703F78A1C8}" dt="2026-09-03T06:55:21.775" v="298" actId="1076"/>
          <ac:cxnSpMkLst>
            <pc:docMk/>
            <pc:sldMk cId="34750402" sldId="2147482469"/>
            <ac:cxnSpMk id="22" creationId="{00000000-0000-0000-0000-000000000000}"/>
          </ac:cxnSpMkLst>
        </pc:cxnChg>
      </pc:sldChg>
      <pc:sldChg chg="addSp delSp modSp new mod">
        <pc:chgData name="Santoshini Panda" userId="6b669fdc-f9c3-46e0-a461-8aab301438c0" providerId="ADAL" clId="{B87EAB91-39E0-4DBF-92E7-87703F78A1C8}" dt="2026-09-03T08:54:37.151" v="659" actId="20577"/>
        <pc:sldMkLst>
          <pc:docMk/>
          <pc:sldMk cId="1986537" sldId="2147482470"/>
        </pc:sldMkLst>
        <pc:spChg chg="mod">
          <ac:chgData name="Santoshini Panda" userId="6b669fdc-f9c3-46e0-a461-8aab301438c0" providerId="ADAL" clId="{B87EAB91-39E0-4DBF-92E7-87703F78A1C8}" dt="2026-09-03T08:54:37.151" v="659" actId="20577"/>
          <ac:spMkLst>
            <pc:docMk/>
            <pc:sldMk cId="1986537" sldId="2147482470"/>
            <ac:spMk id="2" creationId="{E6B0673F-EF5A-84B2-261A-A065CA07FDF7}"/>
          </ac:spMkLst>
        </pc:spChg>
        <pc:spChg chg="del mod">
          <ac:chgData name="Santoshini Panda" userId="6b669fdc-f9c3-46e0-a461-8aab301438c0" providerId="ADAL" clId="{B87EAB91-39E0-4DBF-92E7-87703F78A1C8}" dt="2026-09-03T08:46:04.069" v="597" actId="22"/>
          <ac:spMkLst>
            <pc:docMk/>
            <pc:sldMk cId="1986537" sldId="2147482470"/>
            <ac:spMk id="3" creationId="{35644595-1AB8-CAA7-5D30-900A527BC05C}"/>
          </ac:spMkLst>
        </pc:spChg>
        <pc:spChg chg="del">
          <ac:chgData name="Santoshini Panda" userId="6b669fdc-f9c3-46e0-a461-8aab301438c0" providerId="ADAL" clId="{B87EAB91-39E0-4DBF-92E7-87703F78A1C8}" dt="2026-09-03T08:44:19.084" v="592" actId="478"/>
          <ac:spMkLst>
            <pc:docMk/>
            <pc:sldMk cId="1986537" sldId="2147482470"/>
            <ac:spMk id="4" creationId="{FDDE4F04-5E92-EAC3-CDC4-05A56530E36E}"/>
          </ac:spMkLst>
        </pc:spChg>
        <pc:spChg chg="del">
          <ac:chgData name="Santoshini Panda" userId="6b669fdc-f9c3-46e0-a461-8aab301438c0" providerId="ADAL" clId="{B87EAB91-39E0-4DBF-92E7-87703F78A1C8}" dt="2026-09-03T08:44:28.511" v="595" actId="478"/>
          <ac:spMkLst>
            <pc:docMk/>
            <pc:sldMk cId="1986537" sldId="2147482470"/>
            <ac:spMk id="5" creationId="{6ED2D8C2-02DB-D8A9-CAC4-0FEDA6CB16DA}"/>
          </ac:spMkLst>
        </pc:spChg>
        <pc:spChg chg="del">
          <ac:chgData name="Santoshini Panda" userId="6b669fdc-f9c3-46e0-a461-8aab301438c0" providerId="ADAL" clId="{B87EAB91-39E0-4DBF-92E7-87703F78A1C8}" dt="2026-09-03T08:44:27.449" v="594" actId="478"/>
          <ac:spMkLst>
            <pc:docMk/>
            <pc:sldMk cId="1986537" sldId="2147482470"/>
            <ac:spMk id="6" creationId="{1DEE1C38-0DE3-5CAB-4B42-B09E1B509167}"/>
          </ac:spMkLst>
        </pc:spChg>
        <pc:spChg chg="del">
          <ac:chgData name="Santoshini Panda" userId="6b669fdc-f9c3-46e0-a461-8aab301438c0" providerId="ADAL" clId="{B87EAB91-39E0-4DBF-92E7-87703F78A1C8}" dt="2026-09-03T08:44:29.765" v="596" actId="478"/>
          <ac:spMkLst>
            <pc:docMk/>
            <pc:sldMk cId="1986537" sldId="2147482470"/>
            <ac:spMk id="7" creationId="{4973CF1A-48ED-1CC9-1F6C-B9683BDBCB31}"/>
          </ac:spMkLst>
        </pc:spChg>
        <pc:spChg chg="add mod">
          <ac:chgData name="Santoshini Panda" userId="6b669fdc-f9c3-46e0-a461-8aab301438c0" providerId="ADAL" clId="{B87EAB91-39E0-4DBF-92E7-87703F78A1C8}" dt="2026-09-03T08:52:18.967" v="624" actId="1076"/>
          <ac:spMkLst>
            <pc:docMk/>
            <pc:sldMk cId="1986537" sldId="2147482470"/>
            <ac:spMk id="15" creationId="{2EFD12EE-468A-6B8C-A336-1AFD40DF84B2}"/>
          </ac:spMkLst>
        </pc:spChg>
        <pc:spChg chg="add mod">
          <ac:chgData name="Santoshini Panda" userId="6b669fdc-f9c3-46e0-a461-8aab301438c0" providerId="ADAL" clId="{B87EAB91-39E0-4DBF-92E7-87703F78A1C8}" dt="2026-09-03T08:51:47.176" v="618" actId="1076"/>
          <ac:spMkLst>
            <pc:docMk/>
            <pc:sldMk cId="1986537" sldId="2147482470"/>
            <ac:spMk id="17" creationId="{A6B2D9C9-BA0D-6DC5-2430-F69726A6ACC1}"/>
          </ac:spMkLst>
        </pc:spChg>
        <pc:spChg chg="add mod">
          <ac:chgData name="Santoshini Panda" userId="6b669fdc-f9c3-46e0-a461-8aab301438c0" providerId="ADAL" clId="{B87EAB91-39E0-4DBF-92E7-87703F78A1C8}" dt="2026-09-03T08:51:47.176" v="618" actId="1076"/>
          <ac:spMkLst>
            <pc:docMk/>
            <pc:sldMk cId="1986537" sldId="2147482470"/>
            <ac:spMk id="19" creationId="{031D4246-EFEB-463A-4591-825380F29101}"/>
          </ac:spMkLst>
        </pc:spChg>
        <pc:spChg chg="add mod">
          <ac:chgData name="Santoshini Panda" userId="6b669fdc-f9c3-46e0-a461-8aab301438c0" providerId="ADAL" clId="{B87EAB91-39E0-4DBF-92E7-87703F78A1C8}" dt="2026-09-03T08:51:47.176" v="618" actId="1076"/>
          <ac:spMkLst>
            <pc:docMk/>
            <pc:sldMk cId="1986537" sldId="2147482470"/>
            <ac:spMk id="21" creationId="{1CF56940-05A5-9348-6E53-0C5D3A6CF4DF}"/>
          </ac:spMkLst>
        </pc:spChg>
        <pc:spChg chg="add mod">
          <ac:chgData name="Santoshini Panda" userId="6b669fdc-f9c3-46e0-a461-8aab301438c0" providerId="ADAL" clId="{B87EAB91-39E0-4DBF-92E7-87703F78A1C8}" dt="2026-09-03T08:51:47.176" v="618" actId="1076"/>
          <ac:spMkLst>
            <pc:docMk/>
            <pc:sldMk cId="1986537" sldId="2147482470"/>
            <ac:spMk id="23" creationId="{9814F681-61F0-24EC-F725-4CA6640C7E06}"/>
          </ac:spMkLst>
        </pc:spChg>
        <pc:spChg chg="add mod">
          <ac:chgData name="Santoshini Panda" userId="6b669fdc-f9c3-46e0-a461-8aab301438c0" providerId="ADAL" clId="{B87EAB91-39E0-4DBF-92E7-87703F78A1C8}" dt="2026-09-03T08:51:47.176" v="618" actId="1076"/>
          <ac:spMkLst>
            <pc:docMk/>
            <pc:sldMk cId="1986537" sldId="2147482470"/>
            <ac:spMk id="25" creationId="{DA5AAAF5-35F7-A0F0-7CC5-D10DADD53963}"/>
          </ac:spMkLst>
        </pc:spChg>
        <pc:picChg chg="add mod ord">
          <ac:chgData name="Santoshini Panda" userId="6b669fdc-f9c3-46e0-a461-8aab301438c0" providerId="ADAL" clId="{B87EAB91-39E0-4DBF-92E7-87703F78A1C8}" dt="2026-09-03T08:52:32.747" v="626" actId="1076"/>
          <ac:picMkLst>
            <pc:docMk/>
            <pc:sldMk cId="1986537" sldId="2147482470"/>
            <ac:picMk id="11" creationId="{C9D0B16A-A44D-20BA-AEB4-C25BAB22E2F1}"/>
          </ac:picMkLst>
        </pc:picChg>
        <pc:picChg chg="add mod">
          <ac:chgData name="Santoshini Panda" userId="6b669fdc-f9c3-46e0-a461-8aab301438c0" providerId="ADAL" clId="{B87EAB91-39E0-4DBF-92E7-87703F78A1C8}" dt="2026-09-03T08:52:29.347" v="625" actId="1076"/>
          <ac:picMkLst>
            <pc:docMk/>
            <pc:sldMk cId="1986537" sldId="2147482470"/>
            <ac:picMk id="13" creationId="{B63E2D67-90FC-00F5-DA36-9C1770398A44}"/>
          </ac:picMkLst>
        </pc:picChg>
      </pc:sldChg>
      <pc:sldChg chg="addSp delSp modSp add mod">
        <pc:chgData name="Santoshini Panda" userId="6b669fdc-f9c3-46e0-a461-8aab301438c0" providerId="ADAL" clId="{B87EAB91-39E0-4DBF-92E7-87703F78A1C8}" dt="2026-09-03T09:23:16.531" v="864" actId="478"/>
        <pc:sldMkLst>
          <pc:docMk/>
          <pc:sldMk cId="4238348700" sldId="2147482471"/>
        </pc:sldMkLst>
        <pc:spChg chg="del">
          <ac:chgData name="Santoshini Panda" userId="6b669fdc-f9c3-46e0-a461-8aab301438c0" providerId="ADAL" clId="{B87EAB91-39E0-4DBF-92E7-87703F78A1C8}" dt="2026-09-03T09:22:24.809" v="860" actId="478"/>
          <ac:spMkLst>
            <pc:docMk/>
            <pc:sldMk cId="4238348700" sldId="2147482471"/>
            <ac:spMk id="6" creationId="{D8847BAE-9DD9-39A6-91CE-9A0BE5DD02B5}"/>
          </ac:spMkLst>
        </pc:spChg>
        <pc:spChg chg="add mod">
          <ac:chgData name="Santoshini Panda" userId="6b669fdc-f9c3-46e0-a461-8aab301438c0" providerId="ADAL" clId="{B87EAB91-39E0-4DBF-92E7-87703F78A1C8}" dt="2026-09-03T09:21:54.517" v="855" actId="20577"/>
          <ac:spMkLst>
            <pc:docMk/>
            <pc:sldMk cId="4238348700" sldId="2147482471"/>
            <ac:spMk id="7" creationId="{5DBFD2AE-4E32-E524-72EF-A8668CDDEA3F}"/>
          </ac:spMkLst>
        </pc:spChg>
        <pc:spChg chg="mod">
          <ac:chgData name="Santoshini Panda" userId="6b669fdc-f9c3-46e0-a461-8aab301438c0" providerId="ADAL" clId="{B87EAB91-39E0-4DBF-92E7-87703F78A1C8}" dt="2026-09-03T09:21:36.786" v="850" actId="113"/>
          <ac:spMkLst>
            <pc:docMk/>
            <pc:sldMk cId="4238348700" sldId="2147482471"/>
            <ac:spMk id="12" creationId="{D1140238-BE70-2990-C5EB-6520A7F7FE2C}"/>
          </ac:spMkLst>
        </pc:spChg>
        <pc:spChg chg="del">
          <ac:chgData name="Santoshini Panda" userId="6b669fdc-f9c3-46e0-a461-8aab301438c0" providerId="ADAL" clId="{B87EAB91-39E0-4DBF-92E7-87703F78A1C8}" dt="2026-09-03T09:13:22.957" v="761" actId="478"/>
          <ac:spMkLst>
            <pc:docMk/>
            <pc:sldMk cId="4238348700" sldId="2147482471"/>
            <ac:spMk id="13" creationId="{B102541B-9357-8AB4-DDB8-4D1228A159B1}"/>
          </ac:spMkLst>
        </pc:spChg>
        <pc:spChg chg="del">
          <ac:chgData name="Santoshini Panda" userId="6b669fdc-f9c3-46e0-a461-8aab301438c0" providerId="ADAL" clId="{B87EAB91-39E0-4DBF-92E7-87703F78A1C8}" dt="2026-09-03T09:13:32.068" v="763" actId="478"/>
          <ac:spMkLst>
            <pc:docMk/>
            <pc:sldMk cId="4238348700" sldId="2147482471"/>
            <ac:spMk id="16" creationId="{A5BB5910-AA6B-908D-0EAA-652B08F2699B}"/>
          </ac:spMkLst>
        </pc:spChg>
        <pc:spChg chg="del">
          <ac:chgData name="Santoshini Panda" userId="6b669fdc-f9c3-46e0-a461-8aab301438c0" providerId="ADAL" clId="{B87EAB91-39E0-4DBF-92E7-87703F78A1C8}" dt="2026-09-03T09:13:32.068" v="763" actId="478"/>
          <ac:spMkLst>
            <pc:docMk/>
            <pc:sldMk cId="4238348700" sldId="2147482471"/>
            <ac:spMk id="17" creationId="{AE7580C9-C4B8-C78D-144E-283454ED0819}"/>
          </ac:spMkLst>
        </pc:spChg>
        <pc:spChg chg="del">
          <ac:chgData name="Santoshini Panda" userId="6b669fdc-f9c3-46e0-a461-8aab301438c0" providerId="ADAL" clId="{B87EAB91-39E0-4DBF-92E7-87703F78A1C8}" dt="2026-09-03T09:13:32.068" v="763" actId="478"/>
          <ac:spMkLst>
            <pc:docMk/>
            <pc:sldMk cId="4238348700" sldId="2147482471"/>
            <ac:spMk id="20" creationId="{6D7DDABE-5CCF-A9E6-63AD-B05107EE6F1D}"/>
          </ac:spMkLst>
        </pc:spChg>
        <pc:spChg chg="del">
          <ac:chgData name="Santoshini Panda" userId="6b669fdc-f9c3-46e0-a461-8aab301438c0" providerId="ADAL" clId="{B87EAB91-39E0-4DBF-92E7-87703F78A1C8}" dt="2026-09-03T09:13:32.068" v="763" actId="478"/>
          <ac:spMkLst>
            <pc:docMk/>
            <pc:sldMk cId="4238348700" sldId="2147482471"/>
            <ac:spMk id="22" creationId="{4FDFE3B7-471B-A160-CA93-2A1A1CFF7ACE}"/>
          </ac:spMkLst>
        </pc:spChg>
        <pc:spChg chg="del">
          <ac:chgData name="Santoshini Panda" userId="6b669fdc-f9c3-46e0-a461-8aab301438c0" providerId="ADAL" clId="{B87EAB91-39E0-4DBF-92E7-87703F78A1C8}" dt="2026-09-03T09:13:32.068" v="763" actId="478"/>
          <ac:spMkLst>
            <pc:docMk/>
            <pc:sldMk cId="4238348700" sldId="2147482471"/>
            <ac:spMk id="24" creationId="{FAB58E31-1900-02E1-9055-49BE793910A1}"/>
          </ac:spMkLst>
        </pc:spChg>
        <pc:spChg chg="del">
          <ac:chgData name="Santoshini Panda" userId="6b669fdc-f9c3-46e0-a461-8aab301438c0" providerId="ADAL" clId="{B87EAB91-39E0-4DBF-92E7-87703F78A1C8}" dt="2026-09-03T09:13:32.068" v="763" actId="478"/>
          <ac:spMkLst>
            <pc:docMk/>
            <pc:sldMk cId="4238348700" sldId="2147482471"/>
            <ac:spMk id="25" creationId="{264CC49B-4084-4ABE-22FF-3FE60F43F4D8}"/>
          </ac:spMkLst>
        </pc:spChg>
        <pc:spChg chg="del">
          <ac:chgData name="Santoshini Panda" userId="6b669fdc-f9c3-46e0-a461-8aab301438c0" providerId="ADAL" clId="{B87EAB91-39E0-4DBF-92E7-87703F78A1C8}" dt="2026-09-03T09:13:32.068" v="763" actId="478"/>
          <ac:spMkLst>
            <pc:docMk/>
            <pc:sldMk cId="4238348700" sldId="2147482471"/>
            <ac:spMk id="27" creationId="{0A76ADB7-3C7E-F155-80DA-877BECB5F619}"/>
          </ac:spMkLst>
        </pc:spChg>
        <pc:spChg chg="del">
          <ac:chgData name="Santoshini Panda" userId="6b669fdc-f9c3-46e0-a461-8aab301438c0" providerId="ADAL" clId="{B87EAB91-39E0-4DBF-92E7-87703F78A1C8}" dt="2026-09-03T09:13:32.068" v="763" actId="478"/>
          <ac:spMkLst>
            <pc:docMk/>
            <pc:sldMk cId="4238348700" sldId="2147482471"/>
            <ac:spMk id="32" creationId="{35FA01A2-0178-0C79-9273-89825B6AAB41}"/>
          </ac:spMkLst>
        </pc:spChg>
        <pc:spChg chg="del">
          <ac:chgData name="Santoshini Panda" userId="6b669fdc-f9c3-46e0-a461-8aab301438c0" providerId="ADAL" clId="{B87EAB91-39E0-4DBF-92E7-87703F78A1C8}" dt="2026-09-03T09:13:32.068" v="763" actId="478"/>
          <ac:spMkLst>
            <pc:docMk/>
            <pc:sldMk cId="4238348700" sldId="2147482471"/>
            <ac:spMk id="34" creationId="{225978D4-7D63-9FF0-60B5-B5C538B03B80}"/>
          </ac:spMkLst>
        </pc:spChg>
        <pc:spChg chg="del">
          <ac:chgData name="Santoshini Panda" userId="6b669fdc-f9c3-46e0-a461-8aab301438c0" providerId="ADAL" clId="{B87EAB91-39E0-4DBF-92E7-87703F78A1C8}" dt="2026-09-03T09:13:32.068" v="763" actId="478"/>
          <ac:spMkLst>
            <pc:docMk/>
            <pc:sldMk cId="4238348700" sldId="2147482471"/>
            <ac:spMk id="37" creationId="{E68CCD85-7EFC-AE54-EC22-68D695ADA2EF}"/>
          </ac:spMkLst>
        </pc:spChg>
        <pc:spChg chg="del mod">
          <ac:chgData name="Santoshini Panda" userId="6b669fdc-f9c3-46e0-a461-8aab301438c0" providerId="ADAL" clId="{B87EAB91-39E0-4DBF-92E7-87703F78A1C8}" dt="2026-09-03T09:23:16.531" v="864" actId="478"/>
          <ac:spMkLst>
            <pc:docMk/>
            <pc:sldMk cId="4238348700" sldId="2147482471"/>
            <ac:spMk id="38" creationId="{6CD26697-5CCB-4E17-01FB-0A37AAC92F25}"/>
          </ac:spMkLst>
        </pc:spChg>
        <pc:spChg chg="add del mod">
          <ac:chgData name="Santoshini Panda" userId="6b669fdc-f9c3-46e0-a461-8aab301438c0" providerId="ADAL" clId="{B87EAB91-39E0-4DBF-92E7-87703F78A1C8}" dt="2026-09-03T09:22:28.471" v="861" actId="478"/>
          <ac:spMkLst>
            <pc:docMk/>
            <pc:sldMk cId="4238348700" sldId="2147482471"/>
            <ac:spMk id="44" creationId="{EE943E78-0418-3A1B-B458-8A6123668034}"/>
          </ac:spMkLst>
        </pc:spChg>
        <pc:picChg chg="add mod">
          <ac:chgData name="Santoshini Panda" userId="6b669fdc-f9c3-46e0-a461-8aab301438c0" providerId="ADAL" clId="{B87EAB91-39E0-4DBF-92E7-87703F78A1C8}" dt="2026-09-03T09:13:41.234" v="765" actId="1076"/>
          <ac:picMkLst>
            <pc:docMk/>
            <pc:sldMk cId="4238348700" sldId="2147482471"/>
            <ac:picMk id="5" creationId="{F1EAF993-F6B7-CFC2-C924-0C51D5C75E2E}"/>
          </ac:picMkLst>
        </pc:picChg>
        <pc:picChg chg="add del mod">
          <ac:chgData name="Santoshini Panda" userId="6b669fdc-f9c3-46e0-a461-8aab301438c0" providerId="ADAL" clId="{B87EAB91-39E0-4DBF-92E7-87703F78A1C8}" dt="2026-09-03T09:17:56.239" v="818" actId="478"/>
          <ac:picMkLst>
            <pc:docMk/>
            <pc:sldMk cId="4238348700" sldId="2147482471"/>
            <ac:picMk id="9" creationId="{BB0B9E49-54C0-F538-BC06-2BE7BDC86A29}"/>
          </ac:picMkLst>
        </pc:picChg>
        <pc:picChg chg="add del mod">
          <ac:chgData name="Santoshini Panda" userId="6b669fdc-f9c3-46e0-a461-8aab301438c0" providerId="ADAL" clId="{B87EAB91-39E0-4DBF-92E7-87703F78A1C8}" dt="2026-09-03T09:17:56.239" v="818" actId="478"/>
          <ac:picMkLst>
            <pc:docMk/>
            <pc:sldMk cId="4238348700" sldId="2147482471"/>
            <ac:picMk id="11" creationId="{01E2D428-38B3-2548-6544-ECF3BD5D8DB4}"/>
          </ac:picMkLst>
        </pc:picChg>
        <pc:picChg chg="add mod">
          <ac:chgData name="Santoshini Panda" userId="6b669fdc-f9c3-46e0-a461-8aab301438c0" providerId="ADAL" clId="{B87EAB91-39E0-4DBF-92E7-87703F78A1C8}" dt="2026-09-03T09:22:01.638" v="857" actId="1076"/>
          <ac:picMkLst>
            <pc:docMk/>
            <pc:sldMk cId="4238348700" sldId="2147482471"/>
            <ac:picMk id="23" creationId="{97FACFB3-11D9-C50E-47B3-13A2F2266DA0}"/>
          </ac:picMkLst>
        </pc:picChg>
        <pc:picChg chg="add mod">
          <ac:chgData name="Santoshini Panda" userId="6b669fdc-f9c3-46e0-a461-8aab301438c0" providerId="ADAL" clId="{B87EAB91-39E0-4DBF-92E7-87703F78A1C8}" dt="2026-09-03T09:21:59.704" v="856" actId="1076"/>
          <ac:picMkLst>
            <pc:docMk/>
            <pc:sldMk cId="4238348700" sldId="2147482471"/>
            <ac:picMk id="33" creationId="{94F90C1B-F976-0FFB-94A6-5AB75009CCD9}"/>
          </ac:picMkLst>
        </pc:picChg>
        <pc:picChg chg="add mod">
          <ac:chgData name="Santoshini Panda" userId="6b669fdc-f9c3-46e0-a461-8aab301438c0" providerId="ADAL" clId="{B87EAB91-39E0-4DBF-92E7-87703F78A1C8}" dt="2026-09-03T09:22:05.938" v="859" actId="1076"/>
          <ac:picMkLst>
            <pc:docMk/>
            <pc:sldMk cId="4238348700" sldId="2147482471"/>
            <ac:picMk id="40" creationId="{003CFB3A-0ACF-ABDD-2C1F-A86705B6F139}"/>
          </ac:picMkLst>
        </pc:picChg>
        <pc:picChg chg="add mod">
          <ac:chgData name="Santoshini Panda" userId="6b669fdc-f9c3-46e0-a461-8aab301438c0" providerId="ADAL" clId="{B87EAB91-39E0-4DBF-92E7-87703F78A1C8}" dt="2026-09-03T09:22:03.975" v="858" actId="1076"/>
          <ac:picMkLst>
            <pc:docMk/>
            <pc:sldMk cId="4238348700" sldId="2147482471"/>
            <ac:picMk id="42" creationId="{99B005B0-72ED-1DCB-AFCE-32C934502CC0}"/>
          </ac:picMkLst>
        </pc:picChg>
      </pc:sldChg>
      <pc:sldChg chg="addSp delSp modSp add mod">
        <pc:chgData name="Santoshini Panda" userId="6b669fdc-f9c3-46e0-a461-8aab301438c0" providerId="ADAL" clId="{B87EAB91-39E0-4DBF-92E7-87703F78A1C8}" dt="2026-09-03T09:40:00.400" v="1313" actId="1076"/>
        <pc:sldMkLst>
          <pc:docMk/>
          <pc:sldMk cId="4069380702" sldId="2147482472"/>
        </pc:sldMkLst>
        <pc:spChg chg="add mod">
          <ac:chgData name="Santoshini Panda" userId="6b669fdc-f9c3-46e0-a461-8aab301438c0" providerId="ADAL" clId="{B87EAB91-39E0-4DBF-92E7-87703F78A1C8}" dt="2026-09-03T09:26:31.150" v="945" actId="20577"/>
          <ac:spMkLst>
            <pc:docMk/>
            <pc:sldMk cId="4069380702" sldId="2147482472"/>
            <ac:spMk id="5" creationId="{8BD80C2D-3B05-AED5-2296-84B3DA4DD8C6}"/>
          </ac:spMkLst>
        </pc:spChg>
        <pc:spChg chg="del">
          <ac:chgData name="Santoshini Panda" userId="6b669fdc-f9c3-46e0-a461-8aab301438c0" providerId="ADAL" clId="{B87EAB91-39E0-4DBF-92E7-87703F78A1C8}" dt="2026-09-03T09:25:05.800" v="878" actId="478"/>
          <ac:spMkLst>
            <pc:docMk/>
            <pc:sldMk cId="4069380702" sldId="2147482472"/>
            <ac:spMk id="6" creationId="{EAD1133F-F2BE-CB24-096C-A989EC424F20}"/>
          </ac:spMkLst>
        </pc:spChg>
        <pc:spChg chg="del mod">
          <ac:chgData name="Santoshini Panda" userId="6b669fdc-f9c3-46e0-a461-8aab301438c0" providerId="ADAL" clId="{B87EAB91-39E0-4DBF-92E7-87703F78A1C8}" dt="2026-09-03T09:25:01.341" v="875" actId="478"/>
          <ac:spMkLst>
            <pc:docMk/>
            <pc:sldMk cId="4069380702" sldId="2147482472"/>
            <ac:spMk id="7" creationId="{8A078B41-B8AC-0645-0A66-6C5C7AD0A002}"/>
          </ac:spMkLst>
        </pc:spChg>
        <pc:spChg chg="del">
          <ac:chgData name="Santoshini Panda" userId="6b669fdc-f9c3-46e0-a461-8aab301438c0" providerId="ADAL" clId="{B87EAB91-39E0-4DBF-92E7-87703F78A1C8}" dt="2026-09-03T09:25:10.501" v="881" actId="478"/>
          <ac:spMkLst>
            <pc:docMk/>
            <pc:sldMk cId="4069380702" sldId="2147482472"/>
            <ac:spMk id="8" creationId="{75BF7BB4-A9AB-0F3F-1ABF-5E45026F572F}"/>
          </ac:spMkLst>
        </pc:spChg>
        <pc:spChg chg="del">
          <ac:chgData name="Santoshini Panda" userId="6b669fdc-f9c3-46e0-a461-8aab301438c0" providerId="ADAL" clId="{B87EAB91-39E0-4DBF-92E7-87703F78A1C8}" dt="2026-09-03T09:25:07.670" v="879" actId="478"/>
          <ac:spMkLst>
            <pc:docMk/>
            <pc:sldMk cId="4069380702" sldId="2147482472"/>
            <ac:spMk id="9" creationId="{0D8DC8DC-922B-BA61-17CF-8E85AA78851E}"/>
          </ac:spMkLst>
        </pc:spChg>
        <pc:spChg chg="del">
          <ac:chgData name="Santoshini Panda" userId="6b669fdc-f9c3-46e0-a461-8aab301438c0" providerId="ADAL" clId="{B87EAB91-39E0-4DBF-92E7-87703F78A1C8}" dt="2026-09-03T09:25:17.731" v="885" actId="478"/>
          <ac:spMkLst>
            <pc:docMk/>
            <pc:sldMk cId="4069380702" sldId="2147482472"/>
            <ac:spMk id="10" creationId="{2E5797B2-4B52-27FB-C7EE-C45F7BB32BA7}"/>
          </ac:spMkLst>
        </pc:spChg>
        <pc:spChg chg="del">
          <ac:chgData name="Santoshini Panda" userId="6b669fdc-f9c3-46e0-a461-8aab301438c0" providerId="ADAL" clId="{B87EAB91-39E0-4DBF-92E7-87703F78A1C8}" dt="2026-09-03T09:25:17.731" v="885" actId="478"/>
          <ac:spMkLst>
            <pc:docMk/>
            <pc:sldMk cId="4069380702" sldId="2147482472"/>
            <ac:spMk id="11" creationId="{502C1829-17DC-FCBC-A731-155282D03B84}"/>
          </ac:spMkLst>
        </pc:spChg>
        <pc:spChg chg="del">
          <ac:chgData name="Santoshini Panda" userId="6b669fdc-f9c3-46e0-a461-8aab301438c0" providerId="ADAL" clId="{B87EAB91-39E0-4DBF-92E7-87703F78A1C8}" dt="2026-09-03T09:25:17.731" v="885" actId="478"/>
          <ac:spMkLst>
            <pc:docMk/>
            <pc:sldMk cId="4069380702" sldId="2147482472"/>
            <ac:spMk id="12" creationId="{D1ECB3B7-FDFF-13DE-DA1C-2DF202EB6BE7}"/>
          </ac:spMkLst>
        </pc:spChg>
        <pc:spChg chg="del">
          <ac:chgData name="Santoshini Panda" userId="6b669fdc-f9c3-46e0-a461-8aab301438c0" providerId="ADAL" clId="{B87EAB91-39E0-4DBF-92E7-87703F78A1C8}" dt="2026-09-03T09:25:11.614" v="882" actId="478"/>
          <ac:spMkLst>
            <pc:docMk/>
            <pc:sldMk cId="4069380702" sldId="2147482472"/>
            <ac:spMk id="13" creationId="{AD190A07-D636-0DB3-BD87-4D7E911B8E20}"/>
          </ac:spMkLst>
        </pc:spChg>
        <pc:spChg chg="del">
          <ac:chgData name="Santoshini Panda" userId="6b669fdc-f9c3-46e0-a461-8aab301438c0" providerId="ADAL" clId="{B87EAB91-39E0-4DBF-92E7-87703F78A1C8}" dt="2026-09-03T09:25:08.888" v="880" actId="478"/>
          <ac:spMkLst>
            <pc:docMk/>
            <pc:sldMk cId="4069380702" sldId="2147482472"/>
            <ac:spMk id="14" creationId="{EBB7A380-9F34-6E9C-B9E0-48CB4999BBB9}"/>
          </ac:spMkLst>
        </pc:spChg>
        <pc:spChg chg="del mod">
          <ac:chgData name="Santoshini Panda" userId="6b669fdc-f9c3-46e0-a461-8aab301438c0" providerId="ADAL" clId="{B87EAB91-39E0-4DBF-92E7-87703F78A1C8}" dt="2026-09-03T09:25:13.845" v="884" actId="478"/>
          <ac:spMkLst>
            <pc:docMk/>
            <pc:sldMk cId="4069380702" sldId="2147482472"/>
            <ac:spMk id="15" creationId="{6E0B1F98-1547-F3FA-6213-DAC9543BCD7D}"/>
          </ac:spMkLst>
        </pc:spChg>
        <pc:spChg chg="del">
          <ac:chgData name="Santoshini Panda" userId="6b669fdc-f9c3-46e0-a461-8aab301438c0" providerId="ADAL" clId="{B87EAB91-39E0-4DBF-92E7-87703F78A1C8}" dt="2026-09-03T09:25:17.731" v="885" actId="478"/>
          <ac:spMkLst>
            <pc:docMk/>
            <pc:sldMk cId="4069380702" sldId="2147482472"/>
            <ac:spMk id="16" creationId="{B402B869-3439-D0A8-9474-6588FFF8FD8F}"/>
          </ac:spMkLst>
        </pc:spChg>
        <pc:spChg chg="del">
          <ac:chgData name="Santoshini Panda" userId="6b669fdc-f9c3-46e0-a461-8aab301438c0" providerId="ADAL" clId="{B87EAB91-39E0-4DBF-92E7-87703F78A1C8}" dt="2026-09-03T09:25:20.940" v="886" actId="478"/>
          <ac:spMkLst>
            <pc:docMk/>
            <pc:sldMk cId="4069380702" sldId="2147482472"/>
            <ac:spMk id="17" creationId="{9D4EB7FB-58F7-620D-503C-EAF9EC4617E1}"/>
          </ac:spMkLst>
        </pc:spChg>
        <pc:spChg chg="del mod">
          <ac:chgData name="Santoshini Panda" userId="6b669fdc-f9c3-46e0-a461-8aab301438c0" providerId="ADAL" clId="{B87EAB91-39E0-4DBF-92E7-87703F78A1C8}" dt="2026-09-03T09:25:03.690" v="877" actId="478"/>
          <ac:spMkLst>
            <pc:docMk/>
            <pc:sldMk cId="4069380702" sldId="2147482472"/>
            <ac:spMk id="18" creationId="{34B52931-06D2-3E24-FA46-915DD571316A}"/>
          </ac:spMkLst>
        </pc:spChg>
        <pc:spChg chg="add del mod">
          <ac:chgData name="Santoshini Panda" userId="6b669fdc-f9c3-46e0-a461-8aab301438c0" providerId="ADAL" clId="{B87EAB91-39E0-4DBF-92E7-87703F78A1C8}" dt="2026-09-03T09:26:44.466" v="950"/>
          <ac:spMkLst>
            <pc:docMk/>
            <pc:sldMk cId="4069380702" sldId="2147482472"/>
            <ac:spMk id="19" creationId="{E4C7B3F4-CA57-C2BE-A224-B0C9CD448C50}"/>
          </ac:spMkLst>
        </pc:spChg>
        <pc:spChg chg="add del mod">
          <ac:chgData name="Santoshini Panda" userId="6b669fdc-f9c3-46e0-a461-8aab301438c0" providerId="ADAL" clId="{B87EAB91-39E0-4DBF-92E7-87703F78A1C8}" dt="2026-09-03T09:26:44.456" v="948" actId="478"/>
          <ac:spMkLst>
            <pc:docMk/>
            <pc:sldMk cId="4069380702" sldId="2147482472"/>
            <ac:spMk id="22" creationId="{787BDAEF-806D-FEBE-8B32-BC6E630ABF12}"/>
          </ac:spMkLst>
        </pc:spChg>
        <pc:spChg chg="add mod">
          <ac:chgData name="Santoshini Panda" userId="6b669fdc-f9c3-46e0-a461-8aab301438c0" providerId="ADAL" clId="{B87EAB91-39E0-4DBF-92E7-87703F78A1C8}" dt="2026-09-03T09:27:28.774" v="955" actId="1076"/>
          <ac:spMkLst>
            <pc:docMk/>
            <pc:sldMk cId="4069380702" sldId="2147482472"/>
            <ac:spMk id="23" creationId="{A722B251-22EB-7A0E-561D-BE2545EAD361}"/>
          </ac:spMkLst>
        </pc:spChg>
        <pc:spChg chg="add del mod">
          <ac:chgData name="Santoshini Panda" userId="6b669fdc-f9c3-46e0-a461-8aab301438c0" providerId="ADAL" clId="{B87EAB91-39E0-4DBF-92E7-87703F78A1C8}" dt="2026-09-03T09:33:48.090" v="1075" actId="478"/>
          <ac:spMkLst>
            <pc:docMk/>
            <pc:sldMk cId="4069380702" sldId="2147482472"/>
            <ac:spMk id="24" creationId="{5B82FFC0-4098-C1A4-2C60-75BAB33E6DA1}"/>
          </ac:spMkLst>
        </pc:spChg>
        <pc:spChg chg="add del mod">
          <ac:chgData name="Santoshini Panda" userId="6b669fdc-f9c3-46e0-a461-8aab301438c0" providerId="ADAL" clId="{B87EAB91-39E0-4DBF-92E7-87703F78A1C8}" dt="2026-09-03T09:33:48.090" v="1075" actId="478"/>
          <ac:spMkLst>
            <pc:docMk/>
            <pc:sldMk cId="4069380702" sldId="2147482472"/>
            <ac:spMk id="26" creationId="{0B2947B2-DDFB-8043-E568-A9C9DD0C80FC}"/>
          </ac:spMkLst>
        </pc:spChg>
        <pc:spChg chg="add del mod">
          <ac:chgData name="Santoshini Panda" userId="6b669fdc-f9c3-46e0-a461-8aab301438c0" providerId="ADAL" clId="{B87EAB91-39E0-4DBF-92E7-87703F78A1C8}" dt="2026-09-03T09:33:48.090" v="1075" actId="478"/>
          <ac:spMkLst>
            <pc:docMk/>
            <pc:sldMk cId="4069380702" sldId="2147482472"/>
            <ac:spMk id="28" creationId="{367CAF94-E664-F47E-1E4E-639F52AEB836}"/>
          </ac:spMkLst>
        </pc:spChg>
        <pc:spChg chg="add del mod">
          <ac:chgData name="Santoshini Panda" userId="6b669fdc-f9c3-46e0-a461-8aab301438c0" providerId="ADAL" clId="{B87EAB91-39E0-4DBF-92E7-87703F78A1C8}" dt="2026-09-03T09:28:30.990" v="965" actId="478"/>
          <ac:spMkLst>
            <pc:docMk/>
            <pc:sldMk cId="4069380702" sldId="2147482472"/>
            <ac:spMk id="30" creationId="{D7CD2E43-5EE5-0570-D0FF-102797247664}"/>
          </ac:spMkLst>
        </pc:spChg>
        <pc:spChg chg="add del mod">
          <ac:chgData name="Santoshini Panda" userId="6b669fdc-f9c3-46e0-a461-8aab301438c0" providerId="ADAL" clId="{B87EAB91-39E0-4DBF-92E7-87703F78A1C8}" dt="2026-09-03T09:33:48.090" v="1075" actId="478"/>
          <ac:spMkLst>
            <pc:docMk/>
            <pc:sldMk cId="4069380702" sldId="2147482472"/>
            <ac:spMk id="32" creationId="{57CE17B9-52F7-E1D6-5A4D-F2AFC2395B0F}"/>
          </ac:spMkLst>
        </pc:spChg>
        <pc:spChg chg="add del mod">
          <ac:chgData name="Santoshini Panda" userId="6b669fdc-f9c3-46e0-a461-8aab301438c0" providerId="ADAL" clId="{B87EAB91-39E0-4DBF-92E7-87703F78A1C8}" dt="2026-09-03T09:33:48.090" v="1075" actId="478"/>
          <ac:spMkLst>
            <pc:docMk/>
            <pc:sldMk cId="4069380702" sldId="2147482472"/>
            <ac:spMk id="33" creationId="{EC143787-0965-0A08-E4A0-9EC8E8DC686F}"/>
          </ac:spMkLst>
        </pc:spChg>
        <pc:spChg chg="add del mod">
          <ac:chgData name="Santoshini Panda" userId="6b669fdc-f9c3-46e0-a461-8aab301438c0" providerId="ADAL" clId="{B87EAB91-39E0-4DBF-92E7-87703F78A1C8}" dt="2026-09-03T09:33:48.090" v="1075" actId="478"/>
          <ac:spMkLst>
            <pc:docMk/>
            <pc:sldMk cId="4069380702" sldId="2147482472"/>
            <ac:spMk id="35" creationId="{407DE057-DCBE-E1C1-0F3A-ED4B130BA2D2}"/>
          </ac:spMkLst>
        </pc:spChg>
        <pc:spChg chg="add del mod">
          <ac:chgData name="Santoshini Panda" userId="6b669fdc-f9c3-46e0-a461-8aab301438c0" providerId="ADAL" clId="{B87EAB91-39E0-4DBF-92E7-87703F78A1C8}" dt="2026-09-03T09:33:48.090" v="1075" actId="478"/>
          <ac:spMkLst>
            <pc:docMk/>
            <pc:sldMk cId="4069380702" sldId="2147482472"/>
            <ac:spMk id="37" creationId="{33D2F73A-6085-7BE2-3F02-83D9D5160909}"/>
          </ac:spMkLst>
        </pc:spChg>
        <pc:spChg chg="add del mod">
          <ac:chgData name="Santoshini Panda" userId="6b669fdc-f9c3-46e0-a461-8aab301438c0" providerId="ADAL" clId="{B87EAB91-39E0-4DBF-92E7-87703F78A1C8}" dt="2026-09-03T09:33:58.146" v="1078" actId="478"/>
          <ac:spMkLst>
            <pc:docMk/>
            <pc:sldMk cId="4069380702" sldId="2147482472"/>
            <ac:spMk id="39" creationId="{85C413D5-DBF0-E2BD-6354-FF0762544169}"/>
          </ac:spMkLst>
        </pc:spChg>
        <pc:spChg chg="add del mod">
          <ac:chgData name="Santoshini Panda" userId="6b669fdc-f9c3-46e0-a461-8aab301438c0" providerId="ADAL" clId="{B87EAB91-39E0-4DBF-92E7-87703F78A1C8}" dt="2026-09-03T09:32:53.718" v="1069" actId="478"/>
          <ac:spMkLst>
            <pc:docMk/>
            <pc:sldMk cId="4069380702" sldId="2147482472"/>
            <ac:spMk id="47" creationId="{E155230E-462B-F94F-8E79-5E8F550F20ED}"/>
          </ac:spMkLst>
        </pc:spChg>
        <pc:spChg chg="add del mod">
          <ac:chgData name="Santoshini Panda" userId="6b669fdc-f9c3-46e0-a461-8aab301438c0" providerId="ADAL" clId="{B87EAB91-39E0-4DBF-92E7-87703F78A1C8}" dt="2026-09-03T09:32:53.718" v="1069" actId="478"/>
          <ac:spMkLst>
            <pc:docMk/>
            <pc:sldMk cId="4069380702" sldId="2147482472"/>
            <ac:spMk id="49" creationId="{C61DDC07-51DE-5EF8-ED9B-B4A762FD05F1}"/>
          </ac:spMkLst>
        </pc:spChg>
        <pc:spChg chg="add del mod">
          <ac:chgData name="Santoshini Panda" userId="6b669fdc-f9c3-46e0-a461-8aab301438c0" providerId="ADAL" clId="{B87EAB91-39E0-4DBF-92E7-87703F78A1C8}" dt="2026-09-03T09:32:45.149" v="1068"/>
          <ac:spMkLst>
            <pc:docMk/>
            <pc:sldMk cId="4069380702" sldId="2147482472"/>
            <ac:spMk id="51" creationId="{8BE1992A-5AC5-6EDB-97C4-2E1E4BB8CE30}"/>
          </ac:spMkLst>
        </pc:spChg>
        <pc:spChg chg="add mod">
          <ac:chgData name="Santoshini Panda" userId="6b669fdc-f9c3-46e0-a461-8aab301438c0" providerId="ADAL" clId="{B87EAB91-39E0-4DBF-92E7-87703F78A1C8}" dt="2026-09-03T09:33:54.051" v="1077" actId="1076"/>
          <ac:spMkLst>
            <pc:docMk/>
            <pc:sldMk cId="4069380702" sldId="2147482472"/>
            <ac:spMk id="53" creationId="{65E02DC2-C263-9E1F-E04B-9CB7A5C3246E}"/>
          </ac:spMkLst>
        </pc:spChg>
        <pc:spChg chg="add mod">
          <ac:chgData name="Santoshini Panda" userId="6b669fdc-f9c3-46e0-a461-8aab301438c0" providerId="ADAL" clId="{B87EAB91-39E0-4DBF-92E7-87703F78A1C8}" dt="2026-09-03T09:39:24.810" v="1305" actId="14100"/>
          <ac:spMkLst>
            <pc:docMk/>
            <pc:sldMk cId="4069380702" sldId="2147482472"/>
            <ac:spMk id="55" creationId="{036D1D1C-ADA7-B8DC-F668-201D3A0B0602}"/>
          </ac:spMkLst>
        </pc:spChg>
        <pc:spChg chg="add del mod">
          <ac:chgData name="Santoshini Panda" userId="6b669fdc-f9c3-46e0-a461-8aab301438c0" providerId="ADAL" clId="{B87EAB91-39E0-4DBF-92E7-87703F78A1C8}" dt="2026-09-03T09:38:16.266" v="1253" actId="478"/>
          <ac:spMkLst>
            <pc:docMk/>
            <pc:sldMk cId="4069380702" sldId="2147482472"/>
            <ac:spMk id="57" creationId="{09BD9F9A-ABB2-8A33-120B-084F76F313E9}"/>
          </ac:spMkLst>
        </pc:spChg>
        <pc:spChg chg="add del mod">
          <ac:chgData name="Santoshini Panda" userId="6b669fdc-f9c3-46e0-a461-8aab301438c0" providerId="ADAL" clId="{B87EAB91-39E0-4DBF-92E7-87703F78A1C8}" dt="2026-09-03T09:39:56.485" v="1312" actId="1076"/>
          <ac:spMkLst>
            <pc:docMk/>
            <pc:sldMk cId="4069380702" sldId="2147482472"/>
            <ac:spMk id="59" creationId="{0118895B-1CFA-A608-B2E0-A55C59C5EF3B}"/>
          </ac:spMkLst>
        </pc:spChg>
        <pc:spChg chg="add del mod">
          <ac:chgData name="Santoshini Panda" userId="6b669fdc-f9c3-46e0-a461-8aab301438c0" providerId="ADAL" clId="{B87EAB91-39E0-4DBF-92E7-87703F78A1C8}" dt="2026-09-03T09:39:45.604" v="1309" actId="478"/>
          <ac:spMkLst>
            <pc:docMk/>
            <pc:sldMk cId="4069380702" sldId="2147482472"/>
            <ac:spMk id="61" creationId="{784468FA-435F-8075-33DF-95BC0C66735B}"/>
          </ac:spMkLst>
        </pc:spChg>
        <pc:spChg chg="add mod">
          <ac:chgData name="Santoshini Panda" userId="6b669fdc-f9c3-46e0-a461-8aab301438c0" providerId="ADAL" clId="{B87EAB91-39E0-4DBF-92E7-87703F78A1C8}" dt="2026-09-03T09:39:28.550" v="1306" actId="1076"/>
          <ac:spMkLst>
            <pc:docMk/>
            <pc:sldMk cId="4069380702" sldId="2147482472"/>
            <ac:spMk id="63" creationId="{192B0003-FD45-FE99-6C4C-B0DAF05487EC}"/>
          </ac:spMkLst>
        </pc:spChg>
        <pc:spChg chg="add mod">
          <ac:chgData name="Santoshini Panda" userId="6b669fdc-f9c3-46e0-a461-8aab301438c0" providerId="ADAL" clId="{B87EAB91-39E0-4DBF-92E7-87703F78A1C8}" dt="2026-09-03T09:39:33.968" v="1307" actId="14100"/>
          <ac:spMkLst>
            <pc:docMk/>
            <pc:sldMk cId="4069380702" sldId="2147482472"/>
            <ac:spMk id="65" creationId="{7D44A22F-AA2E-3E70-C81F-B0BF957D6D2B}"/>
          </ac:spMkLst>
        </pc:spChg>
        <pc:spChg chg="add del mod">
          <ac:chgData name="Santoshini Panda" userId="6b669fdc-f9c3-46e0-a461-8aab301438c0" providerId="ADAL" clId="{B87EAB91-39E0-4DBF-92E7-87703F78A1C8}" dt="2026-09-03T09:38:10.269" v="1252" actId="478"/>
          <ac:spMkLst>
            <pc:docMk/>
            <pc:sldMk cId="4069380702" sldId="2147482472"/>
            <ac:spMk id="67" creationId="{BC6BBB39-9B6C-2FDC-F8BF-E9D947B06EF6}"/>
          </ac:spMkLst>
        </pc:spChg>
        <pc:spChg chg="add del mod">
          <ac:chgData name="Santoshini Panda" userId="6b669fdc-f9c3-46e0-a461-8aab301438c0" providerId="ADAL" clId="{B87EAB91-39E0-4DBF-92E7-87703F78A1C8}" dt="2026-09-03T09:39:49.089" v="1310" actId="478"/>
          <ac:spMkLst>
            <pc:docMk/>
            <pc:sldMk cId="4069380702" sldId="2147482472"/>
            <ac:spMk id="69" creationId="{1FF554FD-13A0-176E-7F11-751600577FF2}"/>
          </ac:spMkLst>
        </pc:spChg>
        <pc:spChg chg="add mod">
          <ac:chgData name="Santoshini Panda" userId="6b669fdc-f9c3-46e0-a461-8aab301438c0" providerId="ADAL" clId="{B87EAB91-39E0-4DBF-92E7-87703F78A1C8}" dt="2026-09-03T09:39:39.114" v="1308" actId="1076"/>
          <ac:spMkLst>
            <pc:docMk/>
            <pc:sldMk cId="4069380702" sldId="2147482472"/>
            <ac:spMk id="71" creationId="{3B967BC0-5CCE-015F-D894-2BDD8CD527A6}"/>
          </ac:spMkLst>
        </pc:spChg>
        <pc:spChg chg="add mod">
          <ac:chgData name="Santoshini Panda" userId="6b669fdc-f9c3-46e0-a461-8aab301438c0" providerId="ADAL" clId="{B87EAB91-39E0-4DBF-92E7-87703F78A1C8}" dt="2026-09-03T09:40:00.400" v="1313" actId="1076"/>
          <ac:spMkLst>
            <pc:docMk/>
            <pc:sldMk cId="4069380702" sldId="2147482472"/>
            <ac:spMk id="73" creationId="{EC9F6550-8780-1A90-0401-0621139F098E}"/>
          </ac:spMkLst>
        </pc:spChg>
        <pc:cxnChg chg="add del mod">
          <ac:chgData name="Santoshini Panda" userId="6b669fdc-f9c3-46e0-a461-8aab301438c0" providerId="ADAL" clId="{B87EAB91-39E0-4DBF-92E7-87703F78A1C8}" dt="2026-09-03T09:33:48.090" v="1075" actId="478"/>
          <ac:cxnSpMkLst>
            <pc:docMk/>
            <pc:sldMk cId="4069380702" sldId="2147482472"/>
            <ac:cxnSpMk id="41" creationId="{BACE8A74-DD16-A3C0-24FC-6B16A7DFDDF2}"/>
          </ac:cxnSpMkLst>
        </pc:cxnChg>
        <pc:cxnChg chg="add del mod">
          <ac:chgData name="Santoshini Panda" userId="6b669fdc-f9c3-46e0-a461-8aab301438c0" providerId="ADAL" clId="{B87EAB91-39E0-4DBF-92E7-87703F78A1C8}" dt="2026-09-03T09:33:48.090" v="1075" actId="478"/>
          <ac:cxnSpMkLst>
            <pc:docMk/>
            <pc:sldMk cId="4069380702" sldId="2147482472"/>
            <ac:cxnSpMk id="42" creationId="{BAB806CF-3BE8-8581-AD92-49E07EC696AD}"/>
          </ac:cxnSpMkLst>
        </pc:cxnChg>
        <pc:cxnChg chg="add del mod">
          <ac:chgData name="Santoshini Panda" userId="6b669fdc-f9c3-46e0-a461-8aab301438c0" providerId="ADAL" clId="{B87EAB91-39E0-4DBF-92E7-87703F78A1C8}" dt="2026-09-03T09:33:48.090" v="1075" actId="478"/>
          <ac:cxnSpMkLst>
            <pc:docMk/>
            <pc:sldMk cId="4069380702" sldId="2147482472"/>
            <ac:cxnSpMk id="46" creationId="{FBB08CD2-8094-FEA4-467E-1E95736E35F3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51DD8-B00C-4794-9F38-603E28FD22A0}" type="datetime1">
              <a:rPr lang="en-GB" sz="800" smtClean="0">
                <a:solidFill>
                  <a:schemeClr val="accent1"/>
                </a:solidFill>
              </a:rPr>
              <a:t>03/09/2026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z="800" smtClean="0">
                <a:solidFill>
                  <a:schemeClr val="accent1"/>
                </a:solidFill>
              </a:rPr>
              <a:t>‹#›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4F696-5036-D69F-AD4E-D6AEFB14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8D4D34-6C62-A280-8ECE-165A53A63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FA2E7-5098-24A7-FCB3-45DE54B3E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7C3453-B916-8ECD-3904-7D2397DCE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2B802-B2B8-B4EA-6A6E-2C916B6A0EA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EB4A613-27FE-9F7A-1084-EC873591565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0E4280-0DFF-9CDD-978A-363128897D7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3947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386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DCF87-A65E-B60F-9315-F87AC591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94764-2092-4F52-9213-484DBFE47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93C9D-DFB2-201C-7DD3-51F17AB9A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410B85-52E4-BFAD-AE21-84FEB1B47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6CFAD1-D197-4A88-B173-A6412E995EE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CEC1C-B07D-FBC6-B84A-58C8005D4A1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EEDCFBE-27A6-4833-8A02-6F090B5FDABE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6B601-5E0C-D75F-0A41-22FEEA7A46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344629F8-C674-2BF4-D6D1-9E74A115473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89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1238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048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963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F6A6-FD17-8F4C-7044-ABFEEA21A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1703A-7F34-0354-48EF-A894969F4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A9356-B0D7-2C31-86F2-9D8D1C672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5975D-6B64-ED21-F0EC-3AE161FA6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2260F-4373-E5F5-0D82-6B3B07452A6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3793B49-0AAD-38A9-92B4-DC3E084F872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0AEFF9A-CB40-3348-9E8F-318B43070F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883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ACBA-D7EF-CEF5-39CC-1105D0B7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0A1CB-F537-F5E1-3191-8A0267C02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0C4A-2707-B5F7-599F-9CCA6D7DE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5D2D5-060F-1CB2-4843-81C908F22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A59CE-D4DC-6FF4-E8BB-3FB3F83FBB4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EE4A39C-C1C5-5F72-FD12-935AD74BD91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48E0AA8-C311-BBA5-5936-D1BBDAB252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345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ADB33-8A48-BE42-4C50-D29DAA275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098F3-D8BE-621C-6B22-8C5625078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351A3-E98E-F111-C9AF-BEFF0D50E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55FDA-CD65-45E5-F3A6-0AE7DB480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C063C-A744-0266-B39A-03D420E9B1C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58B8172-AD5C-5397-A82C-36AEB6AA75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451183-CBA3-115E-5684-557E88C2AB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824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6BE3-97B0-E6B6-F91E-09D1F62E6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E8548-646A-1C4E-6D6C-FD5E34024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28D7C-6DB8-EDF3-9312-6544D0BE0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A5BEF-C0B6-936A-3431-3588FE518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523F2-6C8F-CC51-231C-9BB81A74199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9917E8D-080F-FE5A-68ED-0B06E6C3DD7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BBCEA1-8DCE-EFE3-3F6D-858B8C1F8E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668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8BCD7-B98C-DCA4-43EF-EC82B78A7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CBDBE-3E2C-0E17-F91A-4938213DE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79F1C-5100-039A-6C5A-CB6B52EAC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9A9A-0BAA-C741-E0A8-6E1BDC8BE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A3537-EC74-F12D-DDEE-23AB44AD898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DF64BCD-A96E-193C-AEBE-C4A8851A098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F186AC-5DC8-9346-05C6-04E7C6ABAF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747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0E6CE-79BC-5EEA-0260-2AFF9EC9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4B87A-6723-929E-975F-1DCE2F7B1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F9300-D3C2-B9F2-4E12-4F5B99B713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7ABDE-A858-6AC1-ADC1-CA20BB7D2D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4C56D-81A9-D61A-3A4B-48717F7EFAA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0A9B612D-F8A5-A2EC-B089-5AE97C4B215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736E356-0E56-35AC-A718-735E692BB6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809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459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97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>
            <a:extLst>
              <a:ext uri="{FF2B5EF4-FFF2-40B4-BE49-F238E27FC236}">
                <a16:creationId xmlns:a16="http://schemas.microsoft.com/office/drawing/2014/main" id="{340F0538-9B96-48A2-E0D3-51997329E811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2A287E5-3103-5FAA-E5AA-89A6192368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76796D24-E52C-91B9-433F-A5D1C511A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2743200" cy="3330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38800"/>
            <a:ext cx="7002000" cy="1286506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914400" y="4219200"/>
            <a:ext cx="5090400" cy="332399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add subtitle, one line 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1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8651BDEF-5BAF-5895-1B1A-7FAE88270ED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</a:t>
            </a:r>
            <a:r>
              <a:rPr lang="en-US" err="1"/>
              <a:t>Templafy</a:t>
            </a:r>
            <a:r>
              <a:rPr lang="en-US"/>
              <a:t>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Logo Placeholder 9">
            <a:extLst>
              <a:ext uri="{FF2B5EF4-FFF2-40B4-BE49-F238E27FC236}">
                <a16:creationId xmlns:a16="http://schemas.microsoft.com/office/drawing/2014/main" id="{D8410491-ACC1-B4F0-BB4F-E3E58AF6E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296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F24335D-38B7-3BBC-A3D8-1B37E89BACD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Templafy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Logo Placeholder 9">
            <a:extLst>
              <a:ext uri="{FF2B5EF4-FFF2-40B4-BE49-F238E27FC236}">
                <a16:creationId xmlns:a16="http://schemas.microsoft.com/office/drawing/2014/main" id="{6321382D-5A07-31AA-0933-D4F46703DE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4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B3C6D49B-5AA8-08F3-B147-E15E36F776DB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AABFFD0-7FB5-22D4-AEE3-9130103DE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914400"/>
            <a:ext cx="7956000" cy="49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Agenda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41371CC-D25B-51AE-5ABB-421D01359A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411199" y="1836000"/>
            <a:ext cx="7458163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6pPr>
            <a:lvl7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7pPr>
            <a:lvl8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8pPr>
            <a:lvl9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add agenda point                                                        Enter &amp; TAB to view highlight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696624D-FA1A-B68E-7DBE-8CCBAFF24F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1836000"/>
            <a:ext cx="396000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3pPr>
            <a:lvl4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4pPr>
            <a:lvl5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6pPr>
            <a:lvl7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7pPr>
            <a:lvl8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accent3"/>
                </a:solidFill>
              </a:defRPr>
            </a:lvl8pPr>
            <a:lvl9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01</a:t>
            </a:r>
          </a:p>
          <a:p>
            <a:pPr lvl="1"/>
            <a:r>
              <a:rPr lang="en-US"/>
              <a:t>02</a:t>
            </a:r>
          </a:p>
          <a:p>
            <a:pPr lvl="2"/>
            <a:r>
              <a:rPr lang="en-US"/>
              <a:t>03</a:t>
            </a:r>
          </a:p>
          <a:p>
            <a:pPr lvl="3"/>
            <a:r>
              <a:rPr lang="en-US"/>
              <a:t>04</a:t>
            </a:r>
          </a:p>
          <a:p>
            <a:pPr lvl="4"/>
            <a:r>
              <a:rPr lang="en-US"/>
              <a:t>05</a:t>
            </a:r>
          </a:p>
          <a:p>
            <a:pPr lvl="5"/>
            <a:r>
              <a:rPr lang="en-US"/>
              <a:t>06</a:t>
            </a:r>
          </a:p>
          <a:p>
            <a:pPr lvl="6"/>
            <a:r>
              <a:rPr lang="en-US"/>
              <a:t>07</a:t>
            </a:r>
          </a:p>
          <a:p>
            <a:pPr lvl="7"/>
            <a:r>
              <a:rPr lang="en-US"/>
              <a:t>08</a:t>
            </a:r>
          </a:p>
          <a:p>
            <a:pPr lvl="8"/>
            <a:r>
              <a:rPr lang="en-US"/>
              <a:t>09</a:t>
            </a:r>
          </a:p>
        </p:txBody>
      </p:sp>
      <p:sp>
        <p:nvSpPr>
          <p:cNvPr id="15" name="Date Placeholder 14" hidden="1">
            <a:extLst>
              <a:ext uri="{FF2B5EF4-FFF2-40B4-BE49-F238E27FC236}">
                <a16:creationId xmlns:a16="http://schemas.microsoft.com/office/drawing/2014/main" id="{6337724D-6107-D752-5174-474B0390C1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t>9/3/2026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83DC341-C334-5512-74C4-08B4FC8DAC6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5DE2604-0312-B234-C47D-460B0F77BFC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FD4D25F-806C-BD90-FA02-0B54023D53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17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79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36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11277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Note 1 Sub 1">
            <a:extLst>
              <a:ext uri="{FF2B5EF4-FFF2-40B4-BE49-F238E27FC236}">
                <a16:creationId xmlns:a16="http://schemas.microsoft.com/office/drawing/2014/main" id="{38E65F5C-54FD-FBF2-4466-8B2C452C0C4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755E0C25-3140-4A2E-92AD-AEF235DC4E58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5548312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Note 1 Sub 1">
            <a:extLst>
              <a:ext uri="{FF2B5EF4-FFF2-40B4-BE49-F238E27FC236}">
                <a16:creationId xmlns:a16="http://schemas.microsoft.com/office/drawing/2014/main" id="{E61B1661-5972-8C49-8794-8B443A054B88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0" y="5763600"/>
            <a:ext cx="5548312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Note 2 23">
            <a:extLst>
              <a:ext uri="{FF2B5EF4-FFF2-40B4-BE49-F238E27FC236}">
                <a16:creationId xmlns:a16="http://schemas.microsoft.com/office/drawing/2014/main" id="{00181299-DF32-7C45-A085-197D1BDFB5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4592637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4" name="Note 1 Sub 1">
            <a:extLst>
              <a:ext uri="{FF2B5EF4-FFF2-40B4-BE49-F238E27FC236}">
                <a16:creationId xmlns:a16="http://schemas.microsoft.com/office/drawing/2014/main" id="{BEEEF4B7-428C-9762-96F2-F9AB99E0813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4592637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Note 2 23">
            <a:extLst>
              <a:ext uri="{FF2B5EF4-FFF2-40B4-BE49-F238E27FC236}">
                <a16:creationId xmlns:a16="http://schemas.microsoft.com/office/drawing/2014/main" id="{EDAA4865-C74E-7685-66E0-F060C7A99C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9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8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7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49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1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94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3639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4" name="Note 2 23">
            <a:extLst>
              <a:ext uri="{FF2B5EF4-FFF2-40B4-BE49-F238E27FC236}">
                <a16:creationId xmlns:a16="http://schemas.microsoft.com/office/drawing/2014/main" id="{68A05EFF-09AD-2BDE-63D2-FB5D533CF8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94664" y="5763600"/>
            <a:ext cx="3639600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4674E71-B0C4-FEC5-FD69-32E7BBAEF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6009F8-89A8-30D5-6C9C-F7B53B666E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6493320-A1EB-762E-F669-F1D7CAA4AD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5675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2BD066-A79A-F43D-D356-7343A2D40D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3614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4D8AEAC-6B00-82AA-21E5-203CEA43691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/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4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46D243-0CFA-03C5-E855-8D687A3E94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6A359F9-23D1-0B3C-C313-465E6E5C13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600" y="0"/>
            <a:ext cx="6098400" cy="6858000"/>
          </a:xfrm>
          <a:solidFill>
            <a:schemeClr val="tx1"/>
          </a:solidFill>
        </p:spPr>
        <p:txBody>
          <a:bodyPr tIns="108000" anchor="t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on frame and insert picture via </a:t>
            </a:r>
            <a:r>
              <a:rPr lang="en-US" noProof="0" err="1"/>
              <a:t>Templafy</a:t>
            </a:r>
            <a:r>
              <a:rPr lang="en-US" noProof="0"/>
              <a:t>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52E9B-B320-E47B-3176-A493B0DC8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457200"/>
            <a:ext cx="5158800" cy="16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three lines optional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1539132-A20E-07F0-8181-75BDE4793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1" y="2743200"/>
            <a:ext cx="51588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0" name="Note 1 Sub 1">
            <a:extLst>
              <a:ext uri="{FF2B5EF4-FFF2-40B4-BE49-F238E27FC236}">
                <a16:creationId xmlns:a16="http://schemas.microsoft.com/office/drawing/2014/main" id="{0C6B742A-91F9-666A-BF0F-8F57EAC178C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white">
          <a:xfrm>
            <a:off x="457200" y="5763600"/>
            <a:ext cx="515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0A672A77-3A7D-E59F-FF4E-BE18A5E105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5345F-79A0-C72D-C867-4CB73172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A7736-C906-07C5-0D5A-3DEDC58B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1836B27C-B32A-1D89-C444-C52A127915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07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941FA-9D05-0D95-0EA0-CC5F7CE3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D0358-17F7-DF33-FD3A-550D27E8F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3F762D97-CF6A-B2DB-1D74-D6EE287019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CA731-A8F5-9D6D-8035-9447D93D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F029-4DD6-D941-BBCC-3AB2084844EF}" type="datetimeFigureOut">
              <a:rPr lang="en-US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0445F-105D-FC9D-2F49-012448986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33EF-A1D1-8B89-A354-C7E0EB0B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0581-F331-824A-B07B-43DA2241CC0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76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Fullpage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48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CE496233-C250-B88A-B964-7BF48F24B4EA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40F7F431-C69E-3D80-0906-67F262A4E0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01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63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2A7FF08-497F-4E40-AED3-0532762F5E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5548314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25A8F3-C789-43A7-B9C7-C2E8AD06CA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0504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" name="Note 1 Sub 1">
            <a:extLst>
              <a:ext uri="{FF2B5EF4-FFF2-40B4-BE49-F238E27FC236}">
                <a16:creationId xmlns:a16="http://schemas.microsoft.com/office/drawing/2014/main" id="{3B607106-140F-3336-3175-16463A0591A8}"/>
              </a:ext>
            </a:extLst>
          </p:cNvPr>
          <p:cNvSpPr>
            <a:spLocks noGrp="1"/>
          </p:cNvSpPr>
          <p:nvPr>
            <p:ph type="subTitle" idx="18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Date Placeholder 11" hidden="1">
            <a:extLst>
              <a:ext uri="{FF2B5EF4-FFF2-40B4-BE49-F238E27FC236}">
                <a16:creationId xmlns:a16="http://schemas.microsoft.com/office/drawing/2014/main" id="{89B46E72-3A7F-5AA5-7986-0B5D443D5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5D69141-87D9-4AAE-F9E7-65AF613F206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1ADA0BC-BBD9-2A8F-7617-20AC5215B2C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61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F327-8516-9B76-E6C5-A70D73B8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D5E11-AC2D-CE0C-6212-92DB0611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70A03-A7F5-27B6-9E8F-8D97DFCA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02F5E-8C20-931B-A57D-06A68B55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18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noFill/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light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42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415" y="2743200"/>
            <a:ext cx="2684948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7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96BED3-B0E8-BAB1-BE3F-D3833F5415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1061809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F4164B-E3B7-2647-6166-D697CDEB6A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935E5A5E-EEC0-2CD1-F188-857C1C794C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Enter &amp; TAB to view next text style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33548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618376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Enter &amp; TAB to view next text style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Enter &amp; TAB to view next text style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 bwMode="white"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87D7D3-77A7-E31E-5620-9C33844D56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819416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dark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21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94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Enter &amp; TAB to view next text style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Enter &amp; TAB to view next text style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D4E1EE-1242-874C-66B7-8C1E73BAF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603756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00A8D39C-F9B4-BF5F-FA96-4FE6B9BA84A9}"/>
              </a:ext>
            </a:extLst>
          </p:cNvPr>
          <p:cNvSpPr/>
          <p:nvPr userDrawn="1"/>
        </p:nvSpPr>
        <p:spPr>
          <a:xfrm>
            <a:off x="0" y="0"/>
            <a:ext cx="121920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ECEDE22F-63BC-0AD4-6E95-B84229CFC5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9E48B-B220-3C21-F7F8-3DBB4D33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1720800"/>
            <a:ext cx="7002000" cy="1929600"/>
          </a:xfrm>
        </p:spPr>
        <p:txBody>
          <a:bodyPr anchor="b" anchorCtr="0"/>
          <a:lstStyle>
            <a:lvl1pPr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46F7B-BA1D-CEBB-3CEC-E0D54E6C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B2C7110B-C33C-F958-2789-F75D5065A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CB4FDD3-0F0D-AB5B-7496-471F8B41A2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5DC7421-D19E-8E3B-4AB9-DB3C537AF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529327" cy="4572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81F31B9-278B-412D-32D9-19F1605D31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3949200"/>
            <a:ext cx="7002000" cy="332399"/>
          </a:xfrm>
        </p:spPr>
        <p:txBody>
          <a:bodyPr>
            <a:spAutoFit/>
          </a:bodyPr>
          <a:lstStyle>
            <a:lvl1pPr marL="324000" indent="-324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1pPr>
            <a:lvl2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2pPr>
            <a:lvl3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3pPr>
            <a:lvl4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4pPr>
            <a:lvl5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5pPr>
            <a:lvl6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6pPr>
            <a:lvl7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7pPr>
            <a:lvl8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8pPr>
            <a:lvl9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 source reference</a:t>
            </a:r>
          </a:p>
        </p:txBody>
      </p:sp>
    </p:spTree>
    <p:extLst>
      <p:ext uri="{BB962C8B-B14F-4D97-AF65-F5344CB8AC3E}">
        <p14:creationId xmlns:p14="http://schemas.microsoft.com/office/powerpoint/2010/main" val="1103467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914400"/>
            <a:ext cx="5090400" cy="789447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1654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CFB08-1F95-881D-F816-C86A590EE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40968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phone number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1F9A57-5B2A-8DD5-9ABF-4514F0C735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914400" y="4525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e-mail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620DEF4-2DF2-C891-22D0-C0202100A2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914400" y="4957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WEB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59B4B28-D096-0D8A-10F6-02BF646657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14400" y="53856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address</a:t>
            </a:r>
          </a:p>
        </p:txBody>
      </p:sp>
    </p:spTree>
    <p:extLst>
      <p:ext uri="{BB962C8B-B14F-4D97-AF65-F5344CB8AC3E}">
        <p14:creationId xmlns:p14="http://schemas.microsoft.com/office/powerpoint/2010/main" val="688408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83325" y="1493850"/>
            <a:ext cx="2857250" cy="4909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br>
              <a:rPr lang="en-US" sz="9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US" altLang="da-DK" sz="900" b="0" i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3A5D5234-21E3-4579-AE5E-A650C0CF9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52225" y="1942016"/>
            <a:ext cx="305786" cy="36585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93987" y="4026953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02167" y="1493850"/>
            <a:ext cx="2856345" cy="5192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if only used on one slide</a:t>
            </a: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US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predefined slides and elements using the Templafy pane.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from the buttons in the Templafy pane on the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455613" y="463861"/>
            <a:ext cx="11277600" cy="4945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56668" y="2116483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AB74252-A308-4DBB-A9A9-CA2BB4B51A09}" type="datetime1">
              <a:rPr lang="en-US" smtClean="0"/>
              <a:t>9/3/2026</a:t>
            </a:fld>
            <a:endParaRPr lang="en-US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7134516" y="3309842"/>
            <a:ext cx="341204" cy="321707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52" y="1493850"/>
            <a:ext cx="2772000" cy="464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600"/>
              </a:spcAft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US" sz="900" b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81118" y="4859226"/>
            <a:ext cx="475428" cy="17676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81118" y="4004907"/>
            <a:ext cx="328881" cy="505501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183816" y="5689773"/>
            <a:ext cx="538465" cy="1728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181118" y="2499649"/>
            <a:ext cx="457143" cy="257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50000" t="50000" b="4554"/>
          <a:stretch/>
        </p:blipFill>
        <p:spPr>
          <a:xfrm>
            <a:off x="7086364" y="2694597"/>
            <a:ext cx="437508" cy="3658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E528-3C21-43A5-9A1F-5FC8A3BB1E92}"/>
              </a:ext>
            </a:extLst>
          </p:cNvPr>
          <p:cNvGrpSpPr/>
          <p:nvPr userDrawn="1"/>
        </p:nvGrpSpPr>
        <p:grpSpPr>
          <a:xfrm>
            <a:off x="10887108" y="5476821"/>
            <a:ext cx="991746" cy="384654"/>
            <a:chOff x="10992821" y="4404000"/>
            <a:chExt cx="1588357" cy="6160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4E7E5B-C2F8-47A1-8626-A6E3264015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065702C-2099-41C8-904A-A3616CD11C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181118" y="3209517"/>
            <a:ext cx="257143" cy="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786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 bwMode="white"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>
                <a:solidFill>
                  <a:schemeClr val="bg1"/>
                </a:solidFill>
              </a:rPr>
              <a:t>If you see any </a:t>
            </a:r>
            <a:r>
              <a:rPr lang="en-US" sz="4400" b="1" i="1" noProof="0">
                <a:solidFill>
                  <a:schemeClr val="bg1"/>
                </a:solidFill>
              </a:rPr>
              <a:t>layouts after this </a:t>
            </a:r>
            <a:r>
              <a:rPr lang="en-US" sz="4400" b="0" i="0" noProof="0">
                <a:solidFill>
                  <a:schemeClr val="bg1"/>
                </a:solidFill>
              </a:rPr>
              <a:t>one</a:t>
            </a:r>
            <a:r>
              <a:rPr lang="en-US" sz="4400" b="1" i="1" noProof="0">
                <a:solidFill>
                  <a:schemeClr val="bg1"/>
                </a:solidFill>
              </a:rPr>
              <a:t>,</a:t>
            </a:r>
            <a:br>
              <a:rPr lang="en-US" sz="4400" b="0" i="0" noProof="0">
                <a:solidFill>
                  <a:schemeClr val="bg1"/>
                </a:solidFill>
              </a:rPr>
            </a:br>
            <a:r>
              <a:rPr lang="en-US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US" sz="4400" b="1" i="1" u="none" noProof="0">
                <a:solidFill>
                  <a:schemeClr val="bg1"/>
                </a:solidFill>
              </a:rPr>
              <a:t>are not </a:t>
            </a:r>
            <a:r>
              <a:rPr lang="en-US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US" sz="2800" b="0" noProof="0">
                <a:solidFill>
                  <a:schemeClr val="bg1"/>
                </a:solidFill>
              </a:rPr>
            </a:br>
            <a:br>
              <a:rPr lang="en-US" sz="2800" b="0" noProof="0">
                <a:solidFill>
                  <a:schemeClr val="bg1"/>
                </a:solidFill>
              </a:rPr>
            </a:br>
            <a:endParaRPr lang="en-US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white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white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white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 bwMode="white"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800" b="1" i="1" noProof="0">
                <a:solidFill>
                  <a:schemeClr val="bg1"/>
                </a:solidFill>
              </a:rPr>
              <a:t>Do not use </a:t>
            </a:r>
            <a:endParaRPr lang="en-US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 bwMode="white"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>
                <a:solidFill>
                  <a:schemeClr val="bg1"/>
                </a:solidFill>
              </a:rPr>
            </a:br>
            <a:endParaRPr lang="en-US" sz="1800" b="0" noProof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B47CC09-D412-46CC-B4F3-6A86C85F5C46}" type="datetime1">
              <a:rPr lang="en-US" smtClean="0"/>
              <a:t>9/3/2026</a:t>
            </a:fld>
            <a:endParaRPr lang="en-US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371600"/>
            <a:ext cx="11277600" cy="439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Level 1 (Enter &amp; TAB to view next text style, SHIFT+TAB to view previous text style)</a:t>
            </a:r>
          </a:p>
          <a:p>
            <a:pPr lvl="1"/>
            <a:r>
              <a:rPr lang="en-US" noProof="0"/>
              <a:t>Level 2</a:t>
            </a:r>
          </a:p>
          <a:p>
            <a:pPr lvl="2"/>
            <a:r>
              <a:rPr lang="en-US" noProof="0"/>
              <a:t>Level 3</a:t>
            </a:r>
          </a:p>
          <a:p>
            <a:pPr lvl="3"/>
            <a:r>
              <a:rPr lang="en-US" noProof="0"/>
              <a:t>Level 4, Header</a:t>
            </a:r>
          </a:p>
          <a:p>
            <a:pPr lvl="4"/>
            <a:r>
              <a:rPr lang="en-US" noProof="0"/>
              <a:t>Level 5, Body</a:t>
            </a:r>
          </a:p>
          <a:p>
            <a:pPr lvl="5"/>
            <a:r>
              <a:rPr lang="en-US" noProof="0"/>
              <a:t>Level 6</a:t>
            </a:r>
          </a:p>
          <a:p>
            <a:pPr lvl="6"/>
            <a:r>
              <a:rPr lang="en-US" noProof="0"/>
              <a:t>Level 7, Small Header</a:t>
            </a:r>
          </a:p>
          <a:p>
            <a:pPr lvl="7"/>
            <a:r>
              <a:rPr lang="en-US" noProof="0"/>
              <a:t>Level 8, Small Body</a:t>
            </a:r>
          </a:p>
          <a:p>
            <a:pPr lvl="8"/>
            <a:r>
              <a:rPr lang="en-US" noProof="0"/>
              <a:t>Level 9, Infographic</a:t>
            </a: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noFill/>
              </a:defRPr>
            </a:lvl1pPr>
          </a:lstStyle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1" name="Grid" hidden="1">
            <a:extLst>
              <a:ext uri="{FF2B5EF4-FFF2-40B4-BE49-F238E27FC236}">
                <a16:creationId xmlns:a16="http://schemas.microsoft.com/office/drawing/2014/main" id="{3E9C1BF4-18A1-7A48-550F-37D0F8D2F27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57199" y="457200"/>
            <a:ext cx="11277599" cy="5943600"/>
            <a:chOff x="457199" y="457200"/>
            <a:chExt cx="11277599" cy="5943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418678-FD7F-814C-A0B7-ED57586439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2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4555C3-3F4D-87D5-E922-8B350C7FDF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flipH="1">
              <a:off x="457199" y="457200"/>
              <a:ext cx="11277599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B548E8-35D0-6F71-801A-2FF7E309BE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86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6FA8BF-27CD-55AE-9D76-0FCF533D3A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141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5B43D8-035E-E1B5-5A6C-85EE3476A9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096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4053FB-DEA3-7227-C4EA-69E6C56751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051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441BB4-04CD-791B-8A1A-0F5FD09DD3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006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B77EC9A-AC61-B401-4184-3D2B84FB10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960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0B7655-6675-3943-E913-D659C2DA4B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915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4781662-9A76-A8A4-F4C3-D8F0A583C2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70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F8DCC8D-5899-F9BE-67D0-BE86986624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825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1F98C2D-FD89-25EA-A132-F3014D6B63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0780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</p:grpSp>
      <p:pic>
        <p:nvPicPr>
          <p:cNvPr id="34" name="Logo">
            <a:extLst>
              <a:ext uri="{FF2B5EF4-FFF2-40B4-BE49-F238E27FC236}">
                <a16:creationId xmlns:a16="http://schemas.microsoft.com/office/drawing/2014/main" id="{659CF7DA-83FD-55B4-BD19-ECAAB62ACD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95" r:id="rId2"/>
    <p:sldLayoutId id="2147483813" r:id="rId3"/>
    <p:sldLayoutId id="2147483737" r:id="rId4"/>
    <p:sldLayoutId id="2147483731" r:id="rId5"/>
    <p:sldLayoutId id="2147483798" r:id="rId6"/>
    <p:sldLayoutId id="2147483799" r:id="rId7"/>
    <p:sldLayoutId id="2147483732" r:id="rId8"/>
    <p:sldLayoutId id="2147483755" r:id="rId9"/>
    <p:sldLayoutId id="2147483800" r:id="rId10"/>
    <p:sldLayoutId id="2147483803" r:id="rId11"/>
    <p:sldLayoutId id="2147483815" r:id="rId12"/>
    <p:sldLayoutId id="2147483772" r:id="rId13"/>
    <p:sldLayoutId id="2147483801" r:id="rId14"/>
    <p:sldLayoutId id="2147483804" r:id="rId15"/>
    <p:sldLayoutId id="2147483743" r:id="rId16"/>
    <p:sldLayoutId id="2147483814" r:id="rId17"/>
    <p:sldLayoutId id="2147483739" r:id="rId18"/>
    <p:sldLayoutId id="2147483806" r:id="rId19"/>
    <p:sldLayoutId id="2147483805" r:id="rId20"/>
    <p:sldLayoutId id="2147483767" r:id="rId21"/>
    <p:sldLayoutId id="2147483816" r:id="rId22"/>
    <p:sldLayoutId id="2147483807" r:id="rId23"/>
    <p:sldLayoutId id="2147483810" r:id="rId24"/>
    <p:sldLayoutId id="2147483809" r:id="rId25"/>
    <p:sldLayoutId id="2147483811" r:id="rId26"/>
    <p:sldLayoutId id="2147483812" r:id="rId27"/>
    <p:sldLayoutId id="2147483792" r:id="rId28"/>
    <p:sldLayoutId id="2147483751" r:id="rId2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20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14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sz="12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​"/>
        <a:defRPr sz="5400" b="1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76" userDrawn="1">
          <p15:clr>
            <a:srgbClr val="F26B43"/>
          </p15:clr>
        </p15:guide>
        <p15:guide id="2" pos="889" userDrawn="1">
          <p15:clr>
            <a:srgbClr val="F26B43"/>
          </p15:clr>
        </p15:guide>
        <p15:guide id="3" orient="horz" pos="288" userDrawn="1">
          <p15:clr>
            <a:srgbClr val="F26B43"/>
          </p15:clr>
        </p15:guide>
        <p15:guide id="4" orient="horz" pos="4032" userDrawn="1">
          <p15:clr>
            <a:srgbClr val="F26B43"/>
          </p15:clr>
        </p15:guide>
        <p15:guide id="5" pos="287" userDrawn="1">
          <p15:clr>
            <a:srgbClr val="F26B43"/>
          </p15:clr>
        </p15:guide>
        <p15:guide id="6" pos="7391" userDrawn="1">
          <p15:clr>
            <a:srgbClr val="F26B43"/>
          </p15:clr>
        </p15:guide>
        <p15:guide id="7" pos="1377" userDrawn="1">
          <p15:clr>
            <a:srgbClr val="F26B43"/>
          </p15:clr>
        </p15:guide>
        <p15:guide id="8" pos="1490" userDrawn="1">
          <p15:clr>
            <a:srgbClr val="F26B43"/>
          </p15:clr>
        </p15:guide>
        <p15:guide id="9" pos="1978" userDrawn="1">
          <p15:clr>
            <a:srgbClr val="F26B43"/>
          </p15:clr>
        </p15:guide>
        <p15:guide id="10" pos="2092" userDrawn="1">
          <p15:clr>
            <a:srgbClr val="F26B43"/>
          </p15:clr>
        </p15:guide>
        <p15:guide id="11" pos="2580" userDrawn="1">
          <p15:clr>
            <a:srgbClr val="F26B43"/>
          </p15:clr>
        </p15:guide>
        <p15:guide id="12" pos="2693" userDrawn="1">
          <p15:clr>
            <a:srgbClr val="F26B43"/>
          </p15:clr>
        </p15:guide>
        <p15:guide id="13" pos="3181" userDrawn="1">
          <p15:clr>
            <a:srgbClr val="F26B43"/>
          </p15:clr>
        </p15:guide>
        <p15:guide id="14" pos="3295" userDrawn="1">
          <p15:clr>
            <a:srgbClr val="F26B43"/>
          </p15:clr>
        </p15:guide>
        <p15:guide id="15" pos="3783" userDrawn="1">
          <p15:clr>
            <a:srgbClr val="F26B43"/>
          </p15:clr>
        </p15:guide>
        <p15:guide id="16" pos="3896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86" userDrawn="1">
          <p15:clr>
            <a:srgbClr val="F26B43"/>
          </p15:clr>
        </p15:guide>
        <p15:guide id="20" pos="5099" userDrawn="1">
          <p15:clr>
            <a:srgbClr val="F26B43"/>
          </p15:clr>
        </p15:guide>
        <p15:guide id="21" pos="5587" userDrawn="1">
          <p15:clr>
            <a:srgbClr val="F26B43"/>
          </p15:clr>
        </p15:guide>
        <p15:guide id="22" pos="5701" userDrawn="1">
          <p15:clr>
            <a:srgbClr val="F26B43"/>
          </p15:clr>
        </p15:guide>
        <p15:guide id="23" pos="6189" userDrawn="1">
          <p15:clr>
            <a:srgbClr val="F26B43"/>
          </p15:clr>
        </p15:guide>
        <p15:guide id="24" pos="6302" userDrawn="1">
          <p15:clr>
            <a:srgbClr val="F26B43"/>
          </p15:clr>
        </p15:guide>
        <p15:guide id="25" pos="6790" userDrawn="1">
          <p15:clr>
            <a:srgbClr val="F26B43"/>
          </p15:clr>
        </p15:guide>
        <p15:guide id="26" pos="69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74449-57D7-79C4-9DD7-951558D0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DDFB66-D3C3-D9D4-C9C9-CC30372A8B9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170DB-795D-26B8-DED5-F7927C8B21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6160D-15D4-94D3-345D-6913CE8CAAC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E40DF3-0BBF-AF4B-9AF6-3A37E50F599B}"/>
              </a:ext>
            </a:extLst>
          </p:cNvPr>
          <p:cNvSpPr txBox="1"/>
          <p:nvPr/>
        </p:nvSpPr>
        <p:spPr>
          <a:xfrm flipH="1">
            <a:off x="4093527" y="194203"/>
            <a:ext cx="303879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IN" sz="2800" b="1" dirty="0">
                <a:solidFill>
                  <a:srgbClr val="595454"/>
                </a:solidFill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D80C2D-3B05-AED5-2296-84B3DA4DD8C6}"/>
              </a:ext>
            </a:extLst>
          </p:cNvPr>
          <p:cNvSpPr txBox="1"/>
          <p:nvPr/>
        </p:nvSpPr>
        <p:spPr>
          <a:xfrm>
            <a:off x="576072" y="1069848"/>
            <a:ext cx="4334256" cy="669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IN" dirty="0">
                <a:solidFill>
                  <a:srgbClr val="595454"/>
                </a:solidFill>
              </a:rPr>
              <a:t>SANTOSHINI PANDA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IN" sz="1800" dirty="0">
                <a:solidFill>
                  <a:srgbClr val="595454"/>
                </a:solidFill>
              </a:rPr>
              <a:t>Senior Software Engineer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22B251-22EB-7A0E-561D-BE2545EAD361}"/>
              </a:ext>
            </a:extLst>
          </p:cNvPr>
          <p:cNvSpPr txBox="1"/>
          <p:nvPr/>
        </p:nvSpPr>
        <p:spPr>
          <a:xfrm>
            <a:off x="576072" y="1947672"/>
            <a:ext cx="1115568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spcBef>
                <a:spcPts val="600"/>
              </a:spcBef>
              <a:spcAft>
                <a:spcPts val="300"/>
              </a:spcAft>
            </a:pPr>
            <a:r>
              <a:rPr lang="en-IN" dirty="0">
                <a:solidFill>
                  <a:srgbClr val="004D73"/>
                </a:solidFill>
                <a:latin typeface="Aptos"/>
              </a:rPr>
              <a:t>I’m a Senior Data Engineer at Ferguson, with over 8 years of experience in ETL, Data Engineering, and Data Warehousing. My core expertise includes SQL, Azure Data Factory, Azure Databricks, </a:t>
            </a:r>
            <a:r>
              <a:rPr lang="en-IN" dirty="0" err="1">
                <a:solidFill>
                  <a:srgbClr val="004D73"/>
                </a:solidFill>
                <a:latin typeface="Aptos"/>
              </a:rPr>
              <a:t>PySpark</a:t>
            </a:r>
            <a:r>
              <a:rPr lang="en-IN" dirty="0">
                <a:solidFill>
                  <a:srgbClr val="004D73"/>
                </a:solidFill>
                <a:latin typeface="Aptos"/>
              </a:rPr>
              <a:t>, and building scalable data pipelines to transform data into meaningful business insights.</a:t>
            </a:r>
            <a:endParaRPr lang="en-IN" sz="1800" dirty="0">
              <a:solidFill>
                <a:srgbClr val="595454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5E02DC2-C263-9E1F-E04B-9CB7A5C3246E}"/>
              </a:ext>
            </a:extLst>
          </p:cNvPr>
          <p:cNvSpPr txBox="1"/>
          <p:nvPr/>
        </p:nvSpPr>
        <p:spPr>
          <a:xfrm>
            <a:off x="576072" y="3275041"/>
            <a:ext cx="104241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dirty="0">
                <a:solidFill>
                  <a:srgbClr val="004D73"/>
                </a:solidFill>
                <a:latin typeface="Aptos"/>
              </a:rPr>
              <a:t>Career question: “Do I enjoy building pipelines, solving data problems, or turning data into business outcomes?”</a:t>
            </a:r>
          </a:p>
        </p:txBody>
      </p:sp>
      <p:sp>
        <p:nvSpPr>
          <p:cNvPr id="55" name="Rounded Rectangle 7">
            <a:extLst>
              <a:ext uri="{FF2B5EF4-FFF2-40B4-BE49-F238E27FC236}">
                <a16:creationId xmlns:a16="http://schemas.microsoft.com/office/drawing/2014/main" id="{036D1D1C-ADA7-B8DC-F668-201D3A0B0602}"/>
              </a:ext>
            </a:extLst>
          </p:cNvPr>
          <p:cNvSpPr/>
          <p:nvPr/>
        </p:nvSpPr>
        <p:spPr>
          <a:xfrm>
            <a:off x="1234440" y="4389120"/>
            <a:ext cx="2464308" cy="1472184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18895B-1CFA-A608-B2E0-A55C59C5EF3B}"/>
              </a:ext>
            </a:extLst>
          </p:cNvPr>
          <p:cNvSpPr txBox="1"/>
          <p:nvPr/>
        </p:nvSpPr>
        <p:spPr>
          <a:xfrm>
            <a:off x="1597914" y="4589632"/>
            <a:ext cx="173736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500" b="1" dirty="0">
                <a:solidFill>
                  <a:schemeClr val="bg1"/>
                </a:solidFill>
                <a:latin typeface="Aptos"/>
              </a:rPr>
              <a:t>Challenge yourself</a:t>
            </a:r>
            <a:endParaRPr sz="15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92B0003-FD45-FE99-6C4C-B0DAF05487EC}"/>
              </a:ext>
            </a:extLst>
          </p:cNvPr>
          <p:cNvSpPr txBox="1"/>
          <p:nvPr/>
        </p:nvSpPr>
        <p:spPr>
          <a:xfrm>
            <a:off x="1396746" y="5125212"/>
            <a:ext cx="2139696" cy="418576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en-IN" sz="1300" dirty="0">
                <a:solidFill>
                  <a:srgbClr val="1F2D35"/>
                </a:solidFill>
                <a:latin typeface="Aptos"/>
              </a:rPr>
              <a:t>M</a:t>
            </a:r>
            <a:r>
              <a:rPr sz="1300" b="0" dirty="0">
                <a:solidFill>
                  <a:srgbClr val="1F2D35"/>
                </a:solidFill>
                <a:latin typeface="Aptos"/>
              </a:rPr>
              <a:t>aster</a:t>
            </a:r>
            <a:r>
              <a:rPr lang="en-IN" sz="1300" b="0" dirty="0">
                <a:solidFill>
                  <a:srgbClr val="1F2D35"/>
                </a:solidFill>
                <a:latin typeface="Aptos"/>
              </a:rPr>
              <a:t> a </a:t>
            </a:r>
            <a:r>
              <a:rPr sz="1300" b="0" dirty="0">
                <a:solidFill>
                  <a:srgbClr val="1F2D35"/>
                </a:solidFill>
                <a:latin typeface="Aptos"/>
              </a:rPr>
              <a:t>tool</a:t>
            </a:r>
            <a:r>
              <a:rPr lang="en-IN" sz="1300" b="0" dirty="0">
                <a:solidFill>
                  <a:srgbClr val="1F2D35"/>
                </a:solidFill>
                <a:latin typeface="Aptos"/>
              </a:rPr>
              <a:t> at a time</a:t>
            </a:r>
            <a:r>
              <a:rPr lang="en-IN" sz="1300" dirty="0">
                <a:solidFill>
                  <a:srgbClr val="1F2D35"/>
                </a:solidFill>
                <a:latin typeface="Aptos"/>
              </a:rPr>
              <a:t>,</a:t>
            </a:r>
            <a:r>
              <a:rPr sz="1300" b="0" dirty="0">
                <a:solidFill>
                  <a:srgbClr val="1F2D35"/>
                </a:solidFill>
                <a:latin typeface="Aptos"/>
              </a:rPr>
              <a:t> pick a direction.</a:t>
            </a:r>
          </a:p>
        </p:txBody>
      </p:sp>
      <p:sp>
        <p:nvSpPr>
          <p:cNvPr id="65" name="Rounded Rectangle 12">
            <a:extLst>
              <a:ext uri="{FF2B5EF4-FFF2-40B4-BE49-F238E27FC236}">
                <a16:creationId xmlns:a16="http://schemas.microsoft.com/office/drawing/2014/main" id="{7D44A22F-AA2E-3E70-C81F-B0BF957D6D2B}"/>
              </a:ext>
            </a:extLst>
          </p:cNvPr>
          <p:cNvSpPr/>
          <p:nvPr/>
        </p:nvSpPr>
        <p:spPr>
          <a:xfrm>
            <a:off x="6327648" y="4370832"/>
            <a:ext cx="2468880" cy="1490472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967BC0-5CCE-015F-D894-2BDD8CD527A6}"/>
              </a:ext>
            </a:extLst>
          </p:cNvPr>
          <p:cNvSpPr txBox="1"/>
          <p:nvPr/>
        </p:nvSpPr>
        <p:spPr>
          <a:xfrm>
            <a:off x="6492240" y="5046406"/>
            <a:ext cx="2139696" cy="9875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 dirty="0">
                <a:solidFill>
                  <a:srgbClr val="1F2D35"/>
                </a:solidFill>
                <a:latin typeface="Aptos"/>
              </a:rPr>
              <a:t>Learn the “why” first → practice the “how” → automate the repeatable.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9F6550-8780-1A90-0401-0621139F098E}"/>
              </a:ext>
            </a:extLst>
          </p:cNvPr>
          <p:cNvSpPr txBox="1"/>
          <p:nvPr/>
        </p:nvSpPr>
        <p:spPr>
          <a:xfrm>
            <a:off x="6620256" y="4589632"/>
            <a:ext cx="1755648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500" b="1" dirty="0">
                <a:solidFill>
                  <a:schemeClr val="bg1"/>
                </a:solidFill>
                <a:latin typeface="Aptos"/>
              </a:rPr>
              <a:t>Progressive Mindset</a:t>
            </a:r>
            <a:endParaRPr sz="15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06938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58"/>
    </mc:Choice>
    <mc:Fallback xmlns="">
      <p:transition spd="slow" advTm="1815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F3EB-8E20-2B34-FD04-0F57C8E8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1728"/>
            <a:ext cx="7956000" cy="329520"/>
          </a:xfrm>
        </p:spPr>
        <p:txBody>
          <a:bodyPr wrap="square" anchor="t"/>
          <a:lstStyle/>
          <a:p>
            <a:pPr algn="l"/>
            <a:r>
              <a:rPr sz="2800" b="1" dirty="0">
                <a:latin typeface="Aptos"/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1672A-2460-B997-8747-7A52919906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27976" y="1324272"/>
            <a:ext cx="10052823" cy="3650400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600" b="1" dirty="0">
                <a:latin typeface="Aptos"/>
              </a:rPr>
              <a:t>Technology / Topic Overview</a:t>
            </a:r>
            <a:br>
              <a:rPr b="1" dirty="0"/>
            </a:br>
            <a:r>
              <a:rPr sz="1200" b="1" dirty="0">
                <a:latin typeface="Aptos"/>
              </a:rPr>
              <a:t>What it is • why it exists • where it fits</a:t>
            </a:r>
            <a:br>
              <a:rPr b="1" dirty="0"/>
            </a:br>
            <a:r>
              <a:rPr sz="1600" b="1" dirty="0">
                <a:latin typeface="Aptos"/>
              </a:rPr>
              <a:t>Basics / Foundation</a:t>
            </a:r>
            <a:br>
              <a:rPr b="1" dirty="0"/>
            </a:br>
            <a:r>
              <a:rPr sz="1200" b="1" dirty="0">
                <a:latin typeface="Aptos"/>
              </a:rPr>
              <a:t>ETL flow • data layers • common terms</a:t>
            </a:r>
            <a:br>
              <a:rPr b="1" dirty="0"/>
            </a:br>
            <a:r>
              <a:rPr sz="1600" b="1" dirty="0">
                <a:latin typeface="Aptos"/>
              </a:rPr>
              <a:t>Core Concepts</a:t>
            </a:r>
            <a:br>
              <a:rPr b="1" dirty="0"/>
            </a:br>
            <a:r>
              <a:rPr sz="1200" b="1" dirty="0">
                <a:latin typeface="Aptos"/>
              </a:rPr>
              <a:t>SQL Server • Blob • ADF • Databricks • GitHub</a:t>
            </a:r>
            <a:br>
              <a:rPr b="1" dirty="0"/>
            </a:br>
            <a:r>
              <a:rPr sz="1600" b="1" dirty="0">
                <a:latin typeface="Aptos"/>
              </a:rPr>
              <a:t>Ferguson Context</a:t>
            </a:r>
            <a:br>
              <a:rPr b="1" dirty="0"/>
            </a:br>
            <a:r>
              <a:rPr sz="1200" b="1" dirty="0">
                <a:latin typeface="Aptos"/>
              </a:rPr>
              <a:t>Illustrative enterprise pipeline — not production design</a:t>
            </a:r>
            <a:br>
              <a:rPr b="1" dirty="0"/>
            </a:br>
            <a:r>
              <a:rPr sz="1600" b="1" dirty="0">
                <a:latin typeface="Aptos"/>
              </a:rPr>
              <a:t>AI Leverage &amp; Best Practices</a:t>
            </a:r>
            <a:br>
              <a:rPr dirty="0"/>
            </a:br>
            <a:r>
              <a:rPr sz="1200" b="1" dirty="0">
                <a:latin typeface="Aptos"/>
              </a:rPr>
              <a:t>Use AI to learn faster, not to skip fundamentals</a:t>
            </a:r>
            <a:br>
              <a:rPr b="1" dirty="0"/>
            </a:br>
            <a:r>
              <a:rPr sz="1600" b="1" dirty="0">
                <a:latin typeface="Aptos"/>
              </a:rPr>
              <a:t>Hands-on Exercises</a:t>
            </a:r>
            <a:br>
              <a:rPr b="1" dirty="0"/>
            </a:br>
            <a:r>
              <a:rPr sz="1200" b="1" dirty="0">
                <a:latin typeface="Aptos"/>
              </a:rPr>
              <a:t>Build a small end-to-end pipeline</a:t>
            </a:r>
            <a:br>
              <a:rPr dirty="0"/>
            </a:b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7BCA4B-B7CB-1537-B38C-3C922585DB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1324272"/>
            <a:ext cx="396000" cy="365040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400" dirty="0">
                <a:solidFill>
                  <a:srgbClr val="00A0D2"/>
                </a:solidFill>
              </a:rPr>
              <a:t>01</a:t>
            </a:r>
            <a:br>
              <a:rPr dirty="0"/>
            </a:br>
            <a:br>
              <a:rPr lang="en-IN" dirty="0"/>
            </a:br>
            <a:r>
              <a:rPr sz="1400" dirty="0">
                <a:solidFill>
                  <a:srgbClr val="00A0D2"/>
                </a:solidFill>
              </a:rPr>
              <a:t>02</a:t>
            </a:r>
            <a:br>
              <a:rPr dirty="0"/>
            </a:br>
            <a:br>
              <a:rPr lang="en-IN" dirty="0"/>
            </a:br>
            <a:r>
              <a:rPr sz="1400" dirty="0">
                <a:solidFill>
                  <a:srgbClr val="00A0D2"/>
                </a:solidFill>
              </a:rPr>
              <a:t>03</a:t>
            </a:r>
            <a:br>
              <a:rPr dirty="0"/>
            </a:br>
            <a:br>
              <a:rPr lang="en-IN" dirty="0"/>
            </a:br>
            <a:r>
              <a:rPr sz="1400" dirty="0">
                <a:solidFill>
                  <a:srgbClr val="00A0D2"/>
                </a:solidFill>
              </a:rPr>
              <a:t>04</a:t>
            </a:r>
            <a:br>
              <a:rPr dirty="0"/>
            </a:br>
            <a:br>
              <a:rPr lang="en-IN" dirty="0"/>
            </a:br>
            <a:r>
              <a:rPr sz="1400" dirty="0">
                <a:solidFill>
                  <a:srgbClr val="00A0D2"/>
                </a:solidFill>
              </a:rPr>
              <a:t>05</a:t>
            </a:r>
            <a:br>
              <a:rPr dirty="0"/>
            </a:br>
            <a:br>
              <a:rPr lang="en-IN" dirty="0"/>
            </a:br>
            <a:r>
              <a:rPr sz="1400" dirty="0">
                <a:solidFill>
                  <a:srgbClr val="00A0D2"/>
                </a:solidFill>
              </a:rPr>
              <a:t>06</a:t>
            </a:r>
            <a:br>
              <a:rPr dirty="0"/>
            </a:br>
            <a:endParaRPr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1EB78-731C-E59B-0545-89BE99631FE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sz="800">
                <a:solidFill>
                  <a:srgbClr val="666E73"/>
                </a:solidFill>
              </a:rPr>
              <a:t>8/31/26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42E49-6F72-2F35-2D2C-AE22208B241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1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CB3AD-FD5E-EDE6-6119-9648D6A0B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D1140238-BE70-2990-C5EB-6520A7F7F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104" y="1565795"/>
            <a:ext cx="5468112" cy="350865"/>
          </a:xfrm>
        </p:spPr>
        <p:txBody>
          <a:bodyPr wrap="square" anchor="t"/>
          <a:lstStyle/>
          <a:p>
            <a:pPr algn="l"/>
            <a:r>
              <a:rPr sz="2400" b="1" dirty="0">
                <a:solidFill>
                  <a:srgbClr val="FFFFFF"/>
                </a:solidFill>
                <a:latin typeface="Aptos"/>
              </a:rPr>
              <a:t>A Freshers’ Roadmap</a:t>
            </a:r>
            <a:r>
              <a:rPr lang="en-IN" sz="2400" b="1" dirty="0">
                <a:solidFill>
                  <a:srgbClr val="FFFFFF"/>
                </a:solidFill>
                <a:latin typeface="Aptos"/>
              </a:rPr>
              <a:t> for Data Engineer</a:t>
            </a:r>
            <a:endParaRPr lang="en-US" sz="24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B0FF5D-E9CA-FF2A-D7B2-A83B307DD91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1574F-E53E-E671-4B9B-39B6D51E45A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AF993-F6B7-CFC2-C924-0C51D5C75E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235" y="425943"/>
            <a:ext cx="5096586" cy="55633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BFD2AE-4E32-E524-72EF-A8668CDDEA3F}"/>
              </a:ext>
            </a:extLst>
          </p:cNvPr>
          <p:cNvSpPr txBox="1"/>
          <p:nvPr/>
        </p:nvSpPr>
        <p:spPr>
          <a:xfrm flipH="1">
            <a:off x="1233624" y="2435494"/>
            <a:ext cx="5152612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N" b="1" dirty="0"/>
              <a:t>Core SQL Mastery</a:t>
            </a:r>
            <a:endParaRPr lang="en-IN" dirty="0"/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/>
            <a:r>
              <a:rPr lang="en-IN" b="1" dirty="0"/>
              <a:t>Azure Storage Basics</a:t>
            </a:r>
            <a:endParaRPr lang="en-IN" dirty="0"/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/>
            <a:r>
              <a:rPr lang="en-IN" b="1" dirty="0"/>
              <a:t>ADF Pipeline Building</a:t>
            </a:r>
            <a:endParaRPr lang="en-IN" dirty="0"/>
          </a:p>
          <a:p>
            <a:pPr lvl="0"/>
            <a:endParaRPr lang="en-IN" b="1" dirty="0"/>
          </a:p>
          <a:p>
            <a:pPr lvl="0"/>
            <a:endParaRPr lang="en-IN" b="1" dirty="0"/>
          </a:p>
          <a:p>
            <a:pPr lvl="0"/>
            <a:r>
              <a:rPr lang="en-IN" b="1" dirty="0"/>
              <a:t>Databricks </a:t>
            </a:r>
            <a:r>
              <a:rPr lang="en-IN" b="1" dirty="0" err="1"/>
              <a:t>PySpark</a:t>
            </a:r>
            <a:r>
              <a:rPr lang="en-IN" b="1" dirty="0"/>
              <a:t> Fundamentals</a:t>
            </a:r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7FACFB3-11D9-C50E-47B3-13A2F2266D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56" y="3097137"/>
            <a:ext cx="553998" cy="55399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4F90C1B-F976-0FFB-94A6-5AB75009CC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04" y="2374913"/>
            <a:ext cx="553999" cy="55399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003CFB3A-0ACF-ABDD-2C1F-A86705B6F1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79" y="3948488"/>
            <a:ext cx="630936" cy="63093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9B005B0-72ED-1DCB-AFCE-32C934502C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93685" y="4832654"/>
            <a:ext cx="447997" cy="402112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423834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79"/>
    </mc:Choice>
    <mc:Fallback xmlns="">
      <p:transition spd="slow" advTm="5017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164CAF-3D4D-E278-2C5C-BA3F5D55A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FD4AAB-D7D5-09AF-84D7-E2DE2408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A3C558-982B-C745-A7B8-359ADE85D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393192" y="639213"/>
            <a:ext cx="112471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2800" b="1" dirty="0">
                <a:solidFill>
                  <a:srgbClr val="004D73"/>
                </a:solidFill>
                <a:latin typeface="Aptos"/>
              </a:rPr>
              <a:t>Core</a:t>
            </a:r>
            <a:r>
              <a:rPr lang="en-IN" sz="2800" b="1" dirty="0"/>
              <a:t> </a:t>
            </a:r>
            <a:r>
              <a:rPr lang="en-IN" sz="2800" b="1" dirty="0">
                <a:solidFill>
                  <a:srgbClr val="004D73"/>
                </a:solidFill>
                <a:latin typeface="Aptos"/>
              </a:rPr>
              <a:t>ETL</a:t>
            </a:r>
            <a:r>
              <a:rPr lang="en-IN" sz="2800" b="1" dirty="0"/>
              <a:t> </a:t>
            </a:r>
            <a:r>
              <a:rPr lang="en-IN" sz="2800" b="1" dirty="0">
                <a:solidFill>
                  <a:srgbClr val="004D73"/>
                </a:solidFill>
                <a:latin typeface="Aptos"/>
              </a:rPr>
              <a:t>Architecture</a:t>
            </a:r>
            <a:endParaRPr sz="2800" b="1" dirty="0">
              <a:solidFill>
                <a:srgbClr val="004D73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" y="1508760"/>
            <a:ext cx="1965960" cy="1380743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1508760"/>
            <a:ext cx="196596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5023" y="1600200"/>
            <a:ext cx="16367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EXTRACT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151790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400" b="0" dirty="0">
              <a:solidFill>
                <a:srgbClr val="004D73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8952" y="2221991"/>
            <a:ext cx="1636776" cy="9875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Get data from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sources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87752" y="2423160"/>
            <a:ext cx="338327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71800" y="1508760"/>
            <a:ext cx="1965960" cy="1380742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971800" y="1508760"/>
            <a:ext cx="196596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75304" y="1600200"/>
            <a:ext cx="16367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TRANSFORM</a:t>
            </a:r>
          </a:p>
        </p:txBody>
      </p:sp>
      <p:sp>
        <p:nvSpPr>
          <p:cNvPr id="20" name="Oval 19"/>
          <p:cNvSpPr/>
          <p:nvPr/>
        </p:nvSpPr>
        <p:spPr>
          <a:xfrm>
            <a:off x="2971799" y="150876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400" b="0" dirty="0">
              <a:solidFill>
                <a:srgbClr val="004D73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36392" y="2221991"/>
            <a:ext cx="1636776" cy="9875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 dirty="0">
                <a:solidFill>
                  <a:srgbClr val="1F2D35"/>
                </a:solidFill>
                <a:latin typeface="Aptos"/>
              </a:rPr>
              <a:t>Clean, join,</a:t>
            </a:r>
            <a:br>
              <a:rPr dirty="0"/>
            </a:br>
            <a:r>
              <a:rPr sz="1300" b="0" dirty="0">
                <a:solidFill>
                  <a:srgbClr val="1F2D35"/>
                </a:solidFill>
                <a:latin typeface="Aptos"/>
              </a:rPr>
              <a:t>validate, enrich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965192" y="2423160"/>
            <a:ext cx="338328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49240" y="1508760"/>
            <a:ext cx="1965960" cy="138074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49240" y="1508760"/>
            <a:ext cx="196596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52744" y="1591056"/>
            <a:ext cx="16367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LOAD</a:t>
            </a:r>
          </a:p>
        </p:txBody>
      </p:sp>
      <p:sp>
        <p:nvSpPr>
          <p:cNvPr id="26" name="Oval 25"/>
          <p:cNvSpPr/>
          <p:nvPr/>
        </p:nvSpPr>
        <p:spPr>
          <a:xfrm>
            <a:off x="5349240" y="151790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400" b="0" dirty="0">
              <a:solidFill>
                <a:srgbClr val="004D73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13831" y="2221991"/>
            <a:ext cx="1636776" cy="9875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Store data for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analytics/use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42631" y="2423160"/>
            <a:ext cx="338328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726679" y="1508760"/>
            <a:ext cx="1965960" cy="1380737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26679" y="1508760"/>
            <a:ext cx="196596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01812" y="1600200"/>
            <a:ext cx="16367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SERVE</a:t>
            </a:r>
          </a:p>
        </p:txBody>
      </p:sp>
      <p:sp>
        <p:nvSpPr>
          <p:cNvPr id="32" name="Oval 31"/>
          <p:cNvSpPr/>
          <p:nvPr/>
        </p:nvSpPr>
        <p:spPr>
          <a:xfrm>
            <a:off x="7726679" y="1508759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400" b="0" dirty="0">
              <a:solidFill>
                <a:srgbClr val="004D73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91271" y="2221991"/>
            <a:ext cx="1636776" cy="9875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Reports, apps,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models, 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585216" y="3384148"/>
            <a:ext cx="10424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dirty="0">
                <a:solidFill>
                  <a:srgbClr val="1F2D35"/>
                </a:solidFill>
                <a:latin typeface="Aptos"/>
              </a:rPr>
              <a:t>Modern cloud pipelines often use ELT as well: load first, transform in the target platform.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5" y="4125100"/>
            <a:ext cx="3337560" cy="11430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8075" y="4125100"/>
            <a:ext cx="333756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2667" y="421654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ETL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" y="4838332"/>
            <a:ext cx="3008376" cy="30175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Transform before loading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74235" y="4125100"/>
            <a:ext cx="3337560" cy="11430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74235" y="4125100"/>
            <a:ext cx="333756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38827" y="421654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38827" y="4838332"/>
            <a:ext cx="3008376" cy="30175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Load first, transform at scale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40395" y="4125100"/>
            <a:ext cx="3337560" cy="11430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740395" y="4125100"/>
            <a:ext cx="333756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04987" y="421654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Orchestration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4987" y="4838332"/>
            <a:ext cx="3008376" cy="30175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Decide what runs, when, and in what order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6AC93A-FBAF-8F4E-6D25-DCBDB27978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84" y="1591056"/>
            <a:ext cx="424051" cy="4240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E94D1C-8A72-5822-6A90-5FCC12FEE6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379" y="1618076"/>
            <a:ext cx="438911" cy="34426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1E252D1-E724-3CEF-789A-22A5A72F2B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207" y="1650680"/>
            <a:ext cx="304802" cy="30480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D74C4C3-5D3F-C5E1-046D-3ED08EEFE7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7798825" y="1542319"/>
            <a:ext cx="450069" cy="45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63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78223"/>
    </mc:Choice>
    <mc:Fallback xmlns="">
      <p:transition spd="slow" advTm="7822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30269-6CD1-41B7-D38B-053A0FBA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4CCFB-C941-3603-CED6-5A331BC9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2F710-7B54-50CD-0F41-C3423453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/>
              <a:pPr/>
              <a:t>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190CD-1C8B-2E0F-E45B-046940C5C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85280" y="457200"/>
            <a:ext cx="112471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>
                <a:solidFill>
                  <a:srgbClr val="004D73"/>
                </a:solidFill>
                <a:latin typeface="Aptos"/>
              </a:rPr>
              <a:t>SQL Server — Your Data Foundation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429000" cy="19659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342900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457352"/>
            <a:ext cx="3099816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500" b="1" dirty="0">
                <a:solidFill>
                  <a:srgbClr val="FFFFFF"/>
                </a:solidFill>
                <a:latin typeface="Aptos"/>
              </a:rPr>
              <a:t>                    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What it is</a:t>
            </a:r>
          </a:p>
        </p:txBody>
      </p:sp>
      <p:sp>
        <p:nvSpPr>
          <p:cNvPr id="10" name="Oval 9"/>
          <p:cNvSpPr/>
          <p:nvPr/>
        </p:nvSpPr>
        <p:spPr>
          <a:xfrm>
            <a:off x="502919" y="1330452"/>
            <a:ext cx="548640" cy="553212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004D73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039112"/>
            <a:ext cx="3099816" cy="11247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Relational database platform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• Tables, views, stored procedures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• Keys &amp; relationships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• Transactions &amp;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325880"/>
            <a:ext cx="3429000" cy="19659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69080" y="1325880"/>
            <a:ext cx="342900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33672" y="1457352"/>
            <a:ext cx="3099816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500" b="1" dirty="0">
                <a:solidFill>
                  <a:srgbClr val="FFFFFF"/>
                </a:solidFill>
                <a:latin typeface="Aptos"/>
              </a:rPr>
              <a:t>                    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Why ETL needs it</a:t>
            </a:r>
            <a:r>
              <a:rPr lang="en-IN" sz="1500" b="1" dirty="0">
                <a:solidFill>
                  <a:srgbClr val="FFFFFF"/>
                </a:solidFill>
                <a:latin typeface="Aptos"/>
              </a:rPr>
              <a:t>  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069079" y="13258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2039112"/>
            <a:ext cx="3099816" cy="11247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Common source/target system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• Query and filter data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• Validate business rules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• Create repeatable extracts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325880"/>
            <a:ext cx="3429000" cy="19659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35240" y="1325880"/>
            <a:ext cx="342900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99831" y="1457352"/>
            <a:ext cx="3099816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500" b="1" dirty="0">
                <a:solidFill>
                  <a:srgbClr val="FFFFFF"/>
                </a:solidFill>
                <a:latin typeface="Aptos"/>
              </a:rPr>
              <a:t>                 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Freshers should learn</a:t>
            </a:r>
          </a:p>
        </p:txBody>
      </p:sp>
      <p:sp>
        <p:nvSpPr>
          <p:cNvPr id="20" name="Oval 19"/>
          <p:cNvSpPr/>
          <p:nvPr/>
        </p:nvSpPr>
        <p:spPr>
          <a:xfrm>
            <a:off x="7642098" y="133502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004D73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1" y="2039112"/>
            <a:ext cx="3099816" cy="11247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SELECT • JOIN • GROUP BY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CTEs • window functions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Indexes • data types • NULLs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657600"/>
            <a:ext cx="5029200" cy="2057400"/>
          </a:xfrm>
          <a:prstGeom prst="roundRect">
            <a:avLst/>
          </a:prstGeom>
          <a:solidFill>
            <a:srgbClr val="F8F9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657600"/>
            <a:ext cx="5029200" cy="38404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24712" y="3712463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SQL query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096512"/>
            <a:ext cx="47000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E73"/>
                </a:solidFill>
                <a:latin typeface="Aptos"/>
              </a:rPr>
              <a:t>Illustrative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51960"/>
            <a:ext cx="45720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Consolas"/>
              </a:rPr>
              <a:t>SELECT CustomerId, SUM(Amount) AS Sales</a:t>
            </a:r>
            <a:br/>
            <a:r>
              <a:rPr sz="1300" b="0">
                <a:solidFill>
                  <a:srgbClr val="1F2D35"/>
                </a:solidFill>
                <a:latin typeface="Consolas"/>
              </a:rPr>
              <a:t>FROM Sales</a:t>
            </a:r>
            <a:br/>
            <a:r>
              <a:rPr sz="1300" b="0">
                <a:solidFill>
                  <a:srgbClr val="1F2D35"/>
                </a:solidFill>
                <a:latin typeface="Consolas"/>
              </a:rPr>
              <a:t>WHERE SaleDate &gt;= '2026-01-01'</a:t>
            </a:r>
            <a:br/>
            <a:r>
              <a:rPr sz="1300" b="0">
                <a:solidFill>
                  <a:srgbClr val="1F2D35"/>
                </a:solidFill>
                <a:latin typeface="Consolas"/>
              </a:rPr>
              <a:t>GROUP BY CustomerId;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3657600"/>
            <a:ext cx="5029200" cy="2057400"/>
          </a:xfrm>
          <a:prstGeom prst="roundRect">
            <a:avLst/>
          </a:prstGeom>
          <a:solidFill>
            <a:srgbClr val="F8F9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97880" y="3657600"/>
            <a:ext cx="5029200" cy="38404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2" y="3712463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ETL checkpoint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4096512"/>
            <a:ext cx="470001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E73"/>
                </a:solidFill>
                <a:latin typeface="Aptos"/>
              </a:rPr>
              <a:t>Think like a data engineer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4224528"/>
            <a:ext cx="4526280" cy="1280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✓ Row counts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✓ NULL / duplicate checks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✓ Source-to-target reconciliation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✓ Incremental vs full load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57336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0495"/>
    </mc:Choice>
    <mc:Fallback xmlns="">
      <p:transition spd="slow" advTm="14049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9B682-432C-2D56-66DD-14CC2BFC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951EBB-4A97-6128-DB11-4171A8BA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EB73EE-CBC1-336A-2FD3-CD2BA1FE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3192" y="457200"/>
            <a:ext cx="112471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>
                <a:solidFill>
                  <a:srgbClr val="004D73"/>
                </a:solidFill>
                <a:latin typeface="Aptos"/>
              </a:rPr>
              <a:t>Azure Blob Storage — The Landing Zone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3337560" cy="18288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333756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16785" y="1444752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What it is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13258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039112"/>
            <a:ext cx="3008376" cy="9875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Cloud object storage for files / blobs.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Think: folders + files, not relational tables.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325880"/>
            <a:ext cx="3337560" cy="18288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77639" y="1325880"/>
            <a:ext cx="333756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95493" y="1426464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Where it fits</a:t>
            </a:r>
          </a:p>
        </p:txBody>
      </p:sp>
      <p:sp>
        <p:nvSpPr>
          <p:cNvPr id="19" name="Oval 18"/>
          <p:cNvSpPr/>
          <p:nvPr/>
        </p:nvSpPr>
        <p:spPr>
          <a:xfrm>
            <a:off x="3982211" y="133502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004D73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1" y="2039112"/>
            <a:ext cx="3008376" cy="9875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Raw landing → processed data → curated outputs.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Useful for CSV, JSON, Parquet and other files.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325880"/>
            <a:ext cx="3703320" cy="18288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52360" y="1325880"/>
            <a:ext cx="370332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8264" y="1417320"/>
            <a:ext cx="33741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Key idea</a:t>
            </a:r>
          </a:p>
        </p:txBody>
      </p:sp>
      <p:sp>
        <p:nvSpPr>
          <p:cNvPr id="24" name="Oval 23"/>
          <p:cNvSpPr/>
          <p:nvPr/>
        </p:nvSpPr>
        <p:spPr>
          <a:xfrm>
            <a:off x="7452358" y="13258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2039112"/>
            <a:ext cx="3374136" cy="9875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Separate storage from compute.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Databricks can read/write files without being the permanent storage layer.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611880"/>
            <a:ext cx="4937760" cy="2103120"/>
          </a:xfrm>
          <a:prstGeom prst="roundRect">
            <a:avLst/>
          </a:prstGeom>
          <a:solidFill>
            <a:srgbClr val="F8F9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611880"/>
            <a:ext cx="4937760" cy="38404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4712" y="3666744"/>
            <a:ext cx="4297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Blob container — illustrative snapshot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050791"/>
            <a:ext cx="46085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E73"/>
                </a:solidFill>
                <a:latin typeface="Aptos"/>
              </a:rPr>
              <a:t>Example folder 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187952"/>
            <a:ext cx="448056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Consolas"/>
              </a:rPr>
              <a:t>raw/</a:t>
            </a:r>
            <a:br/>
            <a:r>
              <a:rPr sz="1300" b="0">
                <a:solidFill>
                  <a:srgbClr val="1F2D35"/>
                </a:solidFill>
                <a:latin typeface="Consolas"/>
              </a:rPr>
              <a:t>  sales/</a:t>
            </a:r>
            <a:br/>
            <a:r>
              <a:rPr sz="1300" b="0">
                <a:solidFill>
                  <a:srgbClr val="1F2D35"/>
                </a:solidFill>
                <a:latin typeface="Consolas"/>
              </a:rPr>
              <a:t>    2026-08-31.csv</a:t>
            </a:r>
            <a:br/>
            <a:r>
              <a:rPr sz="1300" b="0">
                <a:solidFill>
                  <a:srgbClr val="1F2D35"/>
                </a:solidFill>
                <a:latin typeface="Consolas"/>
              </a:rPr>
              <a:t>curated/</a:t>
            </a:r>
            <a:br/>
            <a:r>
              <a:rPr sz="1300" b="0">
                <a:solidFill>
                  <a:srgbClr val="1F2D35"/>
                </a:solidFill>
                <a:latin typeface="Consolas"/>
              </a:rPr>
              <a:t>  sales/</a:t>
            </a:r>
            <a:br/>
            <a:r>
              <a:rPr sz="1300" b="0">
                <a:solidFill>
                  <a:srgbClr val="1F2D35"/>
                </a:solidFill>
                <a:latin typeface="Consolas"/>
              </a:rPr>
              <a:t>    sales_delta/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3611880"/>
            <a:ext cx="5120640" cy="2103120"/>
          </a:xfrm>
          <a:prstGeom prst="roundRect">
            <a:avLst/>
          </a:prstGeom>
          <a:solidFill>
            <a:srgbClr val="F8F9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760720" y="3611880"/>
            <a:ext cx="5120640" cy="38404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91072" y="3666744"/>
            <a:ext cx="44805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What to understand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25312" y="4050791"/>
            <a:ext cx="479145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E73"/>
                </a:solidFill>
                <a:latin typeface="Aptos"/>
              </a:rPr>
              <a:t>Not every folder is a database 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4309160"/>
            <a:ext cx="4617720" cy="10926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F2D35"/>
                </a:solidFill>
                <a:latin typeface="Aptos"/>
              </a:rPr>
              <a:t>Container → path → file/object</a:t>
            </a:r>
            <a:endParaRPr lang="en-IN" sz="1300" b="0" dirty="0">
              <a:solidFill>
                <a:srgbClr val="1F2D35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F2D35"/>
                </a:solidFill>
                <a:latin typeface="Aptos"/>
              </a:rPr>
              <a:t>Parquet is often preferred for analytics because it is columnar and efficient.</a:t>
            </a:r>
            <a:endParaRPr lang="en-IN" sz="1300" b="0" dirty="0">
              <a:solidFill>
                <a:srgbClr val="1F2D35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F2D35"/>
                </a:solidFill>
                <a:latin typeface="Aptos"/>
              </a:rPr>
              <a:t>Security is typically handled with Azure identity / access controls.</a:t>
            </a:r>
          </a:p>
        </p:txBody>
      </p:sp>
    </p:spTree>
    <p:extLst>
      <p:ext uri="{BB962C8B-B14F-4D97-AF65-F5344CB8AC3E}">
        <p14:creationId xmlns:p14="http://schemas.microsoft.com/office/powerpoint/2010/main" val="69114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7BEF-3205-FBF7-2205-6E41F7F3D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2AA3BF-D018-A2D2-FDCB-589B3E9B4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>
                <a:solidFill>
                  <a:srgbClr val="004D73"/>
                </a:solidFill>
                <a:latin typeface="Aptos"/>
              </a:rPr>
              <a:t>Azure Data Factory (ADF) — The Orchestrator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25880"/>
            <a:ext cx="1783080" cy="155448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325880"/>
            <a:ext cx="17830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1306" y="1417320"/>
            <a:ext cx="14538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Trigger</a:t>
            </a:r>
          </a:p>
        </p:txBody>
      </p:sp>
      <p:sp>
        <p:nvSpPr>
          <p:cNvPr id="14" name="Oval 13"/>
          <p:cNvSpPr/>
          <p:nvPr/>
        </p:nvSpPr>
        <p:spPr>
          <a:xfrm>
            <a:off x="644650" y="1321308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039112"/>
            <a:ext cx="1453895" cy="7132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When should it run?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50591" y="2057400"/>
            <a:ext cx="384048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1325880"/>
            <a:ext cx="1849374" cy="155448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80360" y="1325880"/>
            <a:ext cx="1849374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67861" y="1408176"/>
            <a:ext cx="14538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Copy / Lookup</a:t>
            </a:r>
          </a:p>
        </p:txBody>
      </p:sp>
      <p:sp>
        <p:nvSpPr>
          <p:cNvPr id="20" name="Oval 19"/>
          <p:cNvSpPr/>
          <p:nvPr/>
        </p:nvSpPr>
        <p:spPr>
          <a:xfrm>
            <a:off x="2882645" y="133502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2" y="2039112"/>
            <a:ext cx="1453895" cy="7132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Move or inspect data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>
            <a:off x="4736592" y="2057400"/>
            <a:ext cx="384048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120640" y="1325880"/>
            <a:ext cx="1783080" cy="155448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20640" y="1325880"/>
            <a:ext cx="17830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40147" y="1417320"/>
            <a:ext cx="14538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Databricks</a:t>
            </a:r>
          </a:p>
        </p:txBody>
      </p:sp>
      <p:sp>
        <p:nvSpPr>
          <p:cNvPr id="26" name="Oval 25"/>
          <p:cNvSpPr/>
          <p:nvPr/>
        </p:nvSpPr>
        <p:spPr>
          <a:xfrm>
            <a:off x="5120641" y="1321308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004D73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1" y="2039112"/>
            <a:ext cx="1453895" cy="7132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Transform at scale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31152" y="2057400"/>
            <a:ext cx="384048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60920" y="1325880"/>
            <a:ext cx="1783080" cy="155448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60920" y="1325880"/>
            <a:ext cx="17830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22159" y="1426464"/>
            <a:ext cx="14538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Sink</a:t>
            </a:r>
          </a:p>
        </p:txBody>
      </p:sp>
      <p:sp>
        <p:nvSpPr>
          <p:cNvPr id="32" name="Oval 31"/>
          <p:cNvSpPr/>
          <p:nvPr/>
        </p:nvSpPr>
        <p:spPr>
          <a:xfrm>
            <a:off x="7363205" y="1321308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2039112"/>
            <a:ext cx="1453895" cy="7132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Store output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71432" y="2057400"/>
            <a:ext cx="384048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601200" y="1325880"/>
            <a:ext cx="1783080" cy="155448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601200" y="1325880"/>
            <a:ext cx="17830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278505" y="1426464"/>
            <a:ext cx="1453895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Monitor</a:t>
            </a:r>
          </a:p>
        </p:txBody>
      </p:sp>
      <p:sp>
        <p:nvSpPr>
          <p:cNvPr id="38" name="Oval 37"/>
          <p:cNvSpPr/>
          <p:nvPr/>
        </p:nvSpPr>
        <p:spPr>
          <a:xfrm>
            <a:off x="9596632" y="1321308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2039112"/>
            <a:ext cx="1453895" cy="71323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Observe success/failure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246120"/>
            <a:ext cx="103327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004D73"/>
                </a:solidFill>
                <a:latin typeface="Aptos"/>
              </a:rPr>
              <a:t>ADF = orchestration. Databricks = compute / transformation. Blob = storage.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3886200"/>
            <a:ext cx="502920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85800" y="3886200"/>
            <a:ext cx="5029200" cy="38404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16152" y="3941063"/>
            <a:ext cx="4389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ADF pipeline — illustrative snapshot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389120"/>
            <a:ext cx="45720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F2D35"/>
                </a:solidFill>
                <a:latin typeface="Consolas"/>
              </a:rPr>
              <a:t>[Trigger] → [Copy Data] → [Notebook / Job] → [Success] → [Notify]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89320" y="3886200"/>
            <a:ext cx="4846320" cy="1828800"/>
          </a:xfrm>
          <a:prstGeom prst="roundRect">
            <a:avLst/>
          </a:prstGeom>
          <a:solidFill>
            <a:srgbClr val="F8F9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989320" y="3886200"/>
            <a:ext cx="4846320" cy="38404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19672" y="3941063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Important ADF concepts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389120"/>
            <a:ext cx="434340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Pipelines • Activities • Datasets • Linked Services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Parameters • Triggers • Integration Runtime • Monitoring</a:t>
            </a:r>
          </a:p>
        </p:txBody>
      </p:sp>
    </p:spTree>
    <p:extLst>
      <p:ext uri="{BB962C8B-B14F-4D97-AF65-F5344CB8AC3E}">
        <p14:creationId xmlns:p14="http://schemas.microsoft.com/office/powerpoint/2010/main" val="3475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C023D-26D0-1ED2-1E36-E33C5ADE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457895-D0FA-AC4A-195F-AF261814C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146A2EA-35E3-BC46-D57F-B14D6886A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>
                <a:solidFill>
                  <a:srgbClr val="004D73"/>
                </a:solidFill>
                <a:latin typeface="Aptos"/>
              </a:rPr>
              <a:t>Azure Databricks — Transform at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3337560" cy="1874519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333756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06474" y="1417320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What it is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13258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039112"/>
            <a:ext cx="3008376" cy="103327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Lakehouse analytics platform built around Apache Spark.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Commonly used for large-scale transformation.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325880"/>
            <a:ext cx="3337560" cy="1874519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977639" y="1325880"/>
            <a:ext cx="333756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64607" y="1408176"/>
            <a:ext cx="30083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What you write</a:t>
            </a:r>
          </a:p>
        </p:txBody>
      </p:sp>
      <p:sp>
        <p:nvSpPr>
          <p:cNvPr id="19" name="Oval 18"/>
          <p:cNvSpPr/>
          <p:nvPr/>
        </p:nvSpPr>
        <p:spPr>
          <a:xfrm>
            <a:off x="3977639" y="133502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004D73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1" y="2039112"/>
            <a:ext cx="3008376" cy="103327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Notebooks / Python / PySpark / SQL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Read → transform → write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Reusable jobs for production workloads.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325880"/>
            <a:ext cx="3703320" cy="1874519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52360" y="1325880"/>
            <a:ext cx="370332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89620" y="1408176"/>
            <a:ext cx="33741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Why freshers like it</a:t>
            </a:r>
          </a:p>
        </p:txBody>
      </p:sp>
      <p:sp>
        <p:nvSpPr>
          <p:cNvPr id="24" name="Oval 23"/>
          <p:cNvSpPr/>
          <p:nvPr/>
        </p:nvSpPr>
        <p:spPr>
          <a:xfrm>
            <a:off x="7450073" y="13258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004D73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2039112"/>
            <a:ext cx="3374136" cy="103327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Python + SQL + distributed processing.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A bridge between software skills and data engineering.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66160"/>
            <a:ext cx="5120640" cy="2240280"/>
          </a:xfrm>
          <a:prstGeom prst="roundRect">
            <a:avLst/>
          </a:prstGeom>
          <a:solidFill>
            <a:srgbClr val="F8F9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566160"/>
            <a:ext cx="5120640" cy="38404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24712" y="3621024"/>
            <a:ext cx="448055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PySpark 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005072"/>
            <a:ext cx="479145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E73"/>
                </a:solidFill>
                <a:latin typeface="Aptos"/>
              </a:rPr>
              <a:t>Illustrative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4096512"/>
            <a:ext cx="461772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1F2D35"/>
                </a:solidFill>
                <a:latin typeface="Consolas"/>
              </a:rPr>
              <a:t>df = spark.read.parquet("/mnt/raw/sales")</a:t>
            </a:r>
            <a:br/>
            <a:r>
              <a:rPr sz="1150" b="0">
                <a:solidFill>
                  <a:srgbClr val="1F2D35"/>
                </a:solidFill>
                <a:latin typeface="Consolas"/>
              </a:rPr>
              <a:t>clean = (df.dropDuplicates(["OrderId"])</a:t>
            </a:r>
            <a:br/>
            <a:r>
              <a:rPr sz="1150" b="0">
                <a:solidFill>
                  <a:srgbClr val="1F2D35"/>
                </a:solidFill>
                <a:latin typeface="Consolas"/>
              </a:rPr>
              <a:t>           .filter("Amount &gt; 0"))</a:t>
            </a:r>
            <a:br/>
            <a:r>
              <a:rPr sz="1150" b="0">
                <a:solidFill>
                  <a:srgbClr val="1F2D35"/>
                </a:solidFill>
                <a:latin typeface="Consolas"/>
              </a:rPr>
              <a:t>clean.write.format("delta").mode("append")</a:t>
            </a:r>
            <a:br/>
            <a:r>
              <a:rPr sz="1150" b="0">
                <a:solidFill>
                  <a:srgbClr val="1F2D35"/>
                </a:solidFill>
                <a:latin typeface="Consolas"/>
              </a:rPr>
              <a:t>     .save("/mnt/curated/sales")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3566160"/>
            <a:ext cx="4800600" cy="2240280"/>
          </a:xfrm>
          <a:prstGeom prst="roundRect">
            <a:avLst/>
          </a:prstGeom>
          <a:solidFill>
            <a:srgbClr val="F8F9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89320" y="3566160"/>
            <a:ext cx="4800600" cy="38404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19672" y="3621024"/>
            <a:ext cx="4160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Concepts to learn 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4096512"/>
            <a:ext cx="4297680" cy="129266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300" dirty="0">
                <a:solidFill>
                  <a:srgbClr val="1F2D35"/>
                </a:solidFill>
                <a:latin typeface="Aptos"/>
              </a:rPr>
              <a:t>• </a:t>
            </a:r>
            <a:r>
              <a:rPr sz="1300" b="0" dirty="0">
                <a:solidFill>
                  <a:srgbClr val="1F2D35"/>
                </a:solidFill>
                <a:latin typeface="Aptos"/>
              </a:rPr>
              <a:t>Spark </a:t>
            </a:r>
            <a:r>
              <a:rPr sz="1300" b="0" dirty="0" err="1">
                <a:solidFill>
                  <a:srgbClr val="1F2D35"/>
                </a:solidFill>
                <a:latin typeface="Aptos"/>
              </a:rPr>
              <a:t>DataFrame</a:t>
            </a:r>
            <a:r>
              <a:rPr sz="1300" b="0" dirty="0">
                <a:solidFill>
                  <a:srgbClr val="1F2D35"/>
                </a:solidFill>
                <a:latin typeface="Aptos"/>
              </a:rPr>
              <a:t> </a:t>
            </a:r>
            <a:endParaRPr lang="en-IN" sz="1300" b="0" dirty="0">
              <a:solidFill>
                <a:srgbClr val="1F2D35"/>
              </a:solidFill>
              <a:latin typeface="Aptos"/>
            </a:endParaRPr>
          </a:p>
          <a:p>
            <a:r>
              <a:rPr lang="en-IN" sz="1300" b="0" dirty="0">
                <a:solidFill>
                  <a:srgbClr val="1F2D35"/>
                </a:solidFill>
                <a:latin typeface="Aptos"/>
              </a:rPr>
              <a:t>• </a:t>
            </a:r>
            <a:r>
              <a:rPr lang="en-IN" sz="1300" dirty="0">
                <a:solidFill>
                  <a:srgbClr val="1F2D35"/>
                </a:solidFill>
                <a:latin typeface="Aptos"/>
              </a:rPr>
              <a:t>P</a:t>
            </a:r>
            <a:r>
              <a:rPr sz="1300" b="0" dirty="0" err="1">
                <a:solidFill>
                  <a:srgbClr val="1F2D35"/>
                </a:solidFill>
                <a:latin typeface="Aptos"/>
              </a:rPr>
              <a:t>artitions</a:t>
            </a:r>
            <a:r>
              <a:rPr lang="en-IN" sz="1300" b="0" dirty="0">
                <a:solidFill>
                  <a:srgbClr val="1F2D35"/>
                </a:solidFill>
                <a:latin typeface="Aptos"/>
              </a:rPr>
              <a:t> </a:t>
            </a:r>
          </a:p>
          <a:p>
            <a:r>
              <a:rPr lang="en-IN" sz="1300" dirty="0">
                <a:solidFill>
                  <a:srgbClr val="1F2D35"/>
                </a:solidFill>
                <a:latin typeface="Aptos"/>
              </a:rPr>
              <a:t>• T</a:t>
            </a:r>
            <a:r>
              <a:rPr sz="1300" b="0" dirty="0" err="1">
                <a:solidFill>
                  <a:srgbClr val="1F2D35"/>
                </a:solidFill>
                <a:latin typeface="Aptos"/>
              </a:rPr>
              <a:t>ransformations</a:t>
            </a:r>
            <a:r>
              <a:rPr sz="1300" b="0" dirty="0">
                <a:solidFill>
                  <a:srgbClr val="1F2D35"/>
                </a:solidFill>
                <a:latin typeface="Aptos"/>
              </a:rPr>
              <a:t> vs actions</a:t>
            </a:r>
            <a:br>
              <a:rPr dirty="0"/>
            </a:br>
            <a:r>
              <a:rPr lang="en-IN" sz="1300" dirty="0">
                <a:solidFill>
                  <a:srgbClr val="1F2D35"/>
                </a:solidFill>
                <a:latin typeface="Aptos"/>
              </a:rPr>
              <a:t>• </a:t>
            </a:r>
            <a:r>
              <a:rPr sz="1300" b="0" dirty="0">
                <a:solidFill>
                  <a:srgbClr val="1F2D35"/>
                </a:solidFill>
                <a:latin typeface="Aptos"/>
              </a:rPr>
              <a:t>Delta Lake </a:t>
            </a:r>
            <a:endParaRPr lang="en-IN" sz="1300" b="0" dirty="0">
              <a:solidFill>
                <a:srgbClr val="1F2D35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1F2D35"/>
                </a:solidFill>
                <a:latin typeface="Aptos"/>
              </a:rPr>
              <a:t>• </a:t>
            </a:r>
            <a:r>
              <a:rPr lang="en-IN" sz="1300" b="0" dirty="0">
                <a:solidFill>
                  <a:srgbClr val="1F2D35"/>
                </a:solidFill>
                <a:latin typeface="Aptos"/>
              </a:rPr>
              <a:t>S</a:t>
            </a:r>
            <a:r>
              <a:rPr sz="1300" b="0" dirty="0" err="1">
                <a:solidFill>
                  <a:srgbClr val="1F2D35"/>
                </a:solidFill>
                <a:latin typeface="Aptos"/>
              </a:rPr>
              <a:t>chema</a:t>
            </a:r>
            <a:r>
              <a:rPr sz="1300" b="0" dirty="0">
                <a:solidFill>
                  <a:srgbClr val="1F2D35"/>
                </a:solidFill>
                <a:latin typeface="Aptos"/>
              </a:rPr>
              <a:t> evolution</a:t>
            </a:r>
            <a:r>
              <a:rPr lang="en-IN" sz="1300" b="0" dirty="0">
                <a:solidFill>
                  <a:srgbClr val="1F2D35"/>
                </a:solidFill>
                <a:latin typeface="Aptos"/>
              </a:rPr>
              <a:t> </a:t>
            </a:r>
            <a:r>
              <a:rPr sz="1300" b="0" dirty="0">
                <a:solidFill>
                  <a:srgbClr val="1F2D35"/>
                </a:solidFill>
                <a:latin typeface="Aptos"/>
              </a:rPr>
              <a:t>performance basics </a:t>
            </a:r>
            <a:endParaRPr lang="en-IN" sz="1300" b="0" dirty="0">
              <a:solidFill>
                <a:srgbClr val="1F2D35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1F2D35"/>
                </a:solidFill>
                <a:latin typeface="Aptos"/>
              </a:rPr>
              <a:t>• joins</a:t>
            </a:r>
          </a:p>
        </p:txBody>
      </p:sp>
    </p:spTree>
    <p:extLst>
      <p:ext uri="{BB962C8B-B14F-4D97-AF65-F5344CB8AC3E}">
        <p14:creationId xmlns:p14="http://schemas.microsoft.com/office/powerpoint/2010/main" val="235430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2CFFB-1009-3E29-1306-9F121E8C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9D8A9D2-3F03-E15F-910C-81095234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CD3BD39-8EB8-71B1-8679-6B5D521D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>
                <a:solidFill>
                  <a:srgbClr val="004D73"/>
                </a:solidFill>
                <a:latin typeface="Aptos"/>
              </a:rPr>
              <a:t>Databricks Jobs &amp; Scheduling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371600"/>
            <a:ext cx="2926080" cy="16002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1371600"/>
            <a:ext cx="29260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23644" y="1463040"/>
            <a:ext cx="2596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Job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1371599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084832"/>
            <a:ext cx="2596896" cy="7589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Bundle notebook / task + compute + parameters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1371600"/>
            <a:ext cx="2926080" cy="16002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86200" y="1371600"/>
            <a:ext cx="29260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55464" y="1458468"/>
            <a:ext cx="2596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Schedule</a:t>
            </a:r>
          </a:p>
        </p:txBody>
      </p:sp>
      <p:sp>
        <p:nvSpPr>
          <p:cNvPr id="19" name="Oval 18"/>
          <p:cNvSpPr/>
          <p:nvPr/>
        </p:nvSpPr>
        <p:spPr>
          <a:xfrm>
            <a:off x="3886200" y="138074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004D73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1" y="2084832"/>
            <a:ext cx="2596896" cy="7589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Cron / recurring schedule / event-driven patterns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371600"/>
            <a:ext cx="2926080" cy="16002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0" y="1371600"/>
            <a:ext cx="29260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64424" y="1458468"/>
            <a:ext cx="2596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Run &amp; Monitor</a:t>
            </a:r>
          </a:p>
        </p:txBody>
      </p:sp>
      <p:sp>
        <p:nvSpPr>
          <p:cNvPr id="24" name="Oval 23"/>
          <p:cNvSpPr/>
          <p:nvPr/>
        </p:nvSpPr>
        <p:spPr>
          <a:xfrm>
            <a:off x="7150608" y="138074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084832"/>
            <a:ext cx="2596896" cy="7589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Retries • logs • duration • success/failure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566160" y="2167128"/>
            <a:ext cx="228600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12280" y="2167128"/>
            <a:ext cx="228600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3383280"/>
            <a:ext cx="102412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004D73"/>
                </a:solidFill>
                <a:latin typeface="Aptos"/>
              </a:rPr>
              <a:t>Two common patterns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886200"/>
            <a:ext cx="4846320" cy="15087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3886200"/>
            <a:ext cx="484632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3977639"/>
            <a:ext cx="45171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Pattern A — Databricks owns the 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599432"/>
            <a:ext cx="4517136" cy="66751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Simple recurring transformation that can run independently.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3886200"/>
            <a:ext cx="4846320" cy="15087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15000" y="3886200"/>
            <a:ext cx="484632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79592" y="3977639"/>
            <a:ext cx="45171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Pattern B — ADF orchestrates the job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9592" y="4599432"/>
            <a:ext cx="4517136" cy="66751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ADF decides dependencies and calls a Databricks job / notebook as one step.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623560"/>
            <a:ext cx="9966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66E73"/>
                </a:solidFill>
                <a:latin typeface="Aptos"/>
              </a:rPr>
              <a:t>Tip: avoid putting business orchestration logic inside notebooks when ADF is already the orchestrator.</a:t>
            </a:r>
          </a:p>
        </p:txBody>
      </p:sp>
    </p:spTree>
    <p:extLst>
      <p:ext uri="{BB962C8B-B14F-4D97-AF65-F5344CB8AC3E}">
        <p14:creationId xmlns:p14="http://schemas.microsoft.com/office/powerpoint/2010/main" val="401085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2BCD-18A5-9B9E-01ED-F076CD7F9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38A41C-B8B4-E548-D280-7556F409F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D793A81-B154-9502-4FF4-79CCDC8A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>
                <a:solidFill>
                  <a:srgbClr val="004D73"/>
                </a:solidFill>
                <a:latin typeface="Aptos"/>
              </a:rPr>
              <a:t>GitHub — Version Control for Data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3383280" cy="18288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33832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08177" y="1408176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Why GitHub matters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13258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039112"/>
            <a:ext cx="3054096" cy="9875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History + collaboration + code review.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Your pipeline code should be reproducible, not trapped in a laptop.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1325880"/>
            <a:ext cx="3383280" cy="18288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069080" y="1325880"/>
            <a:ext cx="33832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47488" y="1408176"/>
            <a:ext cx="30540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What lives in a repo</a:t>
            </a:r>
          </a:p>
        </p:txBody>
      </p:sp>
      <p:sp>
        <p:nvSpPr>
          <p:cNvPr id="19" name="Oval 18"/>
          <p:cNvSpPr/>
          <p:nvPr/>
        </p:nvSpPr>
        <p:spPr>
          <a:xfrm>
            <a:off x="4069080" y="13258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3672" y="2039112"/>
            <a:ext cx="3054096" cy="9875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PySpark / Python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SQL scripts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ADF pipeline definitions / templates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README + tests + config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325880"/>
            <a:ext cx="3474720" cy="182880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35240" y="1325880"/>
            <a:ext cx="347472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41663" y="1408176"/>
            <a:ext cx="31455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Core workflow</a:t>
            </a:r>
          </a:p>
        </p:txBody>
      </p:sp>
      <p:sp>
        <p:nvSpPr>
          <p:cNvPr id="24" name="Oval 23"/>
          <p:cNvSpPr/>
          <p:nvPr/>
        </p:nvSpPr>
        <p:spPr>
          <a:xfrm>
            <a:off x="7635240" y="132588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004D73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1" y="2039112"/>
            <a:ext cx="3145536" cy="98755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Clone → branch → commit → pull request → review → merge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611880"/>
            <a:ext cx="4892040" cy="2057400"/>
          </a:xfrm>
          <a:prstGeom prst="roundRect">
            <a:avLst/>
          </a:prstGeom>
          <a:solidFill>
            <a:srgbClr val="F8F9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" y="3611880"/>
            <a:ext cx="4892040" cy="38404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1" y="3712463"/>
            <a:ext cx="4251959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GitHub — illustrative snapshot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4050791"/>
            <a:ext cx="456285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E73"/>
                </a:solidFill>
                <a:latin typeface="Aptos"/>
              </a:rPr>
              <a:t>Repository 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114800"/>
            <a:ext cx="4389120" cy="1325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50" b="0">
                <a:solidFill>
                  <a:srgbClr val="1F2D35"/>
                </a:solidFill>
                <a:latin typeface="Consolas"/>
              </a:rPr>
              <a:t>etl-project/</a:t>
            </a:r>
            <a:br/>
            <a:r>
              <a:rPr sz="1250" b="0">
                <a:solidFill>
                  <a:srgbClr val="1F2D35"/>
                </a:solidFill>
                <a:latin typeface="Consolas"/>
              </a:rPr>
              <a:t>├─ databricks/</a:t>
            </a:r>
            <a:br/>
            <a:r>
              <a:rPr sz="1250" b="0">
                <a:solidFill>
                  <a:srgbClr val="1F2D35"/>
                </a:solidFill>
                <a:latin typeface="Consolas"/>
              </a:rPr>
              <a:t>│  └─ sales_transform.py</a:t>
            </a:r>
            <a:br/>
            <a:r>
              <a:rPr sz="1250" b="0">
                <a:solidFill>
                  <a:srgbClr val="1F2D35"/>
                </a:solidFill>
                <a:latin typeface="Consolas"/>
              </a:rPr>
              <a:t>├─ sql/</a:t>
            </a:r>
            <a:br/>
            <a:r>
              <a:rPr sz="1250" b="0">
                <a:solidFill>
                  <a:srgbClr val="1F2D35"/>
                </a:solidFill>
                <a:latin typeface="Consolas"/>
              </a:rPr>
              <a:t>│  └─ checks.sql</a:t>
            </a:r>
            <a:br/>
            <a:r>
              <a:rPr sz="1250" b="0">
                <a:solidFill>
                  <a:srgbClr val="1F2D35"/>
                </a:solidFill>
                <a:latin typeface="Consolas"/>
              </a:rPr>
              <a:t>├─ adf/</a:t>
            </a:r>
            <a:br/>
            <a:r>
              <a:rPr sz="1250" b="0">
                <a:solidFill>
                  <a:srgbClr val="1F2D35"/>
                </a:solidFill>
                <a:latin typeface="Consolas"/>
              </a:rPr>
              <a:t>│  └─ pipeline.json</a:t>
            </a:r>
            <a:br/>
            <a:r>
              <a:rPr sz="1250" b="0">
                <a:solidFill>
                  <a:srgbClr val="1F2D35"/>
                </a:solidFill>
                <a:latin typeface="Consolas"/>
              </a:rPr>
              <a:t>└─ README.md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06440" y="3611880"/>
            <a:ext cx="4983480" cy="2057400"/>
          </a:xfrm>
          <a:prstGeom prst="roundRect">
            <a:avLst/>
          </a:prstGeom>
          <a:solidFill>
            <a:srgbClr val="F8F9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06440" y="3611880"/>
            <a:ext cx="4983480" cy="38404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36792" y="3666744"/>
            <a:ext cx="4343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  <a:latin typeface="Aptos"/>
              </a:rPr>
              <a:t>How it connects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114800"/>
            <a:ext cx="4434840" cy="10541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dirty="0">
                <a:solidFill>
                  <a:srgbClr val="1F2D35"/>
                </a:solidFill>
                <a:latin typeface="Aptos"/>
              </a:rPr>
              <a:t>GitHub → source control</a:t>
            </a:r>
            <a:endParaRPr lang="en-IN" sz="1250" b="0" dirty="0">
              <a:solidFill>
                <a:srgbClr val="1F2D35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dirty="0">
                <a:solidFill>
                  <a:srgbClr val="1F2D35"/>
                </a:solidFill>
                <a:latin typeface="Aptos"/>
              </a:rPr>
              <a:t>Databricks Repo / deployment process → code available to jobs</a:t>
            </a:r>
            <a:endParaRPr lang="en-IN" sz="1250" b="0" dirty="0">
              <a:solidFill>
                <a:srgbClr val="1F2D35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dirty="0">
                <a:solidFill>
                  <a:srgbClr val="1F2D35"/>
                </a:solidFill>
                <a:latin typeface="Aptos"/>
              </a:rPr>
              <a:t>ADF → orchestration / parameters</a:t>
            </a:r>
            <a:endParaRPr lang="en-IN" sz="1250" b="0" dirty="0">
              <a:solidFill>
                <a:srgbClr val="1F2D35"/>
              </a:solidFill>
              <a:latin typeface="Aptos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250" b="0" dirty="0">
                <a:solidFill>
                  <a:srgbClr val="1F2D35"/>
                </a:solidFill>
                <a:latin typeface="Aptos"/>
              </a:rPr>
              <a:t>Blob / SQL Server → data</a:t>
            </a:r>
          </a:p>
        </p:txBody>
      </p:sp>
    </p:spTree>
    <p:extLst>
      <p:ext uri="{BB962C8B-B14F-4D97-AF65-F5344CB8AC3E}">
        <p14:creationId xmlns:p14="http://schemas.microsoft.com/office/powerpoint/2010/main" val="305195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673F-EF5A-84B2-261A-A065CA07F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rgbClr val="004D73"/>
                </a:solidFill>
                <a:latin typeface="Aptos"/>
              </a:rPr>
              <a:t>End-to-End ETL Architecture</a:t>
            </a:r>
            <a:br>
              <a:rPr lang="en-IN" sz="2800" b="1" dirty="0">
                <a:solidFill>
                  <a:srgbClr val="004D73"/>
                </a:solidFill>
                <a:latin typeface="Aptos"/>
              </a:rPr>
            </a:br>
            <a:endParaRPr lang="en-IN" sz="2800" b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9D0B16A-A44D-20BA-AEB4-C25BAB22E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1909" y="961650"/>
            <a:ext cx="6089291" cy="370342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E5AE11-9EE7-99C8-6A7B-29FE075D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118F8B6-D5B0-BE3C-01DC-10F8416B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3E2D67-90FC-00F5-DA36-9C1770398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20" y="2441490"/>
            <a:ext cx="2464041" cy="8866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EFD12EE-468A-6B8C-A336-1AFD40DF84B2}"/>
              </a:ext>
            </a:extLst>
          </p:cNvPr>
          <p:cNvSpPr txBox="1"/>
          <p:nvPr/>
        </p:nvSpPr>
        <p:spPr>
          <a:xfrm>
            <a:off x="674352" y="4815674"/>
            <a:ext cx="662256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 dirty="0">
                <a:solidFill>
                  <a:srgbClr val="004D73"/>
                </a:solidFill>
                <a:latin typeface="Aptos"/>
              </a:rPr>
              <a:t>GitHub sits across the lifecycle: develop → review → deploy → version</a:t>
            </a:r>
          </a:p>
        </p:txBody>
      </p:sp>
      <p:sp>
        <p:nvSpPr>
          <p:cNvPr id="17" name="Rounded Rectangle 49">
            <a:extLst>
              <a:ext uri="{FF2B5EF4-FFF2-40B4-BE49-F238E27FC236}">
                <a16:creationId xmlns:a16="http://schemas.microsoft.com/office/drawing/2014/main" id="{A6B2D9C9-BA0D-6DC5-2430-F69726A6ACC1}"/>
              </a:ext>
            </a:extLst>
          </p:cNvPr>
          <p:cNvSpPr/>
          <p:nvPr/>
        </p:nvSpPr>
        <p:spPr>
          <a:xfrm>
            <a:off x="875520" y="5337108"/>
            <a:ext cx="1325880" cy="310896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Develop</a:t>
            </a:r>
          </a:p>
        </p:txBody>
      </p:sp>
      <p:sp>
        <p:nvSpPr>
          <p:cNvPr id="19" name="Rounded Rectangle 50">
            <a:extLst>
              <a:ext uri="{FF2B5EF4-FFF2-40B4-BE49-F238E27FC236}">
                <a16:creationId xmlns:a16="http://schemas.microsoft.com/office/drawing/2014/main" id="{031D4246-EFEB-463A-4591-825380F29101}"/>
              </a:ext>
            </a:extLst>
          </p:cNvPr>
          <p:cNvSpPr/>
          <p:nvPr/>
        </p:nvSpPr>
        <p:spPr>
          <a:xfrm>
            <a:off x="3207240" y="5337108"/>
            <a:ext cx="1325880" cy="310896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21" name="Rounded Rectangle 51">
            <a:extLst>
              <a:ext uri="{FF2B5EF4-FFF2-40B4-BE49-F238E27FC236}">
                <a16:creationId xmlns:a16="http://schemas.microsoft.com/office/drawing/2014/main" id="{1CF56940-05A5-9348-6E53-0C5D3A6CF4DF}"/>
              </a:ext>
            </a:extLst>
          </p:cNvPr>
          <p:cNvSpPr/>
          <p:nvPr/>
        </p:nvSpPr>
        <p:spPr>
          <a:xfrm>
            <a:off x="5538960" y="5337108"/>
            <a:ext cx="1325880" cy="310896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23" name="Rounded Rectangle 52">
            <a:extLst>
              <a:ext uri="{FF2B5EF4-FFF2-40B4-BE49-F238E27FC236}">
                <a16:creationId xmlns:a16="http://schemas.microsoft.com/office/drawing/2014/main" id="{9814F681-61F0-24EC-F725-4CA6640C7E06}"/>
              </a:ext>
            </a:extLst>
          </p:cNvPr>
          <p:cNvSpPr/>
          <p:nvPr/>
        </p:nvSpPr>
        <p:spPr>
          <a:xfrm>
            <a:off x="7870680" y="5337108"/>
            <a:ext cx="1325880" cy="310896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25" name="Rounded Rectangle 53">
            <a:extLst>
              <a:ext uri="{FF2B5EF4-FFF2-40B4-BE49-F238E27FC236}">
                <a16:creationId xmlns:a16="http://schemas.microsoft.com/office/drawing/2014/main" id="{DA5AAAF5-35F7-A0F0-7CC5-D10DADD53963}"/>
              </a:ext>
            </a:extLst>
          </p:cNvPr>
          <p:cNvSpPr/>
          <p:nvPr/>
        </p:nvSpPr>
        <p:spPr>
          <a:xfrm>
            <a:off x="10019520" y="5337108"/>
            <a:ext cx="1325880" cy="310896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Monitor</a:t>
            </a:r>
          </a:p>
        </p:txBody>
      </p:sp>
    </p:spTree>
    <p:extLst>
      <p:ext uri="{BB962C8B-B14F-4D97-AF65-F5344CB8AC3E}">
        <p14:creationId xmlns:p14="http://schemas.microsoft.com/office/powerpoint/2010/main" val="1986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F066-5D89-3D7A-A059-9ED89089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2B2F97-D7D9-49BB-BEB3-5A1FA3DDA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57200" y="457200"/>
            <a:ext cx="112471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>
                <a:solidFill>
                  <a:srgbClr val="004D73"/>
                </a:solidFill>
                <a:latin typeface="Aptos"/>
              </a:rPr>
              <a:t>How ADF + Databricks + GitHub Work Together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80160"/>
            <a:ext cx="2011680" cy="141732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280160"/>
            <a:ext cx="20116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9575" y="1400257"/>
            <a:ext cx="1682496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5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1500" b="1" dirty="0">
                <a:solidFill>
                  <a:srgbClr val="FFFFFF"/>
                </a:solidFill>
                <a:latin typeface="Aptos"/>
              </a:rPr>
              <a:t>GitHub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128016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1993391"/>
            <a:ext cx="1682496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Engineer commits PySpark / SQL 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1280160"/>
            <a:ext cx="2011680" cy="141732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97480" y="1280160"/>
            <a:ext cx="20116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92424" y="1411632"/>
            <a:ext cx="1682496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Deploy</a:t>
            </a:r>
          </a:p>
        </p:txBody>
      </p:sp>
      <p:sp>
        <p:nvSpPr>
          <p:cNvPr id="19" name="Oval 18"/>
          <p:cNvSpPr/>
          <p:nvPr/>
        </p:nvSpPr>
        <p:spPr>
          <a:xfrm>
            <a:off x="2697479" y="128016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004D73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1993391"/>
            <a:ext cx="1682496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Approved code reaches the target workspace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1280160"/>
            <a:ext cx="2011680" cy="141732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92040" y="1280160"/>
            <a:ext cx="20116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78423" y="1411632"/>
            <a:ext cx="1682496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ADF</a:t>
            </a:r>
          </a:p>
        </p:txBody>
      </p:sp>
      <p:sp>
        <p:nvSpPr>
          <p:cNvPr id="24" name="Oval 23"/>
          <p:cNvSpPr/>
          <p:nvPr/>
        </p:nvSpPr>
        <p:spPr>
          <a:xfrm>
            <a:off x="4892039" y="128016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1" y="1993391"/>
            <a:ext cx="1682496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Pipeline passes parameters / triggers the workload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1280160"/>
            <a:ext cx="2011680" cy="141732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86600" y="1280160"/>
            <a:ext cx="20116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18703" y="1411632"/>
            <a:ext cx="1682496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Job</a:t>
            </a:r>
          </a:p>
        </p:txBody>
      </p:sp>
      <p:sp>
        <p:nvSpPr>
          <p:cNvPr id="29" name="Oval 28"/>
          <p:cNvSpPr/>
          <p:nvPr/>
        </p:nvSpPr>
        <p:spPr>
          <a:xfrm>
            <a:off x="7086599" y="128930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1993391"/>
            <a:ext cx="1682496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Databricks runs transformation on compute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1280160"/>
            <a:ext cx="2011680" cy="141732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281160" y="1280160"/>
            <a:ext cx="201168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84663" y="1402488"/>
            <a:ext cx="1682496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34" name="Oval 33"/>
          <p:cNvSpPr/>
          <p:nvPr/>
        </p:nvSpPr>
        <p:spPr>
          <a:xfrm>
            <a:off x="9281160" y="1280159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45752" y="1993391"/>
            <a:ext cx="1682496" cy="57607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Write curated data + checks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542032" y="1993392"/>
            <a:ext cx="128016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36592" y="1993392"/>
            <a:ext cx="128015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931152" y="1993392"/>
            <a:ext cx="128016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125712" y="1993392"/>
            <a:ext cx="128016" cy="0"/>
          </a:xfrm>
          <a:prstGeom prst="line">
            <a:avLst/>
          </a:prstGeom>
          <a:ln w="25400">
            <a:solidFill>
              <a:srgbClr val="00A0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0080" y="3246120"/>
            <a:ext cx="10469880" cy="2423160"/>
          </a:xfrm>
          <a:prstGeom prst="roundRect">
            <a:avLst/>
          </a:prstGeom>
          <a:solidFill>
            <a:srgbClr val="F8F9FA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3246120"/>
            <a:ext cx="10469880" cy="38404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70431" y="3300984"/>
            <a:ext cx="9829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Example parameter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1" y="3685031"/>
            <a:ext cx="1014069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66E73"/>
                </a:solidFill>
                <a:latin typeface="Aptos"/>
              </a:rPr>
              <a:t>Illustrative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3730752"/>
            <a:ext cx="10012680" cy="175432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lang="en-IN" sz="1350" b="0" dirty="0">
              <a:solidFill>
                <a:srgbClr val="1F2D35"/>
              </a:solidFill>
              <a:latin typeface="Consolas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sz="1350" b="0" dirty="0">
                <a:solidFill>
                  <a:srgbClr val="1F2D35"/>
                </a:solidFill>
                <a:latin typeface="Consolas"/>
              </a:rPr>
              <a:t>ADF parameters → {</a:t>
            </a:r>
            <a:r>
              <a:rPr sz="1350" b="0" dirty="0" err="1">
                <a:solidFill>
                  <a:srgbClr val="1F2D35"/>
                </a:solidFill>
                <a:latin typeface="Consolas"/>
              </a:rPr>
              <a:t>run_date</a:t>
            </a:r>
            <a:r>
              <a:rPr sz="1350" b="0" dirty="0">
                <a:solidFill>
                  <a:srgbClr val="1F2D35"/>
                </a:solidFill>
                <a:latin typeface="Consolas"/>
              </a:rPr>
              <a:t>, </a:t>
            </a:r>
            <a:r>
              <a:rPr sz="1350" b="0" dirty="0" err="1">
                <a:solidFill>
                  <a:srgbClr val="1F2D35"/>
                </a:solidFill>
                <a:latin typeface="Consolas"/>
              </a:rPr>
              <a:t>source_path</a:t>
            </a:r>
            <a:r>
              <a:rPr sz="1350" b="0" dirty="0">
                <a:solidFill>
                  <a:srgbClr val="1F2D35"/>
                </a:solidFill>
                <a:latin typeface="Consolas"/>
              </a:rPr>
              <a:t>, </a:t>
            </a:r>
            <a:r>
              <a:rPr sz="1350" b="0" dirty="0" err="1">
                <a:solidFill>
                  <a:srgbClr val="1F2D35"/>
                </a:solidFill>
                <a:latin typeface="Consolas"/>
              </a:rPr>
              <a:t>target_path</a:t>
            </a:r>
            <a:r>
              <a:rPr sz="1350" b="0" dirty="0">
                <a:solidFill>
                  <a:srgbClr val="1F2D35"/>
                </a:solidFill>
                <a:latin typeface="Consolas"/>
              </a:rPr>
              <a:t>}</a:t>
            </a:r>
            <a:br>
              <a:rPr dirty="0"/>
            </a:br>
            <a:r>
              <a:rPr lang="en-IN" sz="1350" b="0" dirty="0">
                <a:solidFill>
                  <a:srgbClr val="1F2D35"/>
                </a:solidFill>
                <a:latin typeface="Consolas"/>
              </a:rPr>
              <a:t>        ↓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sz="1350" b="0" dirty="0">
                <a:solidFill>
                  <a:srgbClr val="1F2D35"/>
                </a:solidFill>
                <a:latin typeface="Consolas"/>
              </a:rPr>
              <a:t>Databricks job → notebook/task receives parameters</a:t>
            </a:r>
            <a:br>
              <a:rPr dirty="0"/>
            </a:br>
            <a:r>
              <a:rPr sz="1350" b="0" dirty="0">
                <a:solidFill>
                  <a:srgbClr val="1F2D35"/>
                </a:solidFill>
                <a:latin typeface="Consolas"/>
              </a:rPr>
              <a:t>        ↓</a:t>
            </a:r>
            <a:endParaRPr lang="en-IN" sz="1350" b="0" dirty="0">
              <a:solidFill>
                <a:srgbClr val="1F2D35"/>
              </a:solidFill>
              <a:latin typeface="Consolas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sz="1350" b="0" dirty="0" err="1">
                <a:solidFill>
                  <a:srgbClr val="1F2D35"/>
                </a:solidFill>
                <a:latin typeface="Consolas"/>
              </a:rPr>
              <a:t>PySpark</a:t>
            </a:r>
            <a:r>
              <a:rPr sz="1350" b="0" dirty="0">
                <a:solidFill>
                  <a:srgbClr val="1F2D35"/>
                </a:solidFill>
                <a:latin typeface="Consolas"/>
              </a:rPr>
              <a:t> → read raw → transform → validate → write curated</a:t>
            </a:r>
            <a:br>
              <a:rPr dirty="0"/>
            </a:br>
            <a:r>
              <a:rPr sz="1350" b="0" dirty="0">
                <a:solidFill>
                  <a:srgbClr val="1F2D35"/>
                </a:solidFill>
                <a:latin typeface="Consolas"/>
              </a:rPr>
              <a:t>        ↓</a:t>
            </a:r>
            <a:endParaRPr lang="en-IN" sz="1350" b="0" dirty="0">
              <a:solidFill>
                <a:srgbClr val="1F2D35"/>
              </a:solidFill>
              <a:latin typeface="Consolas"/>
            </a:endParaRP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sz="1350" b="0" dirty="0">
                <a:solidFill>
                  <a:srgbClr val="1F2D35"/>
                </a:solidFill>
                <a:latin typeface="Consolas"/>
              </a:rPr>
              <a:t>ADF → success/failure branch → alert / downstream step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715000"/>
            <a:ext cx="102412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666E73"/>
                </a:solidFill>
                <a:latin typeface="Aptos"/>
              </a:rPr>
              <a:t>Key lesson: each tool has a job. Good architecture minimizes overlap and hidden dependencies.</a:t>
            </a:r>
          </a:p>
        </p:txBody>
      </p:sp>
    </p:spTree>
    <p:extLst>
      <p:ext uri="{BB962C8B-B14F-4D97-AF65-F5344CB8AC3E}">
        <p14:creationId xmlns:p14="http://schemas.microsoft.com/office/powerpoint/2010/main" val="287050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8C968-197F-04DA-59B3-28F09C57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D83CE-923C-CBCA-95EB-4922DCDFBDC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3F127-560B-EFFA-6733-AB91BCEE61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95995-FA95-5CE1-3ECE-A0BEB05360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>
                <a:solidFill>
                  <a:srgbClr val="004D73"/>
                </a:solidFill>
                <a:latin typeface="Aptos"/>
              </a:rPr>
              <a:t>Building the Puzzle / Recap / Hands-on Exercises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429000" cy="19659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42900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2194" y="1353312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Exercise 1 — SQL</a:t>
            </a:r>
          </a:p>
        </p:txBody>
      </p:sp>
      <p:sp>
        <p:nvSpPr>
          <p:cNvPr id="9" name="Oval 8"/>
          <p:cNvSpPr/>
          <p:nvPr/>
        </p:nvSpPr>
        <p:spPr>
          <a:xfrm>
            <a:off x="502921" y="123444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47672"/>
            <a:ext cx="3099816" cy="11247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Create a sales query: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• filter by date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• join customer data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• aggregate by customer</a:t>
            </a:r>
            <a:br/>
            <a:r>
              <a:rPr sz="1300" b="0">
                <a:solidFill>
                  <a:srgbClr val="1F2D35"/>
                </a:solidFill>
                <a:latin typeface="Aptos"/>
              </a:rPr>
              <a:t>• add a data-quality check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234440"/>
            <a:ext cx="3429000" cy="19659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069080" y="1234440"/>
            <a:ext cx="342900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3762" y="1353312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Exercise 2 — Databricks</a:t>
            </a:r>
          </a:p>
        </p:txBody>
      </p:sp>
      <p:sp>
        <p:nvSpPr>
          <p:cNvPr id="14" name="Oval 13"/>
          <p:cNvSpPr/>
          <p:nvPr/>
        </p:nvSpPr>
        <p:spPr>
          <a:xfrm>
            <a:off x="4069080" y="123444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1947672"/>
            <a:ext cx="3099816" cy="11247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Read a CSV / Parquet file → clean duplicates → add a derived column → write curated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234440"/>
            <a:ext cx="3429000" cy="19659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35240" y="1234440"/>
            <a:ext cx="342900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89263" y="1353312"/>
            <a:ext cx="309981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Exercise 3 — ADF</a:t>
            </a:r>
          </a:p>
        </p:txBody>
      </p:sp>
      <p:sp>
        <p:nvSpPr>
          <p:cNvPr id="19" name="Oval 18"/>
          <p:cNvSpPr/>
          <p:nvPr/>
        </p:nvSpPr>
        <p:spPr>
          <a:xfrm>
            <a:off x="7642098" y="1229868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004D73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1947672"/>
            <a:ext cx="3099816" cy="11247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Build: Trigger → Copy / Lookup → Databricks → success/failure. Parameterize the date.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64377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>
                <a:solidFill>
                  <a:srgbClr val="004D73"/>
                </a:solidFill>
                <a:latin typeface="Aptos"/>
              </a:rPr>
              <a:t>Mini challenge: draw the architecture before opening any Azure screen.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3108960" cy="310896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 Can I explain ETL vs ELT?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160520"/>
            <a:ext cx="3108960" cy="310896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✓ Can I write a clean SQL JOIN?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60520"/>
            <a:ext cx="3108960" cy="310896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 Can I explain Blob vs SQL Server?</a:t>
            </a:r>
          </a:p>
        </p:txBody>
      </p:sp>
      <p:sp>
        <p:nvSpPr>
          <p:cNvPr id="28" name="Rounded Rectangle 21">
            <a:extLst>
              <a:ext uri="{FF2B5EF4-FFF2-40B4-BE49-F238E27FC236}">
                <a16:creationId xmlns:a16="http://schemas.microsoft.com/office/drawing/2014/main" id="{E625E32F-D9A0-EBC3-257B-7AC8C318CBD8}"/>
              </a:ext>
            </a:extLst>
          </p:cNvPr>
          <p:cNvSpPr/>
          <p:nvPr/>
        </p:nvSpPr>
        <p:spPr>
          <a:xfrm>
            <a:off x="777241" y="5129784"/>
            <a:ext cx="3108960" cy="310896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✓ </a:t>
            </a:r>
            <a:r>
              <a:rPr lang="en-US" sz="1100" b="1" dirty="0">
                <a:solidFill>
                  <a:srgbClr val="FFFFFF"/>
                </a:solidFill>
                <a:latin typeface="Aptos"/>
              </a:rPr>
              <a:t>Can I tell ADF from Databricks?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6" name="Rounded Rectangle 21">
            <a:extLst>
              <a:ext uri="{FF2B5EF4-FFF2-40B4-BE49-F238E27FC236}">
                <a16:creationId xmlns:a16="http://schemas.microsoft.com/office/drawing/2014/main" id="{A658C162-CE0B-20EE-4AAB-73F751347A9E}"/>
              </a:ext>
            </a:extLst>
          </p:cNvPr>
          <p:cNvSpPr/>
          <p:nvPr/>
        </p:nvSpPr>
        <p:spPr>
          <a:xfrm>
            <a:off x="4389120" y="5100569"/>
            <a:ext cx="3108960" cy="310896"/>
          </a:xfrm>
          <a:prstGeom prst="round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✓ </a:t>
            </a:r>
            <a:r>
              <a:rPr lang="en-US" sz="1100" b="1" dirty="0">
                <a:solidFill>
                  <a:srgbClr val="FFFFFF"/>
                </a:solidFill>
                <a:latin typeface="Aptos"/>
              </a:rPr>
              <a:t>Can I explain why Git matters?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1735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871"/>
    </mc:Choice>
    <mc:Fallback xmlns="">
      <p:transition spd="slow" advTm="5087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2620BC-3A88-3788-8326-DB0883359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6C78B-8D61-699D-9E9A-CDCC14B7C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/>
              <a:pPr/>
              <a:t>14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40E7E-E60F-53A1-C6E2-34F93A3B4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124712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>
                <a:solidFill>
                  <a:srgbClr val="004D73"/>
                </a:solidFill>
                <a:latin typeface="Aptos"/>
              </a:rPr>
              <a:t>Where These Skills Can Take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074920" cy="17373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07492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50492" y="1325880"/>
            <a:ext cx="4745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Data Engineer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23444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47672"/>
            <a:ext cx="4745736" cy="89611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SQL → ETL → ADF → Databricks / Spark → cloud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234440"/>
            <a:ext cx="5074920" cy="17373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234440"/>
            <a:ext cx="507492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00272" y="1310580"/>
            <a:ext cx="4745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Analytics Engineer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0" y="1228284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1947672"/>
            <a:ext cx="4745736" cy="89611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SQL → dimensional modeling → dbt / warehouse →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337560"/>
            <a:ext cx="5074920" cy="17373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3337560"/>
            <a:ext cx="507492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20954" y="3429000"/>
            <a:ext cx="4745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BI Developer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33756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004D73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050791"/>
            <a:ext cx="4745736" cy="89611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SQL → semantic models → Power BI → business storytelling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337560"/>
            <a:ext cx="5074920" cy="1737360"/>
          </a:xfrm>
          <a:prstGeom prst="roundRect">
            <a:avLst/>
          </a:prstGeom>
          <a:solidFill>
            <a:srgbClr val="F1F3F4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3337560"/>
            <a:ext cx="5074920" cy="566928"/>
          </a:xfrm>
          <a:prstGeom prst="rect">
            <a:avLst/>
          </a:prstGeom>
          <a:solidFill>
            <a:srgbClr val="004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24343" y="3429000"/>
            <a:ext cx="47457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Platform / DevOps</a:t>
            </a:r>
          </a:p>
        </p:txBody>
      </p:sp>
      <p:sp>
        <p:nvSpPr>
          <p:cNvPr id="25" name="Oval 24"/>
          <p:cNvSpPr/>
          <p:nvPr/>
        </p:nvSpPr>
        <p:spPr>
          <a:xfrm>
            <a:off x="6047234" y="3337560"/>
            <a:ext cx="548640" cy="548640"/>
          </a:xfrm>
          <a:prstGeom prst="ellipse">
            <a:avLst/>
          </a:prstGeom>
          <a:solidFill>
            <a:srgbClr val="FFFFFF"/>
          </a:solidFill>
          <a:ln>
            <a:solidFill>
              <a:srgbClr val="00A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 dirty="0">
                <a:solidFill>
                  <a:srgbClr val="004D73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1" y="4050791"/>
            <a:ext cx="4745736" cy="896111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300" b="0">
                <a:solidFill>
                  <a:srgbClr val="1F2D35"/>
                </a:solidFill>
                <a:latin typeface="Aptos"/>
              </a:rPr>
              <a:t>Git → CI/CD → IaC → monitoring → cloud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23560"/>
            <a:ext cx="103784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004D73"/>
                </a:solidFill>
                <a:latin typeface="Aptos"/>
              </a:rPr>
              <a:t>Recommendation: build strong SQL + data fundamentals first, then specialize.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46979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3484"/>
    </mc:Choice>
    <mc:Fallback xmlns="">
      <p:transition spd="slow" advTm="14348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1D316-45E1-8D39-A7AF-D3F472422B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F0DD0-C916-A327-796C-80658FD022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7F3C4-FE20-4B92-E3D2-B381BAB958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CA8454-3046-D390-CFE8-8871DF64B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090400" cy="467820"/>
          </a:xfrm>
        </p:spPr>
        <p:txBody>
          <a:bodyPr wrap="square" anchor="t"/>
          <a:lstStyle/>
          <a:p>
            <a:pPr algn="l"/>
            <a:r>
              <a:rPr sz="3200" b="1" dirty="0">
                <a:latin typeface="Aptos"/>
              </a:rPr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DF50C3-6434-88D1-8350-5945ABCC84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4289163"/>
            <a:ext cx="5090400" cy="3708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Santoshini Panda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7D3A2C1-C170-8CC0-5833-229883FEC0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4400" y="4856578"/>
            <a:ext cx="5090400" cy="370800"/>
          </a:xfrm>
        </p:spPr>
        <p:txBody>
          <a:bodyPr/>
          <a:lstStyle/>
          <a:p>
            <a:r>
              <a:rPr lang="en-IN" dirty="0"/>
              <a:t>Santoshini.panda@ferguson.com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10058400" cy="4462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300" b="1" dirty="0">
                <a:latin typeface="Aptos"/>
              </a:rPr>
              <a:t>Start small. Build one pipeline. Understand every box.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969264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dirty="0">
                <a:latin typeface="Aptos"/>
              </a:rPr>
              <a:t>Questions /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517761"/>
            <a:ext cx="969264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dirty="0">
                <a:latin typeface="Aptos"/>
              </a:rPr>
              <a:t>SQL  •  Azure Blob  •  ADF  •  Databricks  •  GitHub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2871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141"/>
    </mc:Choice>
    <mc:Fallback xmlns="">
      <p:transition spd="slow" advTm="57141"/>
    </mc:Fallback>
  </mc:AlternateContent>
</p:sld>
</file>

<file path=ppt/theme/theme1.xml><?xml version="1.0" encoding="utf-8"?>
<a:theme xmlns:a="http://schemas.openxmlformats.org/drawingml/2006/main" name="Ferguson Enterprises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spcBef>
            <a:spcPts val="600"/>
          </a:spcBef>
          <a:spcAft>
            <a:spcPts val="300"/>
          </a:spcAft>
          <a:defRPr sz="1800" noProof="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600"/>
          </a:spcBef>
          <a:spcAft>
            <a:spcPts val="300"/>
          </a:spcAft>
          <a:defRPr sz="1800" dirty="0">
            <a:solidFill>
              <a:srgbClr val="595454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seTemplate 16-9 UK.potx" id="{DA555A82-A902-4BA8-A4E4-A7823948678F}" vid="{0BF9AC09-53C4-40C5-AED0-BEF8E19CEC5F}"/>
    </a:ext>
  </a:extLst>
</a:theme>
</file>

<file path=ppt/theme/theme2.xml><?xml version="1.0" encoding="utf-8"?>
<a:theme xmlns:a="http://schemas.openxmlformats.org/drawingml/2006/main" name="Office-tema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Ferguson Enterprises">
    <a:dk1>
      <a:srgbClr val="000000"/>
    </a:dk1>
    <a:lt1>
      <a:srgbClr val="FFFFFF"/>
    </a:lt1>
    <a:dk2>
      <a:srgbClr val="003051"/>
    </a:dk2>
    <a:lt2>
      <a:srgbClr val="EAEAEA"/>
    </a:lt2>
    <a:accent1>
      <a:srgbClr val="00446A"/>
    </a:accent1>
    <a:accent2>
      <a:srgbClr val="77787B"/>
    </a:accent2>
    <a:accent3>
      <a:srgbClr val="00A0DD"/>
    </a:accent3>
    <a:accent4>
      <a:srgbClr val="66DBBD"/>
    </a:accent4>
    <a:accent5>
      <a:srgbClr val="A3C657"/>
    </a:accent5>
    <a:accent6>
      <a:srgbClr val="FCAF17"/>
    </a:accent6>
    <a:hlink>
      <a:srgbClr val="00446A"/>
    </a:hlink>
    <a:folHlink>
      <a:srgbClr val="008FB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454" row="9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395A683-4272-F04F-936C-BC7D120E070B}">
  <we:reference id="d2164860-9689-45e3-a1e5-90c76032056e" version="1.0.0.7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56B80F0-DC3E-4EF2-B8DD-D690B43CF21E}">
  <we:reference id="d52b89d3-14ec-4607-aed0-cc521be658dc" version="2.0.0.4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740de5f0-b4d6-4099-8573-9762b281cab6" xsi:nil="true"/>
    <lcf76f155ced4ddcb4097134ff3c332f xmlns="740de5f0-b4d6-4099-8573-9762b281cab6">
      <Terms xmlns="http://schemas.microsoft.com/office/infopath/2007/PartnerControls"/>
    </lcf76f155ced4ddcb4097134ff3c332f>
    <TaxCatchAll xmlns="1e622d7b-320f-4a70-9dfc-b4ea20849cb3" xsi:nil="true"/>
  </documentManagement>
</p:properties>
</file>

<file path=customXml/item3.xml><?xml version="1.0" encoding="utf-8"?>
<TemplafyFormConfiguration><![CDATA[{"formFields":[],"formDataEntries":[]}]]></TemplafyFormConfiguration>
</file>

<file path=customXml/item4.xml><?xml version="1.0" encoding="utf-8"?>
<TemplafyTemplateConfiguration><![CDATA[{"elementsMetadata":[],"transformationConfigurations":[],"templateName":"Ferguson PowerPoint Template","templateDescription":"","enableDocumentContentUpdater":false,"version":"2.0"}]]></TemplafyTemplate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E18108F71CE48B7D341B204F6A9A9" ma:contentTypeVersion="15" ma:contentTypeDescription="Create a new document." ma:contentTypeScope="" ma:versionID="d3b702cb611eef79cc687ea277d69898">
  <xsd:schema xmlns:xsd="http://www.w3.org/2001/XMLSchema" xmlns:xs="http://www.w3.org/2001/XMLSchema" xmlns:p="http://schemas.microsoft.com/office/2006/metadata/properties" xmlns:ns2="740de5f0-b4d6-4099-8573-9762b281cab6" xmlns:ns3="1e622d7b-320f-4a70-9dfc-b4ea20849cb3" targetNamespace="http://schemas.microsoft.com/office/2006/metadata/properties" ma:root="true" ma:fieldsID="43aa41909529d9fba556bf474a678137" ns2:_="" ns3:_="">
    <xsd:import namespace="740de5f0-b4d6-4099-8573-9762b281cab6"/>
    <xsd:import namespace="1e622d7b-320f-4a70-9dfc-b4ea20849c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0de5f0-b4d6-4099-8573-9762b281ca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b9c5f40-f9d3-4160-ab04-6fd564e931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622d7b-320f-4a70-9dfc-b4ea20849cb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ef51d77-27b6-4675-8198-3d9ee98ebca2}" ma:internalName="TaxCatchAll" ma:showField="CatchAllData" ma:web="1e622d7b-320f-4a70-9dfc-b4ea20849c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TemplateConfiguration><![CDATA[{"slideVersion":1,"isValidatorEnabled":false,"isLocked":false,"elementsMetadata":[],"slideId":"638131098641234066","enableDocumentContentUpdater":false,"version":"2.0"}]]></TemplafySlideTemplateConfiguration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],"slideId":"638112938006554367","enableDocumentContentUpdater":false,"version":"2.0"}]]></TemplafySlideTemplateConfiguration>
</file>

<file path=customXml/item10.xml><?xml version="1.0" encoding="utf-8"?>
<TemplafySlideTemplateConfiguration><![CDATA[{"slideVersion":1,"isValidatorEnabled":false,"isLocked":false,"elementsMetadata":[],"slideId":"638112938006554367","enableDocumentContentUpdater":false,"version":"2.0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slideVersion":1,"isValidatorEnabled":false,"isLocked":false,"elementsMetadata":[],"slideId":"638131098641261312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4BA9A057-C5DA-4007-BEE1-BC419C0B74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ABDC19-9982-4205-B071-D93F658E248B}">
  <ds:schemaRefs>
    <ds:schemaRef ds:uri="1e622d7b-320f-4a70-9dfc-b4ea20849cb3"/>
    <ds:schemaRef ds:uri="740de5f0-b4d6-4099-8573-9762b281cab6"/>
    <ds:schemaRef ds:uri="a0c39960-d4df-4ecd-9215-7e0b09eea1c2"/>
    <ds:schemaRef ds:uri="cb02873a-97bd-4ed2-ab62-46f14803b46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EB4871E-07B5-4541-BDA0-6B126859C4B6}">
  <ds:schemaRefs/>
</ds:datastoreItem>
</file>

<file path=customXml/itemProps4.xml><?xml version="1.0" encoding="utf-8"?>
<ds:datastoreItem xmlns:ds="http://schemas.openxmlformats.org/officeDocument/2006/customXml" ds:itemID="{4B88E25B-4A04-40F4-BB18-E378D867DF0F}">
  <ds:schemaRefs/>
</ds:datastoreItem>
</file>

<file path=customXml/itemProps5.xml><?xml version="1.0" encoding="utf-8"?>
<ds:datastoreItem xmlns:ds="http://schemas.openxmlformats.org/officeDocument/2006/customXml" ds:itemID="{940519DC-5D64-4578-8DF9-55B311A66AC4}">
  <ds:schemaRefs>
    <ds:schemaRef ds:uri="1e622d7b-320f-4a70-9dfc-b4ea20849cb3"/>
    <ds:schemaRef ds:uri="740de5f0-b4d6-4099-8573-9762b281ca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ACC1BFAE-575A-412E-9143-3AD615AABBF0}">
  <ds:schemaRefs/>
</ds:datastoreItem>
</file>

<file path=customXml/itemProps7.xml><?xml version="1.0" encoding="utf-8"?>
<ds:datastoreItem xmlns:ds="http://schemas.openxmlformats.org/officeDocument/2006/customXml" ds:itemID="{55D3A72E-CB24-47A0-9868-2DA000985571}">
  <ds:schemaRefs/>
</ds:datastoreItem>
</file>

<file path=customXml/itemProps8.xml><?xml version="1.0" encoding="utf-8"?>
<ds:datastoreItem xmlns:ds="http://schemas.openxmlformats.org/officeDocument/2006/customXml" ds:itemID="{88CA6FC9-132F-4F54-BDB4-E69AC79ED5FB}">
  <ds:schemaRefs/>
</ds:datastoreItem>
</file>

<file path=customXml/itemProps9.xml><?xml version="1.0" encoding="utf-8"?>
<ds:datastoreItem xmlns:ds="http://schemas.openxmlformats.org/officeDocument/2006/customXml" ds:itemID="{2F1260EE-F954-4CA5-BFEE-FFC96B9555B1}">
  <ds:schemaRefs/>
</ds:datastoreItem>
</file>

<file path=customXml/itemProps10.xml><?xml version="1.0" encoding="utf-8"?>
<ds:datastoreItem xmlns:ds="http://schemas.openxmlformats.org/officeDocument/2006/customXml" ds:itemID="{E3AA9764-37E3-44C7-8A11-F5F4E9A97C88}">
  <ds:schemaRefs/>
</ds:datastoreItem>
</file>

<file path=customXml/itemProps11.xml><?xml version="1.0" encoding="utf-8"?>
<ds:datastoreItem xmlns:ds="http://schemas.openxmlformats.org/officeDocument/2006/customXml" ds:itemID="{04353ECB-E6FD-448F-B0D9-C8293AB67A7F}">
  <ds:schemaRefs/>
</ds:datastoreItem>
</file>

<file path=customXml/itemProps12.xml><?xml version="1.0" encoding="utf-8"?>
<ds:datastoreItem xmlns:ds="http://schemas.openxmlformats.org/officeDocument/2006/customXml" ds:itemID="{AB5CC942-ED91-435A-93E7-549C0D2838B7}">
  <ds:schemaRefs/>
</ds:datastoreItem>
</file>

<file path=customXml/itemProps13.xml><?xml version="1.0" encoding="utf-8"?>
<ds:datastoreItem xmlns:ds="http://schemas.openxmlformats.org/officeDocument/2006/customXml" ds:itemID="{F0567FBA-A811-4FB9-B82B-1C4C88AA0648}">
  <ds:schemaRefs/>
</ds:datastoreItem>
</file>

<file path=docMetadata/LabelInfo.xml><?xml version="1.0" encoding="utf-8"?>
<clbl:labelList xmlns:clbl="http://schemas.microsoft.com/office/2020/mipLabelMetadata">
  <clbl:label id="{3c2f8435-994c-4552-8fe8-2aec2d0822e4}" enabled="0" method="" siteId="{3c2f8435-994c-4552-8fe8-2aec2d0822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1526</Words>
  <Application>Microsoft Office PowerPoint</Application>
  <PresentationFormat>Widescreen</PresentationFormat>
  <Paragraphs>261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Consolas</vt:lpstr>
      <vt:lpstr>Wingdings</vt:lpstr>
      <vt:lpstr>Ferguson Enterprises</vt:lpstr>
      <vt:lpstr>PowerPoint Presentation</vt:lpstr>
      <vt:lpstr>Agenda</vt:lpstr>
      <vt:lpstr>A Freshers’ Roadmap for Data Engineer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End-to-End ETL Architecture </vt:lpstr>
      <vt:lpstr>PowerPoint Presentation</vt:lpstr>
      <vt:lpstr>PowerPoint Presentation</vt:lpstr>
      <vt:lpstr>PowerPoint Presentation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Nrimal</dc:creator>
  <cp:keywords/>
  <dc:description/>
  <cp:lastModifiedBy>Santoshini Panda</cp:lastModifiedBy>
  <cp:revision>2</cp:revision>
  <dcterms:created xsi:type="dcterms:W3CDTF">2025-12-22T17:52:22Z</dcterms:created>
  <dcterms:modified xsi:type="dcterms:W3CDTF">2026-09-03T09:46:27Z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TemplafyTimeStamp">
    <vt:lpwstr>2023-02-27T15:51:04</vt:lpwstr>
  </property>
  <property fmtid="{D5CDD505-2E9C-101B-9397-08002B2CF9AE}" pid="4" name="TemplafyTenantId">
    <vt:lpwstr>ferguson</vt:lpwstr>
  </property>
  <property fmtid="{D5CDD505-2E9C-101B-9397-08002B2CF9AE}" pid="5" name="TemplafyTemplateId">
    <vt:lpwstr>638131098632002359</vt:lpwstr>
  </property>
  <property fmtid="{D5CDD505-2E9C-101B-9397-08002B2CF9AE}" pid="6" name="TemplafyUserProfileId">
    <vt:lpwstr>719579052783960166</vt:lpwstr>
  </property>
  <property fmtid="{D5CDD505-2E9C-101B-9397-08002B2CF9AE}" pid="7" name="TemplafyFromBlank">
    <vt:bool>true</vt:bool>
  </property>
  <property fmtid="{D5CDD505-2E9C-101B-9397-08002B2CF9AE}" pid="8" name="ContentTypeId">
    <vt:lpwstr>0x010100ABEE18108F71CE48B7D341B204F6A9A9</vt:lpwstr>
  </property>
  <property fmtid="{D5CDD505-2E9C-101B-9397-08002B2CF9AE}" pid="9" name="Order">
    <vt:r8>455400</vt:r8>
  </property>
  <property fmtid="{D5CDD505-2E9C-101B-9397-08002B2CF9AE}" pid="10" name="ComplianceAssetId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