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4"/>
  </p:sldMasterIdLst>
  <p:notesMasterIdLst>
    <p:notesMasterId r:id="rId42"/>
  </p:notesMasterIdLst>
  <p:handoutMasterIdLst>
    <p:handoutMasterId r:id="rId43"/>
  </p:handoutMasterIdLst>
  <p:sldIdLst>
    <p:sldId id="256" r:id="rId15"/>
    <p:sldId id="2147481670" r:id="rId16"/>
    <p:sldId id="2147482451" r:id="rId17"/>
    <p:sldId id="2147482450" r:id="rId18"/>
    <p:sldId id="2147482486" r:id="rId19"/>
    <p:sldId id="2147482481" r:id="rId20"/>
    <p:sldId id="2147482483" r:id="rId21"/>
    <p:sldId id="2147482485" r:id="rId22"/>
    <p:sldId id="2147482484" r:id="rId23"/>
    <p:sldId id="2147482463" r:id="rId24"/>
    <p:sldId id="2147482488" r:id="rId25"/>
    <p:sldId id="2147482489" r:id="rId26"/>
    <p:sldId id="2147482470" r:id="rId27"/>
    <p:sldId id="2147482469" r:id="rId28"/>
    <p:sldId id="2147482468" r:id="rId29"/>
    <p:sldId id="2147482487" r:id="rId30"/>
    <p:sldId id="2147482471" r:id="rId31"/>
    <p:sldId id="2147482467" r:id="rId32"/>
    <p:sldId id="2147482466" r:id="rId33"/>
    <p:sldId id="2147482465" r:id="rId34"/>
    <p:sldId id="2147482477" r:id="rId35"/>
    <p:sldId id="2147482475" r:id="rId36"/>
    <p:sldId id="2147482476" r:id="rId37"/>
    <p:sldId id="2147482460" r:id="rId38"/>
    <p:sldId id="2147482479" r:id="rId39"/>
    <p:sldId id="2147482480" r:id="rId40"/>
    <p:sldId id="26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3923196-B88B-4203-9272-82983615D529}">
          <p14:sldIdLst>
            <p14:sldId id="256"/>
            <p14:sldId id="2147481670"/>
            <p14:sldId id="2147482451"/>
            <p14:sldId id="2147482450"/>
            <p14:sldId id="2147482486"/>
            <p14:sldId id="2147482481"/>
            <p14:sldId id="2147482483"/>
            <p14:sldId id="2147482485"/>
            <p14:sldId id="2147482484"/>
            <p14:sldId id="2147482463"/>
            <p14:sldId id="2147482488"/>
            <p14:sldId id="2147482489"/>
            <p14:sldId id="2147482470"/>
            <p14:sldId id="2147482469"/>
            <p14:sldId id="2147482468"/>
            <p14:sldId id="2147482487"/>
            <p14:sldId id="2147482471"/>
            <p14:sldId id="2147482467"/>
            <p14:sldId id="2147482466"/>
            <p14:sldId id="2147482465"/>
            <p14:sldId id="2147482477"/>
            <p14:sldId id="2147482475"/>
            <p14:sldId id="2147482476"/>
            <p14:sldId id="2147482460"/>
            <p14:sldId id="2147482479"/>
            <p14:sldId id="2147482480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790DE-4F3F-47E0-9096-1F8328422D73}" v="313" dt="2026-09-01T09:14:58.635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customXml" Target="../customXml/item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microsoft.com/office/2015/10/relationships/revisionInfo" Target="revisionInfo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4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theme" Target="theme/theme1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Suhail" userId="S::syed.suhail@ferguson.com::12bba016-9bfa-4f5a-ab44-a77b1bd62693" providerId="AD" clId="Web-{00000000-0000-0000-0000-000000000000}"/>
    <pc:docChg chg="modSld">
      <pc:chgData name="Syed Suhail" userId="S::syed.suhail@ferguson.com::12bba016-9bfa-4f5a-ab44-a77b1bd62693" providerId="AD" clId="Web-{00000000-0000-0000-0000-000000000000}" dt="2026-08-31T08:24:36.509" v="31" actId="20577"/>
      <pc:docMkLst>
        <pc:docMk/>
      </pc:docMkLst>
      <pc:sldChg chg="modSp">
        <pc:chgData name="Syed Suhail" userId="S::syed.suhail@ferguson.com::12bba016-9bfa-4f5a-ab44-a77b1bd62693" providerId="AD" clId="Web-{00000000-0000-0000-0000-000000000000}" dt="2026-08-31T08:24:36.509" v="31" actId="20577"/>
        <pc:sldMkLst>
          <pc:docMk/>
          <pc:sldMk cId="3370405505" sldId="2147482451"/>
        </pc:sldMkLst>
        <pc:spChg chg="mod">
          <ac:chgData name="Syed Suhail" userId="S::syed.suhail@ferguson.com::12bba016-9bfa-4f5a-ab44-a77b1bd62693" providerId="AD" clId="Web-{00000000-0000-0000-0000-000000000000}" dt="2026-08-31T08:24:36.509" v="31" actId="20577"/>
          <ac:spMkLst>
            <pc:docMk/>
            <pc:sldMk cId="3370405505" sldId="2147482451"/>
            <ac:spMk id="6" creationId="{5F608F23-4E50-CEF4-E602-A3C7A653BACA}"/>
          </ac:spMkLst>
        </pc:spChg>
      </pc:sldChg>
    </pc:docChg>
  </pc:docChgLst>
  <pc:docChgLst>
    <pc:chgData name="Syed Suhail" userId="S::syed.suhail@ferguson.com::12bba016-9bfa-4f5a-ab44-a77b1bd62693" providerId="AD" clId="Web-{66446F89-C129-C20C-97DA-8E5A33802D8A}"/>
    <pc:docChg chg="modSld">
      <pc:chgData name="Syed Suhail" userId="S::syed.suhail@ferguson.com::12bba016-9bfa-4f5a-ab44-a77b1bd62693" providerId="AD" clId="Web-{66446F89-C129-C20C-97DA-8E5A33802D8A}" dt="2026-08-26T08:44:10.524" v="0" actId="20577"/>
      <pc:docMkLst>
        <pc:docMk/>
      </pc:docMkLst>
      <pc:sldChg chg="modSp">
        <pc:chgData name="Syed Suhail" userId="S::syed.suhail@ferguson.com::12bba016-9bfa-4f5a-ab44-a77b1bd62693" providerId="AD" clId="Web-{66446F89-C129-C20C-97DA-8E5A33802D8A}" dt="2026-08-26T08:44:10.524" v="0" actId="20577"/>
        <pc:sldMkLst>
          <pc:docMk/>
          <pc:sldMk cId="3971603683" sldId="2147482480"/>
        </pc:sldMkLst>
        <pc:spChg chg="mod">
          <ac:chgData name="Syed Suhail" userId="S::syed.suhail@ferguson.com::12bba016-9bfa-4f5a-ab44-a77b1bd62693" providerId="AD" clId="Web-{66446F89-C129-C20C-97DA-8E5A33802D8A}" dt="2026-08-26T08:44:10.524" v="0" actId="20577"/>
          <ac:spMkLst>
            <pc:docMk/>
            <pc:sldMk cId="3971603683" sldId="2147482480"/>
            <ac:spMk id="5" creationId="{0B8C2983-11E2-7FFE-F7CD-923AC49AD7D3}"/>
          </ac:spMkLst>
        </pc:spChg>
      </pc:sldChg>
    </pc:docChg>
  </pc:docChgLst>
  <pc:docChgLst>
    <pc:chgData name="Saurav Sanyal" userId="d0fe4051-e01c-43a6-8238-cd2fd015270f" providerId="ADAL" clId="{57C7B890-5237-4180-8C88-04B2F6C72F79}"/>
    <pc:docChg chg="undo custSel addSld delSld modSld sldOrd delSection modSection">
      <pc:chgData name="Saurav Sanyal" userId="d0fe4051-e01c-43a6-8238-cd2fd015270f" providerId="ADAL" clId="{57C7B890-5237-4180-8C88-04B2F6C72F79}" dt="2026-08-31T08:41:08.516" v="1110" actId="20577"/>
      <pc:docMkLst>
        <pc:docMk/>
      </pc:docMkLst>
      <pc:sldChg chg="modSp mod">
        <pc:chgData name="Saurav Sanyal" userId="d0fe4051-e01c-43a6-8238-cd2fd015270f" providerId="ADAL" clId="{57C7B890-5237-4180-8C88-04B2F6C72F79}" dt="2026-08-20T07:45:06.650" v="43" actId="20577"/>
        <pc:sldMkLst>
          <pc:docMk/>
          <pc:sldMk cId="2364582226" sldId="256"/>
        </pc:sldMkLst>
        <pc:spChg chg="mod">
          <ac:chgData name="Saurav Sanyal" userId="d0fe4051-e01c-43a6-8238-cd2fd015270f" providerId="ADAL" clId="{57C7B890-5237-4180-8C88-04B2F6C72F79}" dt="2026-08-20T07:45:06.650" v="43" actId="20577"/>
          <ac:spMkLst>
            <pc:docMk/>
            <pc:sldMk cId="2364582226" sldId="256"/>
            <ac:spMk id="2" creationId="{88D4EE1D-FB04-DECE-9F42-22DA4C231E58}"/>
          </ac:spMkLst>
        </pc:spChg>
        <pc:spChg chg="mod">
          <ac:chgData name="Saurav Sanyal" userId="d0fe4051-e01c-43a6-8238-cd2fd015270f" providerId="ADAL" clId="{57C7B890-5237-4180-8C88-04B2F6C72F79}" dt="2026-08-20T07:44:57.543" v="31" actId="20577"/>
          <ac:spMkLst>
            <pc:docMk/>
            <pc:sldMk cId="2364582226" sldId="256"/>
            <ac:spMk id="6" creationId="{BDB7EA5D-DE3C-BBDC-370A-88A37FC67AA8}"/>
          </ac:spMkLst>
        </pc:spChg>
      </pc:sldChg>
      <pc:sldChg chg="modSp mod">
        <pc:chgData name="Saurav Sanyal" userId="d0fe4051-e01c-43a6-8238-cd2fd015270f" providerId="ADAL" clId="{57C7B890-5237-4180-8C88-04B2F6C72F79}" dt="2026-08-31T08:29:50.684" v="968"/>
        <pc:sldMkLst>
          <pc:docMk/>
          <pc:sldMk cId="816619599" sldId="2147481670"/>
        </pc:sldMkLst>
        <pc:spChg chg="mod">
          <ac:chgData name="Saurav Sanyal" userId="d0fe4051-e01c-43a6-8238-cd2fd015270f" providerId="ADAL" clId="{57C7B890-5237-4180-8C88-04B2F6C72F79}" dt="2026-08-31T08:29:50.684" v="968"/>
          <ac:spMkLst>
            <pc:docMk/>
            <pc:sldMk cId="816619599" sldId="2147481670"/>
            <ac:spMk id="3" creationId="{C3C1672A-2460-B997-8747-7A5291990677}"/>
          </ac:spMkLst>
        </pc:spChg>
      </pc:sldChg>
      <pc:sldChg chg="modSp mod">
        <pc:chgData name="Saurav Sanyal" userId="d0fe4051-e01c-43a6-8238-cd2fd015270f" providerId="ADAL" clId="{57C7B890-5237-4180-8C88-04B2F6C72F79}" dt="2026-08-31T06:04:00.990" v="530" actId="20577"/>
        <pc:sldMkLst>
          <pc:docMk/>
          <pc:sldMk cId="1431263440" sldId="2147482450"/>
        </pc:sldMkLst>
        <pc:spChg chg="mod">
          <ac:chgData name="Saurav Sanyal" userId="d0fe4051-e01c-43a6-8238-cd2fd015270f" providerId="ADAL" clId="{57C7B890-5237-4180-8C88-04B2F6C72F79}" dt="2026-08-25T08:27:53.720" v="54" actId="207"/>
          <ac:spMkLst>
            <pc:docMk/>
            <pc:sldMk cId="1431263440" sldId="2147482450"/>
            <ac:spMk id="20" creationId="{DA983D4A-0796-BCD6-677A-D0D2998B8F68}"/>
          </ac:spMkLst>
        </pc:spChg>
        <pc:spChg chg="mod">
          <ac:chgData name="Saurav Sanyal" userId="d0fe4051-e01c-43a6-8238-cd2fd015270f" providerId="ADAL" clId="{57C7B890-5237-4180-8C88-04B2F6C72F79}" dt="2026-08-25T08:27:43.437" v="51" actId="20577"/>
          <ac:spMkLst>
            <pc:docMk/>
            <pc:sldMk cId="1431263440" sldId="2147482450"/>
            <ac:spMk id="22" creationId="{38FA4E34-906D-342D-B534-6DAD329BBFED}"/>
          </ac:spMkLst>
        </pc:spChg>
        <pc:spChg chg="mod">
          <ac:chgData name="Saurav Sanyal" userId="d0fe4051-e01c-43a6-8238-cd2fd015270f" providerId="ADAL" clId="{57C7B890-5237-4180-8C88-04B2F6C72F79}" dt="2026-08-31T06:04:00.990" v="530" actId="20577"/>
          <ac:spMkLst>
            <pc:docMk/>
            <pc:sldMk cId="1431263440" sldId="2147482450"/>
            <ac:spMk id="26" creationId="{A985DDEF-4876-D93D-EC26-0B5773DEC419}"/>
          </ac:spMkLst>
        </pc:spChg>
        <pc:spChg chg="mod">
          <ac:chgData name="Saurav Sanyal" userId="d0fe4051-e01c-43a6-8238-cd2fd015270f" providerId="ADAL" clId="{57C7B890-5237-4180-8C88-04B2F6C72F79}" dt="2026-08-25T08:27:44.476" v="52" actId="20577"/>
          <ac:spMkLst>
            <pc:docMk/>
            <pc:sldMk cId="1431263440" sldId="2147482450"/>
            <ac:spMk id="28" creationId="{50BBEF48-4804-8576-8999-F968647CE4D3}"/>
          </ac:spMkLst>
        </pc:spChg>
        <pc:spChg chg="mod">
          <ac:chgData name="Saurav Sanyal" userId="d0fe4051-e01c-43a6-8238-cd2fd015270f" providerId="ADAL" clId="{57C7B890-5237-4180-8C88-04B2F6C72F79}" dt="2026-08-25T08:27:59.369" v="57" actId="20577"/>
          <ac:spMkLst>
            <pc:docMk/>
            <pc:sldMk cId="1431263440" sldId="2147482450"/>
            <ac:spMk id="32" creationId="{75B8295F-305B-E31C-4005-055E196F5A49}"/>
          </ac:spMkLst>
        </pc:spChg>
        <pc:spChg chg="mod">
          <ac:chgData name="Saurav Sanyal" userId="d0fe4051-e01c-43a6-8238-cd2fd015270f" providerId="ADAL" clId="{57C7B890-5237-4180-8C88-04B2F6C72F79}" dt="2026-08-25T08:27:45.542" v="53" actId="20577"/>
          <ac:spMkLst>
            <pc:docMk/>
            <pc:sldMk cId="1431263440" sldId="2147482450"/>
            <ac:spMk id="34" creationId="{3F92459E-FBEE-886C-4AD1-1667C5C02B92}"/>
          </ac:spMkLst>
        </pc:spChg>
      </pc:sldChg>
      <pc:sldChg chg="modSp mod ord">
        <pc:chgData name="Saurav Sanyal" userId="d0fe4051-e01c-43a6-8238-cd2fd015270f" providerId="ADAL" clId="{57C7B890-5237-4180-8C88-04B2F6C72F79}" dt="2026-08-31T08:41:08.516" v="1110" actId="20577"/>
        <pc:sldMkLst>
          <pc:docMk/>
          <pc:sldMk cId="3370405505" sldId="2147482451"/>
        </pc:sldMkLst>
        <pc:spChg chg="mod">
          <ac:chgData name="Saurav Sanyal" userId="d0fe4051-e01c-43a6-8238-cd2fd015270f" providerId="ADAL" clId="{57C7B890-5237-4180-8C88-04B2F6C72F79}" dt="2026-08-31T08:41:08.516" v="1110" actId="20577"/>
          <ac:spMkLst>
            <pc:docMk/>
            <pc:sldMk cId="3370405505" sldId="2147482451"/>
            <ac:spMk id="7" creationId="{3FD9304C-F040-9808-D53D-D786F0823607}"/>
          </ac:spMkLst>
        </pc:spChg>
      </pc:sldChg>
      <pc:sldChg chg="addSp delSp modSp del mod">
        <pc:chgData name="Saurav Sanyal" userId="d0fe4051-e01c-43a6-8238-cd2fd015270f" providerId="ADAL" clId="{57C7B890-5237-4180-8C88-04B2F6C72F79}" dt="2026-08-31T06:08:04.804" v="553" actId="47"/>
        <pc:sldMkLst>
          <pc:docMk/>
          <pc:sldMk cId="691148423" sldId="2147482457"/>
        </pc:sldMkLst>
        <pc:spChg chg="add del mod">
          <ac:chgData name="Saurav Sanyal" userId="d0fe4051-e01c-43a6-8238-cd2fd015270f" providerId="ADAL" clId="{57C7B890-5237-4180-8C88-04B2F6C72F79}" dt="2026-08-31T06:07:09.876" v="543" actId="22"/>
          <ac:spMkLst>
            <pc:docMk/>
            <pc:sldMk cId="691148423" sldId="2147482457"/>
            <ac:spMk id="4" creationId="{9DE428D7-F7D7-9F03-5CB2-ED57B4086466}"/>
          </ac:spMkLst>
        </pc:spChg>
      </pc:sldChg>
      <pc:sldChg chg="addSp delSp modSp mod ord modClrScheme chgLayout">
        <pc:chgData name="Saurav Sanyal" userId="d0fe4051-e01c-43a6-8238-cd2fd015270f" providerId="ADAL" clId="{57C7B890-5237-4180-8C88-04B2F6C72F79}" dt="2026-08-31T08:15:41.392" v="862" actId="700"/>
        <pc:sldMkLst>
          <pc:docMk/>
          <pc:sldMk cId="1469795418" sldId="2147482460"/>
        </pc:sldMkLst>
        <pc:spChg chg="mod ord">
          <ac:chgData name="Saurav Sanyal" userId="d0fe4051-e01c-43a6-8238-cd2fd015270f" providerId="ADAL" clId="{57C7B890-5237-4180-8C88-04B2F6C72F79}" dt="2026-08-31T08:15:41.392" v="862" actId="700"/>
          <ac:spMkLst>
            <pc:docMk/>
            <pc:sldMk cId="1469795418" sldId="2147482460"/>
            <ac:spMk id="2" creationId="{67B16147-7EC7-64B0-BFF0-817CF8102412}"/>
          </ac:spMkLst>
        </pc:spChg>
        <pc:spChg chg="mod ord">
          <ac:chgData name="Saurav Sanyal" userId="d0fe4051-e01c-43a6-8238-cd2fd015270f" providerId="ADAL" clId="{57C7B890-5237-4180-8C88-04B2F6C72F79}" dt="2026-08-31T08:15:41.392" v="862" actId="700"/>
          <ac:spMkLst>
            <pc:docMk/>
            <pc:sldMk cId="1469795418" sldId="2147482460"/>
            <ac:spMk id="3" creationId="{D62620BC-3A88-3788-8326-DB08833595AC}"/>
          </ac:spMkLst>
        </pc:spChg>
        <pc:spChg chg="mod ord">
          <ac:chgData name="Saurav Sanyal" userId="d0fe4051-e01c-43a6-8238-cd2fd015270f" providerId="ADAL" clId="{57C7B890-5237-4180-8C88-04B2F6C72F79}" dt="2026-08-31T08:15:41.392" v="862" actId="700"/>
          <ac:spMkLst>
            <pc:docMk/>
            <pc:sldMk cId="1469795418" sldId="2147482460"/>
            <ac:spMk id="4" creationId="{9736C78B-8D61-699D-9E9A-CDCC14B7C723}"/>
          </ac:spMkLst>
        </pc:spChg>
        <pc:spChg chg="mod ord">
          <ac:chgData name="Saurav Sanyal" userId="d0fe4051-e01c-43a6-8238-cd2fd015270f" providerId="ADAL" clId="{57C7B890-5237-4180-8C88-04B2F6C72F79}" dt="2026-08-31T08:15:41.392" v="862" actId="700"/>
          <ac:spMkLst>
            <pc:docMk/>
            <pc:sldMk cId="1469795418" sldId="2147482460"/>
            <ac:spMk id="5" creationId="{83C40E7E-E60F-53A1-C6E2-34F93A3B4EB5}"/>
          </ac:spMkLst>
        </pc:spChg>
        <pc:spChg chg="mod">
          <ac:chgData name="Saurav Sanyal" userId="d0fe4051-e01c-43a6-8238-cd2fd015270f" providerId="ADAL" clId="{57C7B890-5237-4180-8C88-04B2F6C72F79}" dt="2026-08-25T15:02:10.750" v="297" actId="207"/>
          <ac:spMkLst>
            <pc:docMk/>
            <pc:sldMk cId="1469795418" sldId="2147482460"/>
            <ac:spMk id="6" creationId="{9CFB909C-B420-516E-DAFE-9FDBE0703C22}"/>
          </ac:spMkLst>
        </pc:spChg>
        <pc:spChg chg="mod">
          <ac:chgData name="Saurav Sanyal" userId="d0fe4051-e01c-43a6-8238-cd2fd015270f" providerId="ADAL" clId="{57C7B890-5237-4180-8C88-04B2F6C72F79}" dt="2026-08-25T15:02:24.074" v="300" actId="207"/>
          <ac:spMkLst>
            <pc:docMk/>
            <pc:sldMk cId="1469795418" sldId="2147482460"/>
            <ac:spMk id="7" creationId="{881EEF60-CB2A-EA40-51F5-8360913B98D9}"/>
          </ac:spMkLst>
        </pc:spChg>
        <pc:spChg chg="mod">
          <ac:chgData name="Saurav Sanyal" userId="d0fe4051-e01c-43a6-8238-cd2fd015270f" providerId="ADAL" clId="{57C7B890-5237-4180-8C88-04B2F6C72F79}" dt="2026-08-25T15:02:42.655" v="306" actId="20577"/>
          <ac:spMkLst>
            <pc:docMk/>
            <pc:sldMk cId="1469795418" sldId="2147482460"/>
            <ac:spMk id="8" creationId="{FF052B2C-B4EF-6568-1C36-CC4B8BF85023}"/>
          </ac:spMkLst>
        </pc:spChg>
        <pc:spChg chg="add del mod ord">
          <ac:chgData name="Saurav Sanyal" userId="d0fe4051-e01c-43a6-8238-cd2fd015270f" providerId="ADAL" clId="{57C7B890-5237-4180-8C88-04B2F6C72F79}" dt="2026-08-31T08:15:41.392" v="862" actId="700"/>
          <ac:spMkLst>
            <pc:docMk/>
            <pc:sldMk cId="1469795418" sldId="2147482460"/>
            <ac:spMk id="10" creationId="{135BCB4F-631F-FD15-AA0B-678371B472E5}"/>
          </ac:spMkLst>
        </pc:spChg>
        <pc:spChg chg="add del mod ord">
          <ac:chgData name="Saurav Sanyal" userId="d0fe4051-e01c-43a6-8238-cd2fd015270f" providerId="ADAL" clId="{57C7B890-5237-4180-8C88-04B2F6C72F79}" dt="2026-08-31T08:15:41.392" v="862" actId="700"/>
          <ac:spMkLst>
            <pc:docMk/>
            <pc:sldMk cId="1469795418" sldId="2147482460"/>
            <ac:spMk id="13" creationId="{30574379-7DE0-2BD2-465B-24E093958636}"/>
          </ac:spMkLst>
        </pc:spChg>
      </pc:sldChg>
      <pc:sldChg chg="modSp del">
        <pc:chgData name="Saurav Sanyal" userId="d0fe4051-e01c-43a6-8238-cd2fd015270f" providerId="ADAL" clId="{57C7B890-5237-4180-8C88-04B2F6C72F79}" dt="2026-08-31T08:12:55.015" v="822" actId="47"/>
        <pc:sldMkLst>
          <pc:docMk/>
          <pc:sldMk cId="1217353825" sldId="2147482461"/>
        </pc:sldMkLst>
      </pc:sldChg>
      <pc:sldChg chg="modSp mod">
        <pc:chgData name="Saurav Sanyal" userId="d0fe4051-e01c-43a6-8238-cd2fd015270f" providerId="ADAL" clId="{57C7B890-5237-4180-8C88-04B2F6C72F79}" dt="2026-08-25T08:29:08.340" v="66" actId="20577"/>
        <pc:sldMkLst>
          <pc:docMk/>
          <pc:sldMk cId="3573369850" sldId="2147482463"/>
        </pc:sldMkLst>
        <pc:spChg chg="mod">
          <ac:chgData name="Saurav Sanyal" userId="d0fe4051-e01c-43a6-8238-cd2fd015270f" providerId="ADAL" clId="{57C7B890-5237-4180-8C88-04B2F6C72F79}" dt="2026-08-25T08:28:33.781" v="61" actId="120"/>
          <ac:spMkLst>
            <pc:docMk/>
            <pc:sldMk cId="3573369850" sldId="2147482463"/>
            <ac:spMk id="6" creationId="{F367F0FE-DEFC-0D84-6278-52C5A7B11241}"/>
          </ac:spMkLst>
        </pc:spChg>
        <pc:spChg chg="mod">
          <ac:chgData name="Saurav Sanyal" userId="d0fe4051-e01c-43a6-8238-cd2fd015270f" providerId="ADAL" clId="{57C7B890-5237-4180-8C88-04B2F6C72F79}" dt="2026-08-25T08:28:51.119" v="63" actId="5793"/>
          <ac:spMkLst>
            <pc:docMk/>
            <pc:sldMk cId="3573369850" sldId="2147482463"/>
            <ac:spMk id="7" creationId="{3DBC6512-7D44-45E9-F1E5-89D039563061}"/>
          </ac:spMkLst>
        </pc:spChg>
        <pc:spChg chg="mod">
          <ac:chgData name="Saurav Sanyal" userId="d0fe4051-e01c-43a6-8238-cd2fd015270f" providerId="ADAL" clId="{57C7B890-5237-4180-8C88-04B2F6C72F79}" dt="2026-08-25T08:29:08.340" v="66" actId="20577"/>
          <ac:spMkLst>
            <pc:docMk/>
            <pc:sldMk cId="3573369850" sldId="2147482463"/>
            <ac:spMk id="8" creationId="{C3660DEE-AF07-0B7A-B804-1EEB05EF9B5C}"/>
          </ac:spMkLst>
        </pc:spChg>
      </pc:sldChg>
      <pc:sldChg chg="del">
        <pc:chgData name="Saurav Sanyal" userId="d0fe4051-e01c-43a6-8238-cd2fd015270f" providerId="ADAL" clId="{57C7B890-5237-4180-8C88-04B2F6C72F79}" dt="2026-08-31T05:59:49.126" v="510" actId="47"/>
        <pc:sldMkLst>
          <pc:docMk/>
          <pc:sldMk cId="2870503828" sldId="2147482464"/>
        </pc:sldMkLst>
      </pc:sldChg>
      <pc:sldChg chg="modSp mod">
        <pc:chgData name="Saurav Sanyal" userId="d0fe4051-e01c-43a6-8238-cd2fd015270f" providerId="ADAL" clId="{57C7B890-5237-4180-8C88-04B2F6C72F79}" dt="2026-08-31T06:27:41.906" v="816" actId="14100"/>
        <pc:sldMkLst>
          <pc:docMk/>
          <pc:sldMk cId="3801309067" sldId="2147482465"/>
        </pc:sldMkLst>
        <pc:spChg chg="mod">
          <ac:chgData name="Saurav Sanyal" userId="d0fe4051-e01c-43a6-8238-cd2fd015270f" providerId="ADAL" clId="{57C7B890-5237-4180-8C88-04B2F6C72F79}" dt="2026-08-31T06:27:41.906" v="816" actId="14100"/>
          <ac:spMkLst>
            <pc:docMk/>
            <pc:sldMk cId="3801309067" sldId="2147482465"/>
            <ac:spMk id="5" creationId="{9490A679-9ACD-53A6-D12A-8EDBD5D60E7E}"/>
          </ac:spMkLst>
        </pc:spChg>
      </pc:sldChg>
      <pc:sldChg chg="addSp modSp mod">
        <pc:chgData name="Saurav Sanyal" userId="d0fe4051-e01c-43a6-8238-cd2fd015270f" providerId="ADAL" clId="{57C7B890-5237-4180-8C88-04B2F6C72F79}" dt="2026-08-31T06:16:15.479" v="771" actId="14100"/>
        <pc:sldMkLst>
          <pc:docMk/>
          <pc:sldMk cId="3051955326" sldId="2147482466"/>
        </pc:sldMkLst>
        <pc:spChg chg="add mod">
          <ac:chgData name="Saurav Sanyal" userId="d0fe4051-e01c-43a6-8238-cd2fd015270f" providerId="ADAL" clId="{57C7B890-5237-4180-8C88-04B2F6C72F79}" dt="2026-08-31T05:59:41.038" v="509" actId="14100"/>
          <ac:spMkLst>
            <pc:docMk/>
            <pc:sldMk cId="3051955326" sldId="2147482466"/>
            <ac:spMk id="3" creationId="{BC302CAA-5F4C-FAE8-B0F5-ED4EA4BA2895}"/>
          </ac:spMkLst>
        </pc:spChg>
        <pc:spChg chg="add mod">
          <ac:chgData name="Saurav Sanyal" userId="d0fe4051-e01c-43a6-8238-cd2fd015270f" providerId="ADAL" clId="{57C7B890-5237-4180-8C88-04B2F6C72F79}" dt="2026-08-31T05:59:26.952" v="506"/>
          <ac:spMkLst>
            <pc:docMk/>
            <pc:sldMk cId="3051955326" sldId="2147482466"/>
            <ac:spMk id="4" creationId="{F34B5538-6EAA-C8AE-70EF-0876773CFD4B}"/>
          </ac:spMkLst>
        </pc:spChg>
        <pc:spChg chg="mod">
          <ac:chgData name="Saurav Sanyal" userId="d0fe4051-e01c-43a6-8238-cd2fd015270f" providerId="ADAL" clId="{57C7B890-5237-4180-8C88-04B2F6C72F79}" dt="2026-08-31T06:16:15.479" v="771" actId="14100"/>
          <ac:spMkLst>
            <pc:docMk/>
            <pc:sldMk cId="3051955326" sldId="2147482466"/>
            <ac:spMk id="5" creationId="{F8738EEB-07D4-A922-5121-4D1A5F671D40}"/>
          </ac:spMkLst>
        </pc:spChg>
      </pc:sldChg>
      <pc:sldChg chg="addSp modSp mod">
        <pc:chgData name="Saurav Sanyal" userId="d0fe4051-e01c-43a6-8238-cd2fd015270f" providerId="ADAL" clId="{57C7B890-5237-4180-8C88-04B2F6C72F79}" dt="2026-08-31T06:21:37.831" v="790" actId="20577"/>
        <pc:sldMkLst>
          <pc:docMk/>
          <pc:sldMk cId="4010857553" sldId="2147482467"/>
        </pc:sldMkLst>
        <pc:spChg chg="mod">
          <ac:chgData name="Saurav Sanyal" userId="d0fe4051-e01c-43a6-8238-cd2fd015270f" providerId="ADAL" clId="{57C7B890-5237-4180-8C88-04B2F6C72F79}" dt="2026-08-25T08:30:54.584" v="118" actId="20577"/>
          <ac:spMkLst>
            <pc:docMk/>
            <pc:sldMk cId="4010857553" sldId="2147482467"/>
            <ac:spMk id="2" creationId="{FC8B6457-9E27-7F5A-0312-7A382DF9628C}"/>
          </ac:spMkLst>
        </pc:spChg>
        <pc:spChg chg="mod">
          <ac:chgData name="Saurav Sanyal" userId="d0fe4051-e01c-43a6-8238-cd2fd015270f" providerId="ADAL" clId="{57C7B890-5237-4180-8C88-04B2F6C72F79}" dt="2026-08-31T06:21:37.831" v="790" actId="20577"/>
          <ac:spMkLst>
            <pc:docMk/>
            <pc:sldMk cId="4010857553" sldId="2147482467"/>
            <ac:spMk id="5" creationId="{D7E600C4-AEFB-2B05-0C58-7F16DFCBD6C6}"/>
          </ac:spMkLst>
        </pc:spChg>
        <pc:picChg chg="add mod">
          <ac:chgData name="Saurav Sanyal" userId="d0fe4051-e01c-43a6-8238-cd2fd015270f" providerId="ADAL" clId="{57C7B890-5237-4180-8C88-04B2F6C72F79}" dt="2026-08-31T06:15:09.526" v="725" actId="14100"/>
          <ac:picMkLst>
            <pc:docMk/>
            <pc:sldMk cId="4010857553" sldId="2147482467"/>
            <ac:picMk id="4" creationId="{CDFF2504-E86E-987A-A0DA-622F9C6A9700}"/>
          </ac:picMkLst>
        </pc:picChg>
      </pc:sldChg>
      <pc:sldChg chg="delSp modSp mod">
        <pc:chgData name="Saurav Sanyal" userId="d0fe4051-e01c-43a6-8238-cd2fd015270f" providerId="ADAL" clId="{57C7B890-5237-4180-8C88-04B2F6C72F79}" dt="2026-08-31T06:10:28.118" v="559" actId="14100"/>
        <pc:sldMkLst>
          <pc:docMk/>
          <pc:sldMk cId="2354309637" sldId="2147482468"/>
        </pc:sldMkLst>
        <pc:spChg chg="mod">
          <ac:chgData name="Saurav Sanyal" userId="d0fe4051-e01c-43a6-8238-cd2fd015270f" providerId="ADAL" clId="{57C7B890-5237-4180-8C88-04B2F6C72F79}" dt="2026-08-31T06:10:28.118" v="559" actId="14100"/>
          <ac:spMkLst>
            <pc:docMk/>
            <pc:sldMk cId="2354309637" sldId="2147482468"/>
            <ac:spMk id="5" creationId="{EAA95671-2044-BFE3-68CB-51A2C5B3D602}"/>
          </ac:spMkLst>
        </pc:spChg>
        <pc:spChg chg="mod">
          <ac:chgData name="Saurav Sanyal" userId="d0fe4051-e01c-43a6-8238-cd2fd015270f" providerId="ADAL" clId="{57C7B890-5237-4180-8C88-04B2F6C72F79}" dt="2026-08-31T06:10:16.092" v="557" actId="14100"/>
          <ac:spMkLst>
            <pc:docMk/>
            <pc:sldMk cId="2354309637" sldId="2147482468"/>
            <ac:spMk id="7" creationId="{5ACA661C-D1CA-8B5A-274E-86922209FF7A}"/>
          </ac:spMkLst>
        </pc:spChg>
        <pc:spChg chg="del">
          <ac:chgData name="Saurav Sanyal" userId="d0fe4051-e01c-43a6-8238-cd2fd015270f" providerId="ADAL" clId="{57C7B890-5237-4180-8C88-04B2F6C72F79}" dt="2026-08-31T06:10:11.518" v="556" actId="478"/>
          <ac:spMkLst>
            <pc:docMk/>
            <pc:sldMk cId="2354309637" sldId="2147482468"/>
            <ac:spMk id="11" creationId="{66304C47-0B2C-13AF-BD98-601E6A62CB9C}"/>
          </ac:spMkLst>
        </pc:spChg>
      </pc:sldChg>
      <pc:sldChg chg="addSp modSp mod">
        <pc:chgData name="Saurav Sanyal" userId="d0fe4051-e01c-43a6-8238-cd2fd015270f" providerId="ADAL" clId="{57C7B890-5237-4180-8C88-04B2F6C72F79}" dt="2026-08-31T06:08:27.722" v="555" actId="14100"/>
        <pc:sldMkLst>
          <pc:docMk/>
          <pc:sldMk cId="34750402" sldId="2147482469"/>
        </pc:sldMkLst>
        <pc:spChg chg="mod">
          <ac:chgData name="Saurav Sanyal" userId="d0fe4051-e01c-43a6-8238-cd2fd015270f" providerId="ADAL" clId="{57C7B890-5237-4180-8C88-04B2F6C72F79}" dt="2026-08-31T06:08:27.722" v="555" actId="14100"/>
          <ac:spMkLst>
            <pc:docMk/>
            <pc:sldMk cId="34750402" sldId="2147482469"/>
            <ac:spMk id="2" creationId="{C63549EF-7EF1-0ED6-376A-02DB8B973FAE}"/>
          </ac:spMkLst>
        </pc:spChg>
        <pc:spChg chg="add mod">
          <ac:chgData name="Saurav Sanyal" userId="d0fe4051-e01c-43a6-8238-cd2fd015270f" providerId="ADAL" clId="{57C7B890-5237-4180-8C88-04B2F6C72F79}" dt="2026-08-31T06:08:22.767" v="554" actId="14100"/>
          <ac:spMkLst>
            <pc:docMk/>
            <pc:sldMk cId="34750402" sldId="2147482469"/>
            <ac:spMk id="3" creationId="{35E867D0-0843-ABB0-CD3C-E16E8CF69336}"/>
          </ac:spMkLst>
        </pc:spChg>
        <pc:spChg chg="add mod">
          <ac:chgData name="Saurav Sanyal" userId="d0fe4051-e01c-43a6-8238-cd2fd015270f" providerId="ADAL" clId="{57C7B890-5237-4180-8C88-04B2F6C72F79}" dt="2026-08-31T06:07:40.823" v="549"/>
          <ac:spMkLst>
            <pc:docMk/>
            <pc:sldMk cId="34750402" sldId="2147482469"/>
            <ac:spMk id="4" creationId="{E748F0C0-E217-9DE1-1349-974006C6F8B2}"/>
          </ac:spMkLst>
        </pc:spChg>
        <pc:spChg chg="mod">
          <ac:chgData name="Saurav Sanyal" userId="d0fe4051-e01c-43a6-8238-cd2fd015270f" providerId="ADAL" clId="{57C7B890-5237-4180-8C88-04B2F6C72F79}" dt="2026-08-31T06:07:23.782" v="545" actId="14100"/>
          <ac:spMkLst>
            <pc:docMk/>
            <pc:sldMk cId="34750402" sldId="2147482469"/>
            <ac:spMk id="5" creationId="{A28486C4-B818-7D88-66B8-84FD87217E5A}"/>
          </ac:spMkLst>
        </pc:spChg>
        <pc:spChg chg="add mod">
          <ac:chgData name="Saurav Sanyal" userId="d0fe4051-e01c-43a6-8238-cd2fd015270f" providerId="ADAL" clId="{57C7B890-5237-4180-8C88-04B2F6C72F79}" dt="2026-08-31T06:07:53.707" v="552" actId="14100"/>
          <ac:spMkLst>
            <pc:docMk/>
            <pc:sldMk cId="34750402" sldId="2147482469"/>
            <ac:spMk id="6" creationId="{D6504281-1398-B837-3F80-9DB5A0FDBBCD}"/>
          </ac:spMkLst>
        </pc:spChg>
      </pc:sldChg>
      <pc:sldChg chg="modSp add mod ord">
        <pc:chgData name="Saurav Sanyal" userId="d0fe4051-e01c-43a6-8238-cd2fd015270f" providerId="ADAL" clId="{57C7B890-5237-4180-8C88-04B2F6C72F79}" dt="2026-08-25T08:30:00.235" v="91" actId="20577"/>
        <pc:sldMkLst>
          <pc:docMk/>
          <pc:sldMk cId="3833091115" sldId="2147482470"/>
        </pc:sldMkLst>
        <pc:spChg chg="mod">
          <ac:chgData name="Saurav Sanyal" userId="d0fe4051-e01c-43a6-8238-cd2fd015270f" providerId="ADAL" clId="{57C7B890-5237-4180-8C88-04B2F6C72F79}" dt="2026-08-25T08:30:00.235" v="91" actId="20577"/>
          <ac:spMkLst>
            <pc:docMk/>
            <pc:sldMk cId="3833091115" sldId="2147482470"/>
            <ac:spMk id="5" creationId="{63AF8805-360A-573B-7570-775FB6BC7115}"/>
          </ac:spMkLst>
        </pc:spChg>
      </pc:sldChg>
      <pc:sldChg chg="modSp add mod ord">
        <pc:chgData name="Saurav Sanyal" userId="d0fe4051-e01c-43a6-8238-cd2fd015270f" providerId="ADAL" clId="{57C7B890-5237-4180-8C88-04B2F6C72F79}" dt="2026-08-25T08:30:39.151" v="100" actId="20577"/>
        <pc:sldMkLst>
          <pc:docMk/>
          <pc:sldMk cId="75867926" sldId="2147482471"/>
        </pc:sldMkLst>
        <pc:spChg chg="mod">
          <ac:chgData name="Saurav Sanyal" userId="d0fe4051-e01c-43a6-8238-cd2fd015270f" providerId="ADAL" clId="{57C7B890-5237-4180-8C88-04B2F6C72F79}" dt="2026-08-25T08:30:39.151" v="100" actId="20577"/>
          <ac:spMkLst>
            <pc:docMk/>
            <pc:sldMk cId="75867926" sldId="2147482471"/>
            <ac:spMk id="5" creationId="{84DE7249-7A4C-B059-DD6D-5EC23C36AF52}"/>
          </ac:spMkLst>
        </pc:spChg>
      </pc:sldChg>
      <pc:sldChg chg="modSp add del mod">
        <pc:chgData name="Saurav Sanyal" userId="d0fe4051-e01c-43a6-8238-cd2fd015270f" providerId="ADAL" clId="{57C7B890-5237-4180-8C88-04B2F6C72F79}" dt="2026-08-31T08:14:50.190" v="860" actId="47"/>
        <pc:sldMkLst>
          <pc:docMk/>
          <pc:sldMk cId="2752274088" sldId="2147482472"/>
        </pc:sldMkLst>
      </pc:sldChg>
      <pc:sldChg chg="add">
        <pc:chgData name="Saurav Sanyal" userId="d0fe4051-e01c-43a6-8238-cd2fd015270f" providerId="ADAL" clId="{57C7B890-5237-4180-8C88-04B2F6C72F79}" dt="2026-08-25T08:33:13.527" v="144"/>
        <pc:sldMkLst>
          <pc:docMk/>
          <pc:sldMk cId="2129256700" sldId="2147482475"/>
        </pc:sldMkLst>
      </pc:sldChg>
      <pc:sldChg chg="modSp add mod">
        <pc:chgData name="Saurav Sanyal" userId="d0fe4051-e01c-43a6-8238-cd2fd015270f" providerId="ADAL" clId="{57C7B890-5237-4180-8C88-04B2F6C72F79}" dt="2026-08-25T15:03:03.962" v="340" actId="20577"/>
        <pc:sldMkLst>
          <pc:docMk/>
          <pc:sldMk cId="4059461467" sldId="2147482476"/>
        </pc:sldMkLst>
        <pc:spChg chg="mod">
          <ac:chgData name="Saurav Sanyal" userId="d0fe4051-e01c-43a6-8238-cd2fd015270f" providerId="ADAL" clId="{57C7B890-5237-4180-8C88-04B2F6C72F79}" dt="2026-08-25T15:03:03.962" v="340" actId="20577"/>
          <ac:spMkLst>
            <pc:docMk/>
            <pc:sldMk cId="4059461467" sldId="2147482476"/>
            <ac:spMk id="5" creationId="{0BEB899C-9DF2-C32F-904D-13DD76DF6EA9}"/>
          </ac:spMkLst>
        </pc:spChg>
      </pc:sldChg>
      <pc:sldChg chg="addSp delSp modSp add mod ord modNotesTx">
        <pc:chgData name="Saurav Sanyal" userId="d0fe4051-e01c-43a6-8238-cd2fd015270f" providerId="ADAL" clId="{57C7B890-5237-4180-8C88-04B2F6C72F79}" dt="2026-08-31T08:14:37.570" v="859" actId="113"/>
        <pc:sldMkLst>
          <pc:docMk/>
          <pc:sldMk cId="3042829302" sldId="2147482477"/>
        </pc:sldMkLst>
        <pc:spChg chg="mod">
          <ac:chgData name="Saurav Sanyal" userId="d0fe4051-e01c-43a6-8238-cd2fd015270f" providerId="ADAL" clId="{57C7B890-5237-4180-8C88-04B2F6C72F79}" dt="2026-08-31T08:13:39.142" v="830" actId="20577"/>
          <ac:spMkLst>
            <pc:docMk/>
            <pc:sldMk cId="3042829302" sldId="2147482477"/>
            <ac:spMk id="2" creationId="{D38C259E-DC26-9D1E-1175-88B4BE383267}"/>
          </ac:spMkLst>
        </pc:spChg>
        <pc:spChg chg="mod">
          <ac:chgData name="Saurav Sanyal" userId="d0fe4051-e01c-43a6-8238-cd2fd015270f" providerId="ADAL" clId="{57C7B890-5237-4180-8C88-04B2F6C72F79}" dt="2026-08-31T08:14:37.570" v="859" actId="113"/>
          <ac:spMkLst>
            <pc:docMk/>
            <pc:sldMk cId="3042829302" sldId="2147482477"/>
            <ac:spMk id="5" creationId="{806B97D6-7E62-7FB2-A154-81949FF01360}"/>
          </ac:spMkLst>
        </pc:spChg>
        <pc:picChg chg="add mod">
          <ac:chgData name="Saurav Sanyal" userId="d0fe4051-e01c-43a6-8238-cd2fd015270f" providerId="ADAL" clId="{57C7B890-5237-4180-8C88-04B2F6C72F79}" dt="2026-08-31T08:13:52.256" v="834" actId="1076"/>
          <ac:picMkLst>
            <pc:docMk/>
            <pc:sldMk cId="3042829302" sldId="2147482477"/>
            <ac:picMk id="3" creationId="{81A2DFB9-76A8-95E3-76EE-888741C3C8D1}"/>
          </ac:picMkLst>
        </pc:picChg>
        <pc:picChg chg="add mod">
          <ac:chgData name="Saurav Sanyal" userId="d0fe4051-e01c-43a6-8238-cd2fd015270f" providerId="ADAL" clId="{57C7B890-5237-4180-8C88-04B2F6C72F79}" dt="2026-08-31T08:14:34.340" v="857"/>
          <ac:picMkLst>
            <pc:docMk/>
            <pc:sldMk cId="3042829302" sldId="2147482477"/>
            <ac:picMk id="4" creationId="{2A82CBEE-3A71-DF99-76A7-AF31288DA255}"/>
          </ac:picMkLst>
        </pc:picChg>
        <pc:picChg chg="add del mod">
          <ac:chgData name="Saurav Sanyal" userId="d0fe4051-e01c-43a6-8238-cd2fd015270f" providerId="ADAL" clId="{57C7B890-5237-4180-8C88-04B2F6C72F79}" dt="2026-08-31T08:13:40.155" v="831" actId="478"/>
          <ac:picMkLst>
            <pc:docMk/>
            <pc:sldMk cId="3042829302" sldId="2147482477"/>
            <ac:picMk id="11" creationId="{7DDE0CBF-D25C-F054-B6FF-11456BAAAF1E}"/>
          </ac:picMkLst>
        </pc:picChg>
      </pc:sldChg>
      <pc:sldChg chg="modSp add mod">
        <pc:chgData name="Saurav Sanyal" userId="d0fe4051-e01c-43a6-8238-cd2fd015270f" providerId="ADAL" clId="{57C7B890-5237-4180-8C88-04B2F6C72F79}" dt="2026-08-31T08:29:41.743" v="967" actId="6549"/>
        <pc:sldMkLst>
          <pc:docMk/>
          <pc:sldMk cId="87708195" sldId="2147482479"/>
        </pc:sldMkLst>
        <pc:spChg chg="mod">
          <ac:chgData name="Saurav Sanyal" userId="d0fe4051-e01c-43a6-8238-cd2fd015270f" providerId="ADAL" clId="{57C7B890-5237-4180-8C88-04B2F6C72F79}" dt="2026-08-31T08:29:41.743" v="967" actId="6549"/>
          <ac:spMkLst>
            <pc:docMk/>
            <pc:sldMk cId="87708195" sldId="2147482479"/>
            <ac:spMk id="5" creationId="{9B29775F-B1C1-310A-6C29-E6D39F9C34AA}"/>
          </ac:spMkLst>
        </pc:spChg>
      </pc:sldChg>
      <pc:sldChg chg="modSp add mod ord">
        <pc:chgData name="Saurav Sanyal" userId="d0fe4051-e01c-43a6-8238-cd2fd015270f" providerId="ADAL" clId="{57C7B890-5237-4180-8C88-04B2F6C72F79}" dt="2026-08-25T15:06:52.841" v="423" actId="20577"/>
        <pc:sldMkLst>
          <pc:docMk/>
          <pc:sldMk cId="3971603683" sldId="2147482480"/>
        </pc:sldMkLst>
        <pc:spChg chg="mod">
          <ac:chgData name="Saurav Sanyal" userId="d0fe4051-e01c-43a6-8238-cd2fd015270f" providerId="ADAL" clId="{57C7B890-5237-4180-8C88-04B2F6C72F79}" dt="2026-08-25T15:05:39.565" v="372" actId="20577"/>
          <ac:spMkLst>
            <pc:docMk/>
            <pc:sldMk cId="3971603683" sldId="2147482480"/>
            <ac:spMk id="2" creationId="{093CB0F0-9781-CBE2-9015-9E17214BFE97}"/>
          </ac:spMkLst>
        </pc:spChg>
        <pc:spChg chg="mod">
          <ac:chgData name="Saurav Sanyal" userId="d0fe4051-e01c-43a6-8238-cd2fd015270f" providerId="ADAL" clId="{57C7B890-5237-4180-8C88-04B2F6C72F79}" dt="2026-08-25T15:06:52.841" v="423" actId="20577"/>
          <ac:spMkLst>
            <pc:docMk/>
            <pc:sldMk cId="3971603683" sldId="2147482480"/>
            <ac:spMk id="5" creationId="{0B8C2983-11E2-7FFE-F7CD-923AC49AD7D3}"/>
          </ac:spMkLst>
        </pc:spChg>
      </pc:sldChg>
      <pc:sldChg chg="modSp mod">
        <pc:chgData name="Saurav Sanyal" userId="d0fe4051-e01c-43a6-8238-cd2fd015270f" providerId="ADAL" clId="{57C7B890-5237-4180-8C88-04B2F6C72F79}" dt="2026-08-31T06:04:50.340" v="539" actId="20577"/>
        <pc:sldMkLst>
          <pc:docMk/>
          <pc:sldMk cId="1751357840" sldId="2147482483"/>
        </pc:sldMkLst>
        <pc:spChg chg="mod">
          <ac:chgData name="Saurav Sanyal" userId="d0fe4051-e01c-43a6-8238-cd2fd015270f" providerId="ADAL" clId="{57C7B890-5237-4180-8C88-04B2F6C72F79}" dt="2026-08-31T06:04:50.340" v="539" actId="20577"/>
          <ac:spMkLst>
            <pc:docMk/>
            <pc:sldMk cId="1751357840" sldId="2147482483"/>
            <ac:spMk id="6" creationId="{8FDD8E10-7A0F-1A49-156C-238F8614264A}"/>
          </ac:spMkLst>
        </pc:spChg>
      </pc:sldChg>
      <pc:sldChg chg="modSp mod ord">
        <pc:chgData name="Saurav Sanyal" userId="d0fe4051-e01c-43a6-8238-cd2fd015270f" providerId="ADAL" clId="{57C7B890-5237-4180-8C88-04B2F6C72F79}" dt="2026-08-31T06:02:14.966" v="517"/>
        <pc:sldMkLst>
          <pc:docMk/>
          <pc:sldMk cId="1791270874" sldId="2147482485"/>
        </pc:sldMkLst>
        <pc:spChg chg="mod">
          <ac:chgData name="Saurav Sanyal" userId="d0fe4051-e01c-43a6-8238-cd2fd015270f" providerId="ADAL" clId="{57C7B890-5237-4180-8C88-04B2F6C72F79}" dt="2026-08-31T06:01:38.714" v="515" actId="14100"/>
          <ac:spMkLst>
            <pc:docMk/>
            <pc:sldMk cId="1791270874" sldId="2147482485"/>
            <ac:spMk id="8" creationId="{8BFEA10C-35EB-D040-6C32-4AA0608E6957}"/>
          </ac:spMkLst>
        </pc:spChg>
      </pc:sldChg>
      <pc:sldChg chg="modSp mod">
        <pc:chgData name="Saurav Sanyal" userId="d0fe4051-e01c-43a6-8238-cd2fd015270f" providerId="ADAL" clId="{57C7B890-5237-4180-8C88-04B2F6C72F79}" dt="2026-08-31T08:12:08.698" v="821" actId="113"/>
        <pc:sldMkLst>
          <pc:docMk/>
          <pc:sldMk cId="2580082331" sldId="2147482487"/>
        </pc:sldMkLst>
        <pc:spChg chg="mod">
          <ac:chgData name="Saurav Sanyal" userId="d0fe4051-e01c-43a6-8238-cd2fd015270f" providerId="ADAL" clId="{57C7B890-5237-4180-8C88-04B2F6C72F79}" dt="2026-08-31T08:12:08.698" v="821" actId="113"/>
          <ac:spMkLst>
            <pc:docMk/>
            <pc:sldMk cId="2580082331" sldId="2147482487"/>
            <ac:spMk id="10" creationId="{EFF92D67-3C8B-CEAE-C859-10213EC01C3C}"/>
          </ac:spMkLst>
        </pc:spChg>
      </pc:sldChg>
      <pc:sldChg chg="del">
        <pc:chgData name="Saurav Sanyal" userId="d0fe4051-e01c-43a6-8238-cd2fd015270f" providerId="ADAL" clId="{57C7B890-5237-4180-8C88-04B2F6C72F79}" dt="2026-08-31T08:13:59.130" v="836" actId="47"/>
        <pc:sldMkLst>
          <pc:docMk/>
          <pc:sldMk cId="2305040282" sldId="2147482490"/>
        </pc:sldMkLst>
      </pc:sldChg>
    </pc:docChg>
  </pc:docChgLst>
  <pc:docChgLst>
    <pc:chgData name="Syed Suhail" userId="12bba016-9bfa-4f5a-ab44-a77b1bd62693" providerId="ADAL" clId="{9573C590-97F1-4BA0-BDB7-833E45D955B7}"/>
    <pc:docChg chg="undo custSel addSld delSld modSld sldOrd addSection modSection">
      <pc:chgData name="Syed Suhail" userId="12bba016-9bfa-4f5a-ab44-a77b1bd62693" providerId="ADAL" clId="{9573C590-97F1-4BA0-BDB7-833E45D955B7}" dt="2026-08-31T08:43:42.420" v="1267" actId="20577"/>
      <pc:docMkLst>
        <pc:docMk/>
      </pc:docMkLst>
      <pc:sldChg chg="addSp delSp modSp mod chgLayout">
        <pc:chgData name="Syed Suhail" userId="12bba016-9bfa-4f5a-ab44-a77b1bd62693" providerId="ADAL" clId="{9573C590-97F1-4BA0-BDB7-833E45D955B7}" dt="2026-08-31T08:25:39.907" v="1240" actId="700"/>
        <pc:sldMkLst>
          <pc:docMk/>
          <pc:sldMk cId="2364582226" sldId="256"/>
        </pc:sldMkLst>
        <pc:spChg chg="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2" creationId="{88D4EE1D-FB04-DECE-9F42-22DA4C231E58}"/>
          </ac:spMkLst>
        </pc:spChg>
        <pc:spChg chg="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3" creationId="{4E5732AD-EA4E-B14E-A59E-A855D13EFB80}"/>
          </ac:spMkLst>
        </pc:spChg>
        <pc:spChg chg="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4" creationId="{7E5B59C3-93FB-E327-2C2C-0475F43A942C}"/>
          </ac:spMkLst>
        </pc:spChg>
        <pc:spChg chg="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6" creationId="{BDB7EA5D-DE3C-BBDC-370A-88A37FC67AA8}"/>
          </ac:spMkLst>
        </pc:spChg>
        <pc:spChg chg="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7" creationId="{55F301D8-45DB-343E-948E-DAB1B8D16B2E}"/>
          </ac:spMkLst>
        </pc:spChg>
        <pc:spChg chg="add del 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8" creationId="{B693670D-F2AC-11F1-A251-2D3BA487AB41}"/>
          </ac:spMkLst>
        </pc:spChg>
        <pc:spChg chg="add del 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9" creationId="{5163632C-4EEB-678D-C6E2-19B73CEFABF6}"/>
          </ac:spMkLst>
        </pc:spChg>
        <pc:spChg chg="mod ord">
          <ac:chgData name="Syed Suhail" userId="12bba016-9bfa-4f5a-ab44-a77b1bd62693" providerId="ADAL" clId="{9573C590-97F1-4BA0-BDB7-833E45D955B7}" dt="2026-08-31T08:25:39.907" v="1240" actId="700"/>
          <ac:spMkLst>
            <pc:docMk/>
            <pc:sldMk cId="2364582226" sldId="256"/>
            <ac:spMk id="12" creationId="{A7EE3063-0308-2DD5-3C3B-A38FCA32D705}"/>
          </ac:spMkLst>
        </pc:spChg>
      </pc:sldChg>
      <pc:sldChg chg="modSp mod">
        <pc:chgData name="Syed Suhail" userId="12bba016-9bfa-4f5a-ab44-a77b1bd62693" providerId="ADAL" clId="{9573C590-97F1-4BA0-BDB7-833E45D955B7}" dt="2026-08-31T06:36:13.708" v="1055" actId="6549"/>
        <pc:sldMkLst>
          <pc:docMk/>
          <pc:sldMk cId="816619599" sldId="2147481670"/>
        </pc:sldMkLst>
        <pc:spChg chg="mod">
          <ac:chgData name="Syed Suhail" userId="12bba016-9bfa-4f5a-ab44-a77b1bd62693" providerId="ADAL" clId="{9573C590-97F1-4BA0-BDB7-833E45D955B7}" dt="2026-08-31T06:36:13.708" v="1055" actId="6549"/>
          <ac:spMkLst>
            <pc:docMk/>
            <pc:sldMk cId="816619599" sldId="2147481670"/>
            <ac:spMk id="3" creationId="{C3C1672A-2460-B997-8747-7A5291990677}"/>
          </ac:spMkLst>
        </pc:spChg>
        <pc:spChg chg="mod">
          <ac:chgData name="Syed Suhail" userId="12bba016-9bfa-4f5a-ab44-a77b1bd62693" providerId="ADAL" clId="{9573C590-97F1-4BA0-BDB7-833E45D955B7}" dt="2026-08-31T06:36:12.856" v="1053" actId="6549"/>
          <ac:spMkLst>
            <pc:docMk/>
            <pc:sldMk cId="816619599" sldId="2147481670"/>
            <ac:spMk id="4" creationId="{5D7BCA4B-B7CB-1537-B38C-3C922585DBC3}"/>
          </ac:spMkLst>
        </pc:spChg>
      </pc:sldChg>
      <pc:sldChg chg="modSp mod">
        <pc:chgData name="Syed Suhail" userId="12bba016-9bfa-4f5a-ab44-a77b1bd62693" providerId="ADAL" clId="{9573C590-97F1-4BA0-BDB7-833E45D955B7}" dt="2026-08-30T10:44:53.956" v="488" actId="20577"/>
        <pc:sldMkLst>
          <pc:docMk/>
          <pc:sldMk cId="1431263440" sldId="2147482450"/>
        </pc:sldMkLst>
        <pc:spChg chg="mod">
          <ac:chgData name="Syed Suhail" userId="12bba016-9bfa-4f5a-ab44-a77b1bd62693" providerId="ADAL" clId="{9573C590-97F1-4BA0-BDB7-833E45D955B7}" dt="2026-08-29T17:23:56.247" v="257" actId="20577"/>
          <ac:spMkLst>
            <pc:docMk/>
            <pc:sldMk cId="1431263440" sldId="2147482450"/>
            <ac:spMk id="20" creationId="{DA983D4A-0796-BCD6-677A-D0D2998B8F68}"/>
          </ac:spMkLst>
        </pc:spChg>
        <pc:spChg chg="mod">
          <ac:chgData name="Syed Suhail" userId="12bba016-9bfa-4f5a-ab44-a77b1bd62693" providerId="ADAL" clId="{9573C590-97F1-4BA0-BDB7-833E45D955B7}" dt="2026-08-30T10:44:53.956" v="488" actId="20577"/>
          <ac:spMkLst>
            <pc:docMk/>
            <pc:sldMk cId="1431263440" sldId="2147482450"/>
            <ac:spMk id="26" creationId="{A985DDEF-4876-D93D-EC26-0B5773DEC419}"/>
          </ac:spMkLst>
        </pc:spChg>
        <pc:grpChg chg="mod">
          <ac:chgData name="Syed Suhail" userId="12bba016-9bfa-4f5a-ab44-a77b1bd62693" providerId="ADAL" clId="{9573C590-97F1-4BA0-BDB7-833E45D955B7}" dt="2026-08-29T17:23:54.035" v="256" actId="1076"/>
          <ac:grpSpMkLst>
            <pc:docMk/>
            <pc:sldMk cId="1431263440" sldId="2147482450"/>
            <ac:grpSpMk id="17" creationId="{BED76512-1865-F147-5847-E14B9359FF5F}"/>
          </ac:grpSpMkLst>
        </pc:grpChg>
      </pc:sldChg>
      <pc:sldChg chg="addSp delSp modSp mod modClrScheme chgLayout">
        <pc:chgData name="Syed Suhail" userId="12bba016-9bfa-4f5a-ab44-a77b1bd62693" providerId="ADAL" clId="{9573C590-97F1-4BA0-BDB7-833E45D955B7}" dt="2026-08-31T08:43:42.420" v="1267" actId="20577"/>
        <pc:sldMkLst>
          <pc:docMk/>
          <pc:sldMk cId="3370405505" sldId="2147482451"/>
        </pc:sldMkLst>
        <pc:spChg chg="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2" creationId="{D004E56B-AC78-75A0-19F6-CD8D364C492B}"/>
          </ac:spMkLst>
        </pc:spChg>
        <pc:spChg chg="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3" creationId="{5922BC18-A371-C031-0AD3-7699BDD52707}"/>
          </ac:spMkLst>
        </pc:spChg>
        <pc:spChg chg="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4" creationId="{F17EE3AB-F54F-C75E-4099-A57D611CA3C1}"/>
          </ac:spMkLst>
        </pc:spChg>
        <pc:spChg chg="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5" creationId="{BDE5C19D-9118-18B0-C95D-E87DE6FBB120}"/>
          </ac:spMkLst>
        </pc:spChg>
        <pc:spChg chg="add mod ord">
          <ac:chgData name="Syed Suhail" userId="12bba016-9bfa-4f5a-ab44-a77b1bd62693" providerId="ADAL" clId="{9573C590-97F1-4BA0-BDB7-833E45D955B7}" dt="2026-08-31T08:43:42.420" v="1267" actId="20577"/>
          <ac:spMkLst>
            <pc:docMk/>
            <pc:sldMk cId="3370405505" sldId="2147482451"/>
            <ac:spMk id="6" creationId="{5F608F23-4E50-CEF4-E602-A3C7A653BACA}"/>
          </ac:spMkLst>
        </pc:spChg>
        <pc:spChg chg="add 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7" creationId="{3FD9304C-F040-9808-D53D-D786F0823607}"/>
          </ac:spMkLst>
        </pc:spChg>
        <pc:spChg chg="add del mod ord">
          <ac:chgData name="Syed Suhail" userId="12bba016-9bfa-4f5a-ab44-a77b1bd62693" providerId="ADAL" clId="{9573C590-97F1-4BA0-BDB7-833E45D955B7}" dt="2026-08-31T08:25:47.802" v="1241" actId="700"/>
          <ac:spMkLst>
            <pc:docMk/>
            <pc:sldMk cId="3370405505" sldId="2147482451"/>
            <ac:spMk id="8" creationId="{4649456A-9D12-E92C-04B7-CF7F798EB2BE}"/>
          </ac:spMkLst>
        </pc:spChg>
        <pc:spChg chg="add del mod ord">
          <ac:chgData name="Syed Suhail" userId="12bba016-9bfa-4f5a-ab44-a77b1bd62693" providerId="ADAL" clId="{9573C590-97F1-4BA0-BDB7-833E45D955B7}" dt="2026-08-31T08:25:47.802" v="1241" actId="700"/>
          <ac:spMkLst>
            <pc:docMk/>
            <pc:sldMk cId="3370405505" sldId="2147482451"/>
            <ac:spMk id="9" creationId="{0B98EC7E-1D1B-6989-CDC1-674B842CBCF0}"/>
          </ac:spMkLst>
        </pc:spChg>
        <pc:spChg chg="add del 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10" creationId="{DB16CA2D-1BD1-7322-F09C-31B711B68C6B}"/>
          </ac:spMkLst>
        </pc:spChg>
        <pc:spChg chg="add del 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11" creationId="{B591F54F-28B8-58BD-5224-0CC4BEDC9535}"/>
          </ac:spMkLst>
        </pc:spChg>
        <pc:spChg chg="add 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12" creationId="{1F22855D-02B5-D76E-F068-4BD7E3212CB3}"/>
          </ac:spMkLst>
        </pc:spChg>
        <pc:spChg chg="add mod ord">
          <ac:chgData name="Syed Suhail" userId="12bba016-9bfa-4f5a-ab44-a77b1bd62693" providerId="ADAL" clId="{9573C590-97F1-4BA0-BDB7-833E45D955B7}" dt="2026-08-31T08:29:31.403" v="1244" actId="700"/>
          <ac:spMkLst>
            <pc:docMk/>
            <pc:sldMk cId="3370405505" sldId="2147482451"/>
            <ac:spMk id="13" creationId="{C11FB1BC-F45E-F5BB-0233-A1F4CC41B466}"/>
          </ac:spMkLst>
        </pc:spChg>
      </pc:sldChg>
      <pc:sldChg chg="modSp mod">
        <pc:chgData name="Syed Suhail" userId="12bba016-9bfa-4f5a-ab44-a77b1bd62693" providerId="ADAL" clId="{9573C590-97F1-4BA0-BDB7-833E45D955B7}" dt="2026-08-31T06:45:50.296" v="1066" actId="20577"/>
        <pc:sldMkLst>
          <pc:docMk/>
          <pc:sldMk cId="3573369850" sldId="2147482463"/>
        </pc:sldMkLst>
        <pc:spChg chg="mod">
          <ac:chgData name="Syed Suhail" userId="12bba016-9bfa-4f5a-ab44-a77b1bd62693" providerId="ADAL" clId="{9573C590-97F1-4BA0-BDB7-833E45D955B7}" dt="2026-08-31T06:45:50.296" v="1066" actId="20577"/>
          <ac:spMkLst>
            <pc:docMk/>
            <pc:sldMk cId="3573369850" sldId="2147482463"/>
            <ac:spMk id="2" creationId="{46AD90F4-38FC-CB9A-8463-7B5864CD6CCC}"/>
          </ac:spMkLst>
        </pc:spChg>
        <pc:grpChg chg="mod">
          <ac:chgData name="Syed Suhail" userId="12bba016-9bfa-4f5a-ab44-a77b1bd62693" providerId="ADAL" clId="{9573C590-97F1-4BA0-BDB7-833E45D955B7}" dt="2026-08-30T13:38:05.467" v="860" actId="1076"/>
          <ac:grpSpMkLst>
            <pc:docMk/>
            <pc:sldMk cId="3573369850" sldId="2147482463"/>
            <ac:grpSpMk id="11" creationId="{8481C65B-D9CA-E727-D568-41783334C10D}"/>
          </ac:grpSpMkLst>
        </pc:grpChg>
      </pc:sldChg>
      <pc:sldChg chg="delSp mod">
        <pc:chgData name="Syed Suhail" userId="12bba016-9bfa-4f5a-ab44-a77b1bd62693" providerId="ADAL" clId="{9573C590-97F1-4BA0-BDB7-833E45D955B7}" dt="2026-08-30T13:53:39.667" v="889" actId="478"/>
        <pc:sldMkLst>
          <pc:docMk/>
          <pc:sldMk cId="3801309067" sldId="2147482465"/>
        </pc:sldMkLst>
      </pc:sldChg>
      <pc:sldChg chg="delSp mod">
        <pc:chgData name="Syed Suhail" userId="12bba016-9bfa-4f5a-ab44-a77b1bd62693" providerId="ADAL" clId="{9573C590-97F1-4BA0-BDB7-833E45D955B7}" dt="2026-08-30T13:53:36.765" v="888" actId="478"/>
        <pc:sldMkLst>
          <pc:docMk/>
          <pc:sldMk cId="3051955326" sldId="2147482466"/>
        </pc:sldMkLst>
      </pc:sldChg>
      <pc:sldChg chg="delSp mod">
        <pc:chgData name="Syed Suhail" userId="12bba016-9bfa-4f5a-ab44-a77b1bd62693" providerId="ADAL" clId="{9573C590-97F1-4BA0-BDB7-833E45D955B7}" dt="2026-08-30T13:53:33.303" v="887" actId="478"/>
        <pc:sldMkLst>
          <pc:docMk/>
          <pc:sldMk cId="4010857553" sldId="2147482467"/>
        </pc:sldMkLst>
      </pc:sldChg>
      <pc:sldChg chg="addSp delSp modSp mod modClrScheme chgLayout">
        <pc:chgData name="Syed Suhail" userId="12bba016-9bfa-4f5a-ab44-a77b1bd62693" providerId="ADAL" clId="{9573C590-97F1-4BA0-BDB7-833E45D955B7}" dt="2026-08-30T13:53:13.177" v="886" actId="14100"/>
        <pc:sldMkLst>
          <pc:docMk/>
          <pc:sldMk cId="2354309637" sldId="2147482468"/>
        </pc:sldMkLst>
        <pc:spChg chg="mod ord">
          <ac:chgData name="Syed Suhail" userId="12bba016-9bfa-4f5a-ab44-a77b1bd62693" providerId="ADAL" clId="{9573C590-97F1-4BA0-BDB7-833E45D955B7}" dt="2026-08-30T13:52:56.595" v="882" actId="700"/>
          <ac:spMkLst>
            <pc:docMk/>
            <pc:sldMk cId="2354309637" sldId="2147482468"/>
            <ac:spMk id="2" creationId="{EF571722-F84F-E476-B9FE-509DB2EF80BB}"/>
          </ac:spMkLst>
        </pc:spChg>
        <pc:spChg chg="mod ord">
          <ac:chgData name="Syed Suhail" userId="12bba016-9bfa-4f5a-ab44-a77b1bd62693" providerId="ADAL" clId="{9573C590-97F1-4BA0-BDB7-833E45D955B7}" dt="2026-08-30T13:52:56.595" v="882" actId="700"/>
          <ac:spMkLst>
            <pc:docMk/>
            <pc:sldMk cId="2354309637" sldId="2147482468"/>
            <ac:spMk id="5" creationId="{EAA95671-2044-BFE3-68CB-51A2C5B3D602}"/>
          </ac:spMkLst>
        </pc:spChg>
        <pc:spChg chg="add mod ord">
          <ac:chgData name="Syed Suhail" userId="12bba016-9bfa-4f5a-ab44-a77b1bd62693" providerId="ADAL" clId="{9573C590-97F1-4BA0-BDB7-833E45D955B7}" dt="2026-08-30T13:52:56.595" v="882" actId="700"/>
          <ac:spMkLst>
            <pc:docMk/>
            <pc:sldMk cId="2354309637" sldId="2147482468"/>
            <ac:spMk id="7" creationId="{5ACA661C-D1CA-8B5A-274E-86922209FF7A}"/>
          </ac:spMkLst>
        </pc:spChg>
        <pc:spChg chg="mod ord">
          <ac:chgData name="Syed Suhail" userId="12bba016-9bfa-4f5a-ab44-a77b1bd62693" providerId="ADAL" clId="{9573C590-97F1-4BA0-BDB7-833E45D955B7}" dt="2026-08-30T13:52:56.595" v="882" actId="700"/>
          <ac:spMkLst>
            <pc:docMk/>
            <pc:sldMk cId="2354309637" sldId="2147482468"/>
            <ac:spMk id="8" creationId="{A2457895-D0FA-AC4A-195F-AF261814C2E2}"/>
          </ac:spMkLst>
        </pc:spChg>
        <pc:spChg chg="mod ord">
          <ac:chgData name="Syed Suhail" userId="12bba016-9bfa-4f5a-ab44-a77b1bd62693" providerId="ADAL" clId="{9573C590-97F1-4BA0-BDB7-833E45D955B7}" dt="2026-08-30T13:52:56.595" v="882" actId="700"/>
          <ac:spMkLst>
            <pc:docMk/>
            <pc:sldMk cId="2354309637" sldId="2147482468"/>
            <ac:spMk id="9" creationId="{A146A2EA-35E3-BC46-D57F-B14D6886A174}"/>
          </ac:spMkLst>
        </pc:spChg>
        <pc:picChg chg="add mod ord">
          <ac:chgData name="Syed Suhail" userId="12bba016-9bfa-4f5a-ab44-a77b1bd62693" providerId="ADAL" clId="{9573C590-97F1-4BA0-BDB7-833E45D955B7}" dt="2026-08-30T13:53:13.177" v="886" actId="14100"/>
          <ac:picMkLst>
            <pc:docMk/>
            <pc:sldMk cId="2354309637" sldId="2147482468"/>
            <ac:picMk id="13" creationId="{DED3EA54-B170-E6A1-7DA1-BCBB320C8D77}"/>
          </ac:picMkLst>
        </pc:picChg>
      </pc:sldChg>
      <pc:sldChg chg="modSp mod">
        <pc:chgData name="Syed Suhail" userId="12bba016-9bfa-4f5a-ab44-a77b1bd62693" providerId="ADAL" clId="{9573C590-97F1-4BA0-BDB7-833E45D955B7}" dt="2026-08-30T13:50:49.385" v="878" actId="20577"/>
        <pc:sldMkLst>
          <pc:docMk/>
          <pc:sldMk cId="34750402" sldId="2147482469"/>
        </pc:sldMkLst>
        <pc:spChg chg="mod">
          <ac:chgData name="Syed Suhail" userId="12bba016-9bfa-4f5a-ab44-a77b1bd62693" providerId="ADAL" clId="{9573C590-97F1-4BA0-BDB7-833E45D955B7}" dt="2026-08-30T13:50:49.385" v="878" actId="20577"/>
          <ac:spMkLst>
            <pc:docMk/>
            <pc:sldMk cId="34750402" sldId="2147482469"/>
            <ac:spMk id="5" creationId="{A28486C4-B818-7D88-66B8-84FD87217E5A}"/>
          </ac:spMkLst>
        </pc:spChg>
      </pc:sldChg>
      <pc:sldChg chg="delSp mod">
        <pc:chgData name="Syed Suhail" userId="12bba016-9bfa-4f5a-ab44-a77b1bd62693" providerId="ADAL" clId="{9573C590-97F1-4BA0-BDB7-833E45D955B7}" dt="2026-08-31T07:07:17.164" v="1190" actId="478"/>
        <pc:sldMkLst>
          <pc:docMk/>
          <pc:sldMk cId="2129256700" sldId="2147482475"/>
        </pc:sldMkLst>
        <pc:picChg chg="del">
          <ac:chgData name="Syed Suhail" userId="12bba016-9bfa-4f5a-ab44-a77b1bd62693" providerId="ADAL" clId="{9573C590-97F1-4BA0-BDB7-833E45D955B7}" dt="2026-08-31T07:07:17.164" v="1190" actId="478"/>
          <ac:picMkLst>
            <pc:docMk/>
            <pc:sldMk cId="2129256700" sldId="2147482475"/>
            <ac:picMk id="16" creationId="{1D50690C-A0C3-21D0-8B81-75A99C12669C}"/>
          </ac:picMkLst>
        </pc:picChg>
      </pc:sldChg>
      <pc:sldChg chg="delSp mod">
        <pc:chgData name="Syed Suhail" userId="12bba016-9bfa-4f5a-ab44-a77b1bd62693" providerId="ADAL" clId="{9573C590-97F1-4BA0-BDB7-833E45D955B7}" dt="2026-08-31T08:01:43.011" v="1205" actId="478"/>
        <pc:sldMkLst>
          <pc:docMk/>
          <pc:sldMk cId="3971603683" sldId="2147482480"/>
        </pc:sldMkLst>
        <pc:picChg chg="del">
          <ac:chgData name="Syed Suhail" userId="12bba016-9bfa-4f5a-ab44-a77b1bd62693" providerId="ADAL" clId="{9573C590-97F1-4BA0-BDB7-833E45D955B7}" dt="2026-08-31T08:01:43.011" v="1205" actId="478"/>
          <ac:picMkLst>
            <pc:docMk/>
            <pc:sldMk cId="3971603683" sldId="2147482480"/>
            <ac:picMk id="16" creationId="{4589B34B-CBA2-FD89-F52E-A9AA65F519E9}"/>
          </ac:picMkLst>
        </pc:picChg>
      </pc:sldChg>
      <pc:sldChg chg="addSp delSp modSp new mod modClrScheme chgLayout">
        <pc:chgData name="Syed Suhail" userId="12bba016-9bfa-4f5a-ab44-a77b1bd62693" providerId="ADAL" clId="{9573C590-97F1-4BA0-BDB7-833E45D955B7}" dt="2026-08-30T10:27:01.870" v="278" actId="700"/>
        <pc:sldMkLst>
          <pc:docMk/>
          <pc:sldMk cId="2698950024" sldId="2147482481"/>
        </pc:sldMkLst>
        <pc:spChg chg="mod ord">
          <ac:chgData name="Syed Suhail" userId="12bba016-9bfa-4f5a-ab44-a77b1bd62693" providerId="ADAL" clId="{9573C590-97F1-4BA0-BDB7-833E45D955B7}" dt="2026-08-30T10:27:01.870" v="278" actId="700"/>
          <ac:spMkLst>
            <pc:docMk/>
            <pc:sldMk cId="2698950024" sldId="2147482481"/>
            <ac:spMk id="2" creationId="{3D14C6F8-3E9E-F957-A13C-5323754F8306}"/>
          </ac:spMkLst>
        </pc:spChg>
        <pc:spChg chg="mod ord modVis">
          <ac:chgData name="Syed Suhail" userId="12bba016-9bfa-4f5a-ab44-a77b1bd62693" providerId="ADAL" clId="{9573C590-97F1-4BA0-BDB7-833E45D955B7}" dt="2026-08-30T10:27:01.870" v="278" actId="700"/>
          <ac:spMkLst>
            <pc:docMk/>
            <pc:sldMk cId="2698950024" sldId="2147482481"/>
            <ac:spMk id="8" creationId="{5050F8D5-5F88-1E24-1DE8-4D548BC33840}"/>
          </ac:spMkLst>
        </pc:spChg>
        <pc:spChg chg="mod ord">
          <ac:chgData name="Syed Suhail" userId="12bba016-9bfa-4f5a-ab44-a77b1bd62693" providerId="ADAL" clId="{9573C590-97F1-4BA0-BDB7-833E45D955B7}" dt="2026-08-30T10:27:01.870" v="278" actId="700"/>
          <ac:spMkLst>
            <pc:docMk/>
            <pc:sldMk cId="2698950024" sldId="2147482481"/>
            <ac:spMk id="9" creationId="{666B0CAB-71A1-78E3-F46A-25544C40DA95}"/>
          </ac:spMkLst>
        </pc:spChg>
        <pc:picChg chg="add mod ord">
          <ac:chgData name="Syed Suhail" userId="12bba016-9bfa-4f5a-ab44-a77b1bd62693" providerId="ADAL" clId="{9573C590-97F1-4BA0-BDB7-833E45D955B7}" dt="2026-08-30T10:27:01.870" v="278" actId="700"/>
          <ac:picMkLst>
            <pc:docMk/>
            <pc:sldMk cId="2698950024" sldId="2147482481"/>
            <ac:picMk id="15" creationId="{9C491BC3-0989-43E5-6DC1-F0FF96E642B8}"/>
          </ac:picMkLst>
        </pc:picChg>
      </pc:sldChg>
      <pc:sldChg chg="addSp delSp modSp new mod modClrScheme chgLayout">
        <pc:chgData name="Syed Suhail" userId="12bba016-9bfa-4f5a-ab44-a77b1bd62693" providerId="ADAL" clId="{9573C590-97F1-4BA0-BDB7-833E45D955B7}" dt="2026-08-30T10:59:42.763" v="562" actId="26606"/>
        <pc:sldMkLst>
          <pc:docMk/>
          <pc:sldMk cId="1751357840" sldId="2147482483"/>
        </pc:sldMkLst>
        <pc:spChg chg="mod ord">
          <ac:chgData name="Syed Suhail" userId="12bba016-9bfa-4f5a-ab44-a77b1bd62693" providerId="ADAL" clId="{9573C590-97F1-4BA0-BDB7-833E45D955B7}" dt="2026-08-30T10:59:42.763" v="562" actId="26606"/>
          <ac:spMkLst>
            <pc:docMk/>
            <pc:sldMk cId="1751357840" sldId="2147482483"/>
            <ac:spMk id="2" creationId="{F0C92630-13BA-B79D-66E3-7848550CA86F}"/>
          </ac:spMkLst>
        </pc:spChg>
        <pc:spChg chg="mod ord">
          <ac:chgData name="Syed Suhail" userId="12bba016-9bfa-4f5a-ab44-a77b1bd62693" providerId="ADAL" clId="{9573C590-97F1-4BA0-BDB7-833E45D955B7}" dt="2026-08-30T10:59:42.763" v="562" actId="26606"/>
          <ac:spMkLst>
            <pc:docMk/>
            <pc:sldMk cId="1751357840" sldId="2147482483"/>
            <ac:spMk id="4" creationId="{9EB1572B-FA5A-D947-E47F-8F1CAB87CBDA}"/>
          </ac:spMkLst>
        </pc:spChg>
        <pc:spChg chg="add mod ord">
          <ac:chgData name="Syed Suhail" userId="12bba016-9bfa-4f5a-ab44-a77b1bd62693" providerId="ADAL" clId="{9573C590-97F1-4BA0-BDB7-833E45D955B7}" dt="2026-08-30T10:59:42.763" v="562" actId="26606"/>
          <ac:spMkLst>
            <pc:docMk/>
            <pc:sldMk cId="1751357840" sldId="2147482483"/>
            <ac:spMk id="6" creationId="{8FDD8E10-7A0F-1A49-156C-238F8614264A}"/>
          </ac:spMkLst>
        </pc:spChg>
        <pc:spChg chg="add">
          <ac:chgData name="Syed Suhail" userId="12bba016-9bfa-4f5a-ab44-a77b1bd62693" providerId="ADAL" clId="{9573C590-97F1-4BA0-BDB7-833E45D955B7}" dt="2026-08-30T10:59:42.763" v="562" actId="26606"/>
          <ac:spMkLst>
            <pc:docMk/>
            <pc:sldMk cId="1751357840" sldId="2147482483"/>
            <ac:spMk id="15" creationId="{761D32E6-084F-6E84-0BF4-D96E1F91A3FD}"/>
          </ac:spMkLst>
        </pc:spChg>
        <pc:spChg chg="add">
          <ac:chgData name="Syed Suhail" userId="12bba016-9bfa-4f5a-ab44-a77b1bd62693" providerId="ADAL" clId="{9573C590-97F1-4BA0-BDB7-833E45D955B7}" dt="2026-08-30T10:59:42.763" v="562" actId="26606"/>
          <ac:spMkLst>
            <pc:docMk/>
            <pc:sldMk cId="1751357840" sldId="2147482483"/>
            <ac:spMk id="17" creationId="{B024F831-EF05-2F63-5836-E396E2A1D25D}"/>
          </ac:spMkLst>
        </pc:spChg>
        <pc:graphicFrameChg chg="add">
          <ac:chgData name="Syed Suhail" userId="12bba016-9bfa-4f5a-ab44-a77b1bd62693" providerId="ADAL" clId="{9573C590-97F1-4BA0-BDB7-833E45D955B7}" dt="2026-08-30T10:59:42.763" v="562" actId="26606"/>
          <ac:graphicFrameMkLst>
            <pc:docMk/>
            <pc:sldMk cId="1751357840" sldId="2147482483"/>
            <ac:graphicFrameMk id="11" creationId="{459C26A3-BFBB-427D-C374-1846A13A3775}"/>
          </ac:graphicFrameMkLst>
        </pc:graphicFrameChg>
      </pc:sldChg>
      <pc:sldChg chg="addSp delSp modSp new mod">
        <pc:chgData name="Syed Suhail" userId="12bba016-9bfa-4f5a-ab44-a77b1bd62693" providerId="ADAL" clId="{9573C590-97F1-4BA0-BDB7-833E45D955B7}" dt="2026-08-30T11:00:17.414" v="564" actId="26606"/>
        <pc:sldMkLst>
          <pc:docMk/>
          <pc:sldMk cId="2348823057" sldId="2147482484"/>
        </pc:sldMkLst>
        <pc:spChg chg="mod">
          <ac:chgData name="Syed Suhail" userId="12bba016-9bfa-4f5a-ab44-a77b1bd62693" providerId="ADAL" clId="{9573C590-97F1-4BA0-BDB7-833E45D955B7}" dt="2026-08-30T11:00:17.414" v="564" actId="26606"/>
          <ac:spMkLst>
            <pc:docMk/>
            <pc:sldMk cId="2348823057" sldId="2147482484"/>
            <ac:spMk id="2" creationId="{296036AB-61C2-ED4F-C802-F142FF16C47A}"/>
          </ac:spMkLst>
        </pc:spChg>
        <pc:spChg chg="add del mod">
          <ac:chgData name="Syed Suhail" userId="12bba016-9bfa-4f5a-ab44-a77b1bd62693" providerId="ADAL" clId="{9573C590-97F1-4BA0-BDB7-833E45D955B7}" dt="2026-08-30T11:00:17.414" v="564" actId="26606"/>
          <ac:spMkLst>
            <pc:docMk/>
            <pc:sldMk cId="2348823057" sldId="2147482484"/>
            <ac:spMk id="3" creationId="{3B9903E6-46E7-ACEE-D901-453EC4A1362E}"/>
          </ac:spMkLst>
        </pc:spChg>
        <pc:spChg chg="add del mod">
          <ac:chgData name="Syed Suhail" userId="12bba016-9bfa-4f5a-ab44-a77b1bd62693" providerId="ADAL" clId="{9573C590-97F1-4BA0-BDB7-833E45D955B7}" dt="2026-08-30T11:00:17.414" v="564" actId="26606"/>
          <ac:spMkLst>
            <pc:docMk/>
            <pc:sldMk cId="2348823057" sldId="2147482484"/>
            <ac:spMk id="4" creationId="{30529C9F-C5FA-6663-9354-CE718113054B}"/>
          </ac:spMkLst>
        </pc:spChg>
        <pc:spChg chg="add del mod">
          <ac:chgData name="Syed Suhail" userId="12bba016-9bfa-4f5a-ab44-a77b1bd62693" providerId="ADAL" clId="{9573C590-97F1-4BA0-BDB7-833E45D955B7}" dt="2026-08-30T11:00:17.414" v="564" actId="26606"/>
          <ac:spMkLst>
            <pc:docMk/>
            <pc:sldMk cId="2348823057" sldId="2147482484"/>
            <ac:spMk id="5" creationId="{D09C7DE8-5CFA-5CBD-5865-79C504C40814}"/>
          </ac:spMkLst>
        </pc:spChg>
        <pc:spChg chg="mod">
          <ac:chgData name="Syed Suhail" userId="12bba016-9bfa-4f5a-ab44-a77b1bd62693" providerId="ADAL" clId="{9573C590-97F1-4BA0-BDB7-833E45D955B7}" dt="2026-08-30T11:00:17.414" v="564" actId="26606"/>
          <ac:spMkLst>
            <pc:docMk/>
            <pc:sldMk cId="2348823057" sldId="2147482484"/>
            <ac:spMk id="6" creationId="{F1E98C77-6E41-0B1B-49B7-0ACA2BC8C574}"/>
          </ac:spMkLst>
        </pc:spChg>
        <pc:spChg chg="mod">
          <ac:chgData name="Syed Suhail" userId="12bba016-9bfa-4f5a-ab44-a77b1bd62693" providerId="ADAL" clId="{9573C590-97F1-4BA0-BDB7-833E45D955B7}" dt="2026-08-30T11:00:17.414" v="564" actId="26606"/>
          <ac:spMkLst>
            <pc:docMk/>
            <pc:sldMk cId="2348823057" sldId="2147482484"/>
            <ac:spMk id="7" creationId="{A01365BF-A35C-7A3E-3106-544B87418C11}"/>
          </ac:spMkLst>
        </pc:spChg>
      </pc:sldChg>
      <pc:sldChg chg="addSp delSp modSp mod modClrScheme chgLayout">
        <pc:chgData name="Syed Suhail" userId="12bba016-9bfa-4f5a-ab44-a77b1bd62693" providerId="ADAL" clId="{9573C590-97F1-4BA0-BDB7-833E45D955B7}" dt="2026-08-30T10:59:22.755" v="561" actId="1076"/>
        <pc:sldMkLst>
          <pc:docMk/>
          <pc:sldMk cId="1791270874" sldId="2147482485"/>
        </pc:sldMkLst>
        <pc:spChg chg="mod ord">
          <ac:chgData name="Syed Suhail" userId="12bba016-9bfa-4f5a-ab44-a77b1bd62693" providerId="ADAL" clId="{9573C590-97F1-4BA0-BDB7-833E45D955B7}" dt="2026-08-30T10:58:27.410" v="554" actId="26606"/>
          <ac:spMkLst>
            <pc:docMk/>
            <pc:sldMk cId="1791270874" sldId="2147482485"/>
            <ac:spMk id="6" creationId="{7886AFCF-16B3-0679-8DCC-BDCDBE3D56E2}"/>
          </ac:spMkLst>
        </pc:spChg>
        <pc:spChg chg="mod ord">
          <ac:chgData name="Syed Suhail" userId="12bba016-9bfa-4f5a-ab44-a77b1bd62693" providerId="ADAL" clId="{9573C590-97F1-4BA0-BDB7-833E45D955B7}" dt="2026-08-30T10:51:29.053" v="518" actId="26606"/>
          <ac:spMkLst>
            <pc:docMk/>
            <pc:sldMk cId="1791270874" sldId="2147482485"/>
            <ac:spMk id="7" creationId="{AA24950C-1A65-4CF7-2E7A-B47814D80468}"/>
          </ac:spMkLst>
        </pc:spChg>
        <pc:spChg chg="add mod ord">
          <ac:chgData name="Syed Suhail" userId="12bba016-9bfa-4f5a-ab44-a77b1bd62693" providerId="ADAL" clId="{9573C590-97F1-4BA0-BDB7-833E45D955B7}" dt="2026-08-30T10:58:27.410" v="554" actId="26606"/>
          <ac:spMkLst>
            <pc:docMk/>
            <pc:sldMk cId="1791270874" sldId="2147482485"/>
            <ac:spMk id="8" creationId="{8BFEA10C-35EB-D040-6C32-4AA0608E6957}"/>
          </ac:spMkLst>
        </pc:spChg>
        <pc:spChg chg="add mod">
          <ac:chgData name="Syed Suhail" userId="12bba016-9bfa-4f5a-ab44-a77b1bd62693" providerId="ADAL" clId="{9573C590-97F1-4BA0-BDB7-833E45D955B7}" dt="2026-08-30T10:58:27.410" v="554" actId="26606"/>
          <ac:spMkLst>
            <pc:docMk/>
            <pc:sldMk cId="1791270874" sldId="2147482485"/>
            <ac:spMk id="17" creationId="{D8FDAD78-4FBA-A15E-E747-25624C58C27C}"/>
          </ac:spMkLst>
        </pc:spChg>
        <pc:spChg chg="add">
          <ac:chgData name="Syed Suhail" userId="12bba016-9bfa-4f5a-ab44-a77b1bd62693" providerId="ADAL" clId="{9573C590-97F1-4BA0-BDB7-833E45D955B7}" dt="2026-08-30T10:58:53.475" v="558" actId="26606"/>
          <ac:spMkLst>
            <pc:docMk/>
            <pc:sldMk cId="1791270874" sldId="2147482485"/>
            <ac:spMk id="33" creationId="{ACD4AE44-74E2-792E-75B0-0C2E37BD8EED}"/>
          </ac:spMkLst>
        </pc:spChg>
        <pc:spChg chg="add mod">
          <ac:chgData name="Syed Suhail" userId="12bba016-9bfa-4f5a-ab44-a77b1bd62693" providerId="ADAL" clId="{9573C590-97F1-4BA0-BDB7-833E45D955B7}" dt="2026-08-30T10:59:22.755" v="561" actId="1076"/>
          <ac:spMkLst>
            <pc:docMk/>
            <pc:sldMk cId="1791270874" sldId="2147482485"/>
            <ac:spMk id="35" creationId="{141F07EA-60C4-BB2F-F636-432EF6A160E2}"/>
          </ac:spMkLst>
        </pc:spChg>
        <pc:picChg chg="add mod ord">
          <ac:chgData name="Syed Suhail" userId="12bba016-9bfa-4f5a-ab44-a77b1bd62693" providerId="ADAL" clId="{9573C590-97F1-4BA0-BDB7-833E45D955B7}" dt="2026-08-30T10:59:19.082" v="560" actId="1076"/>
          <ac:picMkLst>
            <pc:docMk/>
            <pc:sldMk cId="1791270874" sldId="2147482485"/>
            <ac:picMk id="12" creationId="{427C02A4-745E-5DFB-9D3A-A1F175F52B49}"/>
          </ac:picMkLst>
        </pc:picChg>
      </pc:sldChg>
      <pc:sldChg chg="addSp delSp modSp new mod modClrScheme chgLayout">
        <pc:chgData name="Syed Suhail" userId="12bba016-9bfa-4f5a-ab44-a77b1bd62693" providerId="ADAL" clId="{9573C590-97F1-4BA0-BDB7-833E45D955B7}" dt="2026-08-30T13:35:13.304" v="858" actId="20577"/>
        <pc:sldMkLst>
          <pc:docMk/>
          <pc:sldMk cId="3098981890" sldId="2147482486"/>
        </pc:sldMkLst>
        <pc:spChg chg="mod ord">
          <ac:chgData name="Syed Suhail" userId="12bba016-9bfa-4f5a-ab44-a77b1bd62693" providerId="ADAL" clId="{9573C590-97F1-4BA0-BDB7-833E45D955B7}" dt="2026-08-30T13:31:54.398" v="838" actId="26606"/>
          <ac:spMkLst>
            <pc:docMk/>
            <pc:sldMk cId="3098981890" sldId="2147482486"/>
            <ac:spMk id="2" creationId="{4321EE41-992A-CBCE-528D-128A1759D6E2}"/>
          </ac:spMkLst>
        </pc:spChg>
        <pc:spChg chg="mod ord">
          <ac:chgData name="Syed Suhail" userId="12bba016-9bfa-4f5a-ab44-a77b1bd62693" providerId="ADAL" clId="{9573C590-97F1-4BA0-BDB7-833E45D955B7}" dt="2026-08-30T13:31:54.398" v="838" actId="26606"/>
          <ac:spMkLst>
            <pc:docMk/>
            <pc:sldMk cId="3098981890" sldId="2147482486"/>
            <ac:spMk id="8" creationId="{2664D7A1-F1E3-8B5F-11C5-2BDBA76B4433}"/>
          </ac:spMkLst>
        </pc:spChg>
        <pc:spChg chg="mod ord">
          <ac:chgData name="Syed Suhail" userId="12bba016-9bfa-4f5a-ab44-a77b1bd62693" providerId="ADAL" clId="{9573C590-97F1-4BA0-BDB7-833E45D955B7}" dt="2026-08-30T13:31:54.398" v="838" actId="26606"/>
          <ac:spMkLst>
            <pc:docMk/>
            <pc:sldMk cId="3098981890" sldId="2147482486"/>
            <ac:spMk id="9" creationId="{A9C2E325-667C-D144-4AFE-739046EBF6AB}"/>
          </ac:spMkLst>
        </pc:spChg>
        <pc:spChg chg="add mod ord">
          <ac:chgData name="Syed Suhail" userId="12bba016-9bfa-4f5a-ab44-a77b1bd62693" providerId="ADAL" clId="{9573C590-97F1-4BA0-BDB7-833E45D955B7}" dt="2026-08-30T13:35:13.304" v="858" actId="20577"/>
          <ac:spMkLst>
            <pc:docMk/>
            <pc:sldMk cId="3098981890" sldId="2147482486"/>
            <ac:spMk id="13" creationId="{306DDD08-81DD-00F5-912F-D5050A3E4960}"/>
          </ac:spMkLst>
        </pc:spChg>
        <pc:spChg chg="add del mod">
          <ac:chgData name="Syed Suhail" userId="12bba016-9bfa-4f5a-ab44-a77b1bd62693" providerId="ADAL" clId="{9573C590-97F1-4BA0-BDB7-833E45D955B7}" dt="2026-08-30T13:34:23.917" v="844" actId="22"/>
          <ac:spMkLst>
            <pc:docMk/>
            <pc:sldMk cId="3098981890" sldId="2147482486"/>
            <ac:spMk id="19" creationId="{7E2A5FE7-52C4-0B4D-778C-2B8F5800134C}"/>
          </ac:spMkLst>
        </pc:spChg>
        <pc:spChg chg="add mod">
          <ac:chgData name="Syed Suhail" userId="12bba016-9bfa-4f5a-ab44-a77b1bd62693" providerId="ADAL" clId="{9573C590-97F1-4BA0-BDB7-833E45D955B7}" dt="2026-08-30T13:31:54.398" v="838" actId="26606"/>
          <ac:spMkLst>
            <pc:docMk/>
            <pc:sldMk cId="3098981890" sldId="2147482486"/>
            <ac:spMk id="21" creationId="{3FCB211D-8D8B-72AF-E6BB-464BCB7D6377}"/>
          </ac:spMkLst>
        </pc:spChg>
        <pc:spChg chg="add mod">
          <ac:chgData name="Syed Suhail" userId="12bba016-9bfa-4f5a-ab44-a77b1bd62693" providerId="ADAL" clId="{9573C590-97F1-4BA0-BDB7-833E45D955B7}" dt="2026-08-30T13:31:54.398" v="838" actId="26606"/>
          <ac:spMkLst>
            <pc:docMk/>
            <pc:sldMk cId="3098981890" sldId="2147482486"/>
            <ac:spMk id="23" creationId="{6E069F8D-AFAA-F73E-92F5-0E3C18836944}"/>
          </ac:spMkLst>
        </pc:spChg>
      </pc:sldChg>
      <pc:sldChg chg="addSp delSp modSp new mod modClrScheme chgLayout">
        <pc:chgData name="Syed Suhail" userId="12bba016-9bfa-4f5a-ab44-a77b1bd62693" providerId="ADAL" clId="{9573C590-97F1-4BA0-BDB7-833E45D955B7}" dt="2026-08-30T14:03:57.394" v="1039" actId="20577"/>
        <pc:sldMkLst>
          <pc:docMk/>
          <pc:sldMk cId="2580082331" sldId="2147482487"/>
        </pc:sldMkLst>
        <pc:spChg chg="mod ord">
          <ac:chgData name="Syed Suhail" userId="12bba016-9bfa-4f5a-ab44-a77b1bd62693" providerId="ADAL" clId="{9573C590-97F1-4BA0-BDB7-833E45D955B7}" dt="2026-08-30T13:59:52.631" v="943" actId="700"/>
          <ac:spMkLst>
            <pc:docMk/>
            <pc:sldMk cId="2580082331" sldId="2147482487"/>
            <ac:spMk id="2" creationId="{F7F76BA6-138B-83DB-3B06-643C7FEB4F64}"/>
          </ac:spMkLst>
        </pc:spChg>
        <pc:spChg chg="mod ord">
          <ac:chgData name="Syed Suhail" userId="12bba016-9bfa-4f5a-ab44-a77b1bd62693" providerId="ADAL" clId="{9573C590-97F1-4BA0-BDB7-833E45D955B7}" dt="2026-08-30T13:59:52.631" v="943" actId="700"/>
          <ac:spMkLst>
            <pc:docMk/>
            <pc:sldMk cId="2580082331" sldId="2147482487"/>
            <ac:spMk id="7" creationId="{1F704191-B81A-FDEE-B700-A707FA37A464}"/>
          </ac:spMkLst>
        </pc:spChg>
        <pc:spChg chg="mod ord">
          <ac:chgData name="Syed Suhail" userId="12bba016-9bfa-4f5a-ab44-a77b1bd62693" providerId="ADAL" clId="{9573C590-97F1-4BA0-BDB7-833E45D955B7}" dt="2026-08-30T13:59:52.631" v="943" actId="700"/>
          <ac:spMkLst>
            <pc:docMk/>
            <pc:sldMk cId="2580082331" sldId="2147482487"/>
            <ac:spMk id="8" creationId="{056A6FA0-CBC8-8916-8647-B418A930EB6C}"/>
          </ac:spMkLst>
        </pc:spChg>
        <pc:spChg chg="mod ord">
          <ac:chgData name="Syed Suhail" userId="12bba016-9bfa-4f5a-ab44-a77b1bd62693" providerId="ADAL" clId="{9573C590-97F1-4BA0-BDB7-833E45D955B7}" dt="2026-08-30T13:59:52.631" v="943" actId="700"/>
          <ac:spMkLst>
            <pc:docMk/>
            <pc:sldMk cId="2580082331" sldId="2147482487"/>
            <ac:spMk id="9" creationId="{3567C34B-AC60-F364-15BD-A59C3B384962}"/>
          </ac:spMkLst>
        </pc:spChg>
        <pc:spChg chg="add mod ord">
          <ac:chgData name="Syed Suhail" userId="12bba016-9bfa-4f5a-ab44-a77b1bd62693" providerId="ADAL" clId="{9573C590-97F1-4BA0-BDB7-833E45D955B7}" dt="2026-08-30T14:03:57.394" v="1039" actId="20577"/>
          <ac:spMkLst>
            <pc:docMk/>
            <pc:sldMk cId="2580082331" sldId="2147482487"/>
            <ac:spMk id="10" creationId="{EFF92D67-3C8B-CEAE-C859-10213EC01C3C}"/>
          </ac:spMkLst>
        </pc:spChg>
        <pc:spChg chg="add mod ord">
          <ac:chgData name="Syed Suhail" userId="12bba016-9bfa-4f5a-ab44-a77b1bd62693" providerId="ADAL" clId="{9573C590-97F1-4BA0-BDB7-833E45D955B7}" dt="2026-08-30T13:59:52.631" v="943" actId="700"/>
          <ac:spMkLst>
            <pc:docMk/>
            <pc:sldMk cId="2580082331" sldId="2147482487"/>
            <ac:spMk id="11" creationId="{07082E34-0983-8D8D-61C1-6EF58EA3594D}"/>
          </ac:spMkLst>
        </pc:spChg>
      </pc:sldChg>
      <pc:sldChg chg="addSp delSp modSp new mod modClrScheme chgLayout">
        <pc:chgData name="Syed Suhail" userId="12bba016-9bfa-4f5a-ab44-a77b1bd62693" providerId="ADAL" clId="{9573C590-97F1-4BA0-BDB7-833E45D955B7}" dt="2026-08-31T07:00:53.773" v="1185" actId="14100"/>
        <pc:sldMkLst>
          <pc:docMk/>
          <pc:sldMk cId="683185057" sldId="2147482488"/>
        </pc:sldMkLst>
        <pc:spChg chg="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2" creationId="{17A05D43-2F8C-269C-5059-63D619C349F0}"/>
          </ac:spMkLst>
        </pc:spChg>
        <pc:spChg chg="mod ord">
          <ac:chgData name="Syed Suhail" userId="12bba016-9bfa-4f5a-ab44-a77b1bd62693" providerId="ADAL" clId="{9573C590-97F1-4BA0-BDB7-833E45D955B7}" dt="2026-08-31T06:56:15.544" v="1125" actId="700"/>
          <ac:spMkLst>
            <pc:docMk/>
            <pc:sldMk cId="683185057" sldId="2147482488"/>
            <ac:spMk id="3" creationId="{E1C57320-1524-0ACE-66DC-4B6B50E69F7C}"/>
          </ac:spMkLst>
        </pc:spChg>
        <pc:spChg chg="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4" creationId="{6781FD25-DF6B-F1F2-E2A3-3C0F8F78D5FD}"/>
          </ac:spMkLst>
        </pc:spChg>
        <pc:spChg chg="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5" creationId="{7A76A02F-207E-0020-2C41-4A56094F4D60}"/>
          </ac:spMkLst>
        </pc:spChg>
        <pc:spChg chg="add mod ord">
          <ac:chgData name="Syed Suhail" userId="12bba016-9bfa-4f5a-ab44-a77b1bd62693" providerId="ADAL" clId="{9573C590-97F1-4BA0-BDB7-833E45D955B7}" dt="2026-08-31T07:00:43.993" v="1183" actId="14100"/>
          <ac:spMkLst>
            <pc:docMk/>
            <pc:sldMk cId="683185057" sldId="2147482488"/>
            <ac:spMk id="6" creationId="{B3C55974-1926-DF08-3D5F-6F6E0C3D2F11}"/>
          </ac:spMkLst>
        </pc:spChg>
        <pc:spChg chg="add del mod ord">
          <ac:chgData name="Syed Suhail" userId="12bba016-9bfa-4f5a-ab44-a77b1bd62693" providerId="ADAL" clId="{9573C590-97F1-4BA0-BDB7-833E45D955B7}" dt="2026-08-31T06:49:40.196" v="1105" actId="700"/>
          <ac:spMkLst>
            <pc:docMk/>
            <pc:sldMk cId="683185057" sldId="2147482488"/>
            <ac:spMk id="7" creationId="{CA551558-4D31-2EDD-5ECC-A989A26E350E}"/>
          </ac:spMkLst>
        </pc:spChg>
        <pc:spChg chg="add del mod ord">
          <ac:chgData name="Syed Suhail" userId="12bba016-9bfa-4f5a-ab44-a77b1bd62693" providerId="ADAL" clId="{9573C590-97F1-4BA0-BDB7-833E45D955B7}" dt="2026-08-31T06:49:40.196" v="1105" actId="700"/>
          <ac:spMkLst>
            <pc:docMk/>
            <pc:sldMk cId="683185057" sldId="2147482488"/>
            <ac:spMk id="8" creationId="{11225FEF-D0B3-BA59-5205-094DE857ECC3}"/>
          </ac:spMkLst>
        </pc:spChg>
        <pc:spChg chg="add del mod ord">
          <ac:chgData name="Syed Suhail" userId="12bba016-9bfa-4f5a-ab44-a77b1bd62693" providerId="ADAL" clId="{9573C590-97F1-4BA0-BDB7-833E45D955B7}" dt="2026-08-31T06:49:40.196" v="1105" actId="700"/>
          <ac:spMkLst>
            <pc:docMk/>
            <pc:sldMk cId="683185057" sldId="2147482488"/>
            <ac:spMk id="9" creationId="{8E1092CE-5BCE-FB29-1B85-539F11CA207C}"/>
          </ac:spMkLst>
        </pc:spChg>
        <pc:spChg chg="add del mod ord">
          <ac:chgData name="Syed Suhail" userId="12bba016-9bfa-4f5a-ab44-a77b1bd62693" providerId="ADAL" clId="{9573C590-97F1-4BA0-BDB7-833E45D955B7}" dt="2026-08-31T06:56:15.544" v="1125" actId="700"/>
          <ac:spMkLst>
            <pc:docMk/>
            <pc:sldMk cId="683185057" sldId="2147482488"/>
            <ac:spMk id="10" creationId="{326B1F13-B612-C2B9-DDC6-D604D5DF6F54}"/>
          </ac:spMkLst>
        </pc:spChg>
        <pc:spChg chg="add mod ord">
          <ac:chgData name="Syed Suhail" userId="12bba016-9bfa-4f5a-ab44-a77b1bd62693" providerId="ADAL" clId="{9573C590-97F1-4BA0-BDB7-833E45D955B7}" dt="2026-08-31T07:00:53.773" v="1185" actId="14100"/>
          <ac:spMkLst>
            <pc:docMk/>
            <pc:sldMk cId="683185057" sldId="2147482488"/>
            <ac:spMk id="11" creationId="{2A178752-09AB-4A71-3708-6444BF4F884B}"/>
          </ac:spMkLst>
        </pc:spChg>
        <pc:spChg chg="add del 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12" creationId="{E3FE80B9-6485-24BA-637B-414157526353}"/>
          </ac:spMkLst>
        </pc:spChg>
        <pc:spChg chg="add del 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13" creationId="{2AAA9218-0DE7-320F-6602-7A1AE5A1E10D}"/>
          </ac:spMkLst>
        </pc:spChg>
        <pc:spChg chg="add del 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14" creationId="{A9271B55-6B74-EE23-CB00-9241CA75A658}"/>
          </ac:spMkLst>
        </pc:spChg>
        <pc:spChg chg="add 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15" creationId="{0FEB7F8D-C905-497C-48CE-F9289C54242F}"/>
          </ac:spMkLst>
        </pc:spChg>
        <pc:spChg chg="add mod ord">
          <ac:chgData name="Syed Suhail" userId="12bba016-9bfa-4f5a-ab44-a77b1bd62693" providerId="ADAL" clId="{9573C590-97F1-4BA0-BDB7-833E45D955B7}" dt="2026-08-31T06:58:25.373" v="1170" actId="700"/>
          <ac:spMkLst>
            <pc:docMk/>
            <pc:sldMk cId="683185057" sldId="2147482488"/>
            <ac:spMk id="16" creationId="{300A17A6-CFF2-9801-C2ED-937C2FD446B2}"/>
          </ac:spMkLst>
        </pc:spChg>
      </pc:sldChg>
      <pc:sldChg chg="addSp modSp new mod">
        <pc:chgData name="Syed Suhail" userId="12bba016-9bfa-4f5a-ab44-a77b1bd62693" providerId="ADAL" clId="{9573C590-97F1-4BA0-BDB7-833E45D955B7}" dt="2026-08-31T07:03:08.264" v="1189" actId="1076"/>
        <pc:sldMkLst>
          <pc:docMk/>
          <pc:sldMk cId="4065040526" sldId="2147482489"/>
        </pc:sldMkLst>
        <pc:spChg chg="mod">
          <ac:chgData name="Syed Suhail" userId="12bba016-9bfa-4f5a-ab44-a77b1bd62693" providerId="ADAL" clId="{9573C590-97F1-4BA0-BDB7-833E45D955B7}" dt="2026-08-31T06:52:05.673" v="1110" actId="20577"/>
          <ac:spMkLst>
            <pc:docMk/>
            <pc:sldMk cId="4065040526" sldId="2147482489"/>
            <ac:spMk id="2" creationId="{B0BBE879-4758-8234-5D12-5F9A1A651EAD}"/>
          </ac:spMkLst>
        </pc:spChg>
        <pc:spChg chg="mod">
          <ac:chgData name="Syed Suhail" userId="12bba016-9bfa-4f5a-ab44-a77b1bd62693" providerId="ADAL" clId="{9573C590-97F1-4BA0-BDB7-833E45D955B7}" dt="2026-08-31T07:02:11.912" v="1186"/>
          <ac:spMkLst>
            <pc:docMk/>
            <pc:sldMk cId="4065040526" sldId="2147482489"/>
            <ac:spMk id="3" creationId="{CCDFE279-D287-8BEC-A02B-FFFCFD195491}"/>
          </ac:spMkLst>
        </pc:spChg>
        <pc:picChg chg="add mod">
          <ac:chgData name="Syed Suhail" userId="12bba016-9bfa-4f5a-ab44-a77b1bd62693" providerId="ADAL" clId="{9573C590-97F1-4BA0-BDB7-833E45D955B7}" dt="2026-08-31T07:03:08.264" v="1189" actId="1076"/>
          <ac:picMkLst>
            <pc:docMk/>
            <pc:sldMk cId="4065040526" sldId="2147482489"/>
            <ac:picMk id="9" creationId="{593D23A1-300A-92D9-9E5B-DE37A2FE53E3}"/>
          </ac:picMkLst>
        </pc:picChg>
      </pc:sldChg>
      <pc:sldChg chg="addSp delSp modSp new mod modClrScheme chgLayout">
        <pc:chgData name="Syed Suhail" userId="12bba016-9bfa-4f5a-ab44-a77b1bd62693" providerId="ADAL" clId="{9573C590-97F1-4BA0-BDB7-833E45D955B7}" dt="2026-08-31T08:00:54.595" v="1204" actId="14100"/>
        <pc:sldMkLst>
          <pc:docMk/>
          <pc:sldMk cId="2305040282" sldId="2147482490"/>
        </pc:sldMkLst>
        <pc:spChg chg="mod ord">
          <ac:chgData name="Syed Suhail" userId="12bba016-9bfa-4f5a-ab44-a77b1bd62693" providerId="ADAL" clId="{9573C590-97F1-4BA0-BDB7-833E45D955B7}" dt="2026-08-31T07:59:50.636" v="1193" actId="700"/>
          <ac:spMkLst>
            <pc:docMk/>
            <pc:sldMk cId="2305040282" sldId="2147482490"/>
            <ac:spMk id="2" creationId="{34444AF7-8C3C-3B7C-5C54-67025C3D2820}"/>
          </ac:spMkLst>
        </pc:spChg>
        <pc:spChg chg="del mod ord">
          <ac:chgData name="Syed Suhail" userId="12bba016-9bfa-4f5a-ab44-a77b1bd62693" providerId="ADAL" clId="{9573C590-97F1-4BA0-BDB7-833E45D955B7}" dt="2026-08-31T08:00:49.097" v="1203" actId="478"/>
          <ac:spMkLst>
            <pc:docMk/>
            <pc:sldMk cId="2305040282" sldId="2147482490"/>
            <ac:spMk id="3" creationId="{5D6973F3-B818-D769-0609-ECC2F4E61486}"/>
          </ac:spMkLst>
        </pc:spChg>
        <pc:spChg chg="mod ord">
          <ac:chgData name="Syed Suhail" userId="12bba016-9bfa-4f5a-ab44-a77b1bd62693" providerId="ADAL" clId="{9573C590-97F1-4BA0-BDB7-833E45D955B7}" dt="2026-08-31T07:59:50.636" v="1193" actId="700"/>
          <ac:spMkLst>
            <pc:docMk/>
            <pc:sldMk cId="2305040282" sldId="2147482490"/>
            <ac:spMk id="4" creationId="{1B34820A-1508-2F56-076D-A46D2E2962AE}"/>
          </ac:spMkLst>
        </pc:spChg>
        <pc:spChg chg="del mod ord">
          <ac:chgData name="Syed Suhail" userId="12bba016-9bfa-4f5a-ab44-a77b1bd62693" providerId="ADAL" clId="{9573C590-97F1-4BA0-BDB7-833E45D955B7}" dt="2026-08-31T07:58:05.773" v="1192" actId="700"/>
          <ac:spMkLst>
            <pc:docMk/>
            <pc:sldMk cId="2305040282" sldId="2147482490"/>
            <ac:spMk id="5" creationId="{CFF22204-6A6F-12C6-7A9F-3D58AB0CF74B}"/>
          </ac:spMkLst>
        </pc:spChg>
        <pc:spChg chg="add del mod ord">
          <ac:chgData name="Syed Suhail" userId="12bba016-9bfa-4f5a-ab44-a77b1bd62693" providerId="ADAL" clId="{9573C590-97F1-4BA0-BDB7-833E45D955B7}" dt="2026-08-31T07:59:50.636" v="1193" actId="700"/>
          <ac:spMkLst>
            <pc:docMk/>
            <pc:sldMk cId="2305040282" sldId="2147482490"/>
            <ac:spMk id="6" creationId="{985F6D42-B2CD-A62A-A880-6868FB4B22D7}"/>
          </ac:spMkLst>
        </pc:spChg>
        <pc:spChg chg="add del mod ord">
          <ac:chgData name="Syed Suhail" userId="12bba016-9bfa-4f5a-ab44-a77b1bd62693" providerId="ADAL" clId="{9573C590-97F1-4BA0-BDB7-833E45D955B7}" dt="2026-08-31T07:59:50.636" v="1193" actId="700"/>
          <ac:spMkLst>
            <pc:docMk/>
            <pc:sldMk cId="2305040282" sldId="2147482490"/>
            <ac:spMk id="7" creationId="{1FBDC0CB-18D1-1A79-269D-AB6E9E0C2E7D}"/>
          </ac:spMkLst>
        </pc:spChg>
        <pc:spChg chg="add del mod ord">
          <ac:chgData name="Syed Suhail" userId="12bba016-9bfa-4f5a-ab44-a77b1bd62693" providerId="ADAL" clId="{9573C590-97F1-4BA0-BDB7-833E45D955B7}" dt="2026-08-31T07:59:50.636" v="1193" actId="700"/>
          <ac:spMkLst>
            <pc:docMk/>
            <pc:sldMk cId="2305040282" sldId="2147482490"/>
            <ac:spMk id="8" creationId="{C7187206-6274-B00E-30FD-BD05BDB6E769}"/>
          </ac:spMkLst>
        </pc:spChg>
        <pc:spChg chg="add del mod ord">
          <ac:chgData name="Syed Suhail" userId="12bba016-9bfa-4f5a-ab44-a77b1bd62693" providerId="ADAL" clId="{9573C590-97F1-4BA0-BDB7-833E45D955B7}" dt="2026-08-31T07:59:50.636" v="1193" actId="700"/>
          <ac:spMkLst>
            <pc:docMk/>
            <pc:sldMk cId="2305040282" sldId="2147482490"/>
            <ac:spMk id="9" creationId="{52BA4EA3-7DF6-B9FF-FD93-41B229BADB0A}"/>
          </ac:spMkLst>
        </pc:spChg>
        <pc:spChg chg="add mod ord">
          <ac:chgData name="Syed Suhail" userId="12bba016-9bfa-4f5a-ab44-a77b1bd62693" providerId="ADAL" clId="{9573C590-97F1-4BA0-BDB7-833E45D955B7}" dt="2026-08-31T07:59:58.454" v="1194"/>
          <ac:spMkLst>
            <pc:docMk/>
            <pc:sldMk cId="2305040282" sldId="2147482490"/>
            <ac:spMk id="10" creationId="{163C7855-E66B-8DC1-66DB-53BC7FD1AE4B}"/>
          </ac:spMkLst>
        </pc:spChg>
        <pc:spChg chg="add del mod ord">
          <ac:chgData name="Syed Suhail" userId="12bba016-9bfa-4f5a-ab44-a77b1bd62693" providerId="ADAL" clId="{9573C590-97F1-4BA0-BDB7-833E45D955B7}" dt="2026-08-31T08:00:12.915" v="1196" actId="478"/>
          <ac:spMkLst>
            <pc:docMk/>
            <pc:sldMk cId="2305040282" sldId="2147482490"/>
            <ac:spMk id="11" creationId="{EEE6DAA3-31AE-65A2-01DC-4C0DA1CF5828}"/>
          </ac:spMkLst>
        </pc:spChg>
        <pc:spChg chg="del">
          <ac:chgData name="Syed Suhail" userId="12bba016-9bfa-4f5a-ab44-a77b1bd62693" providerId="ADAL" clId="{9573C590-97F1-4BA0-BDB7-833E45D955B7}" dt="2026-08-31T08:00:05.448" v="1195" actId="22"/>
          <ac:spMkLst>
            <pc:docMk/>
            <pc:sldMk cId="2305040282" sldId="2147482490"/>
            <ac:spMk id="12" creationId="{86A75445-9F6B-AA91-B23A-67E7CF3EA093}"/>
          </ac:spMkLst>
        </pc:spChg>
        <pc:spChg chg="del">
          <ac:chgData name="Syed Suhail" userId="12bba016-9bfa-4f5a-ab44-a77b1bd62693" providerId="ADAL" clId="{9573C590-97F1-4BA0-BDB7-833E45D955B7}" dt="2026-08-31T08:00:43.115" v="1201" actId="478"/>
          <ac:spMkLst>
            <pc:docMk/>
            <pc:sldMk cId="2305040282" sldId="2147482490"/>
            <ac:spMk id="13" creationId="{B69F32DB-DDA2-50F8-78AE-C3CC91093813}"/>
          </ac:spMkLst>
        </pc:spChg>
        <pc:spChg chg="add del mod ord">
          <ac:chgData name="Syed Suhail" userId="12bba016-9bfa-4f5a-ab44-a77b1bd62693" providerId="ADAL" clId="{9573C590-97F1-4BA0-BDB7-833E45D955B7}" dt="2026-08-31T08:00:41.503" v="1200" actId="478"/>
          <ac:spMkLst>
            <pc:docMk/>
            <pc:sldMk cId="2305040282" sldId="2147482490"/>
            <ac:spMk id="14" creationId="{F09901C1-1C3A-61D9-297E-84F27E37B857}"/>
          </ac:spMkLst>
        </pc:spChg>
        <pc:picChg chg="add mod ord">
          <ac:chgData name="Syed Suhail" userId="12bba016-9bfa-4f5a-ab44-a77b1bd62693" providerId="ADAL" clId="{9573C590-97F1-4BA0-BDB7-833E45D955B7}" dt="2026-08-31T08:00:54.595" v="1204" actId="14100"/>
          <ac:picMkLst>
            <pc:docMk/>
            <pc:sldMk cId="2305040282" sldId="2147482490"/>
            <ac:picMk id="16" creationId="{92179F79-C624-5B5B-DBD3-D478736AAEEC}"/>
          </ac:picMkLst>
        </pc:picChg>
      </pc:sldChg>
    </pc:docChg>
  </pc:docChgLst>
  <pc:docChgLst>
    <pc:chgData name="Syed Suhail" userId="S::syed.suhail@ferguson.com::12bba016-9bfa-4f5a-ab44-a77b1bd62693" providerId="AD" clId="Web-{4ECC79AD-B328-28AD-2724-A1A6087DD947}"/>
    <pc:docChg chg="addSld">
      <pc:chgData name="Syed Suhail" userId="S::syed.suhail@ferguson.com::12bba016-9bfa-4f5a-ab44-a77b1bd62693" providerId="AD" clId="Web-{4ECC79AD-B328-28AD-2724-A1A6087DD947}" dt="2026-08-30T10:49:19.384" v="0"/>
      <pc:docMkLst>
        <pc:docMk/>
      </pc:docMkLst>
      <pc:sldChg chg="new">
        <pc:chgData name="Syed Suhail" userId="S::syed.suhail@ferguson.com::12bba016-9bfa-4f5a-ab44-a77b1bd62693" providerId="AD" clId="Web-{4ECC79AD-B328-28AD-2724-A1A6087DD947}" dt="2026-08-30T10:49:19.384" v="0"/>
        <pc:sldMkLst>
          <pc:docMk/>
          <pc:sldMk cId="1791270874" sldId="2147482485"/>
        </pc:sldMkLst>
      </pc:sldChg>
    </pc:docChg>
  </pc:docChgLst>
  <pc:docChgLst>
    <pc:chgData name="Mahesh J" userId="b7ace5f2-e186-4f88-8cb8-0786fee668d3" providerId="ADAL" clId="{1D96413A-4AED-4202-908F-9A41C5DDF3C9}"/>
    <pc:docChg chg="undo custSel modSld">
      <pc:chgData name="Mahesh J" userId="b7ace5f2-e186-4f88-8cb8-0786fee668d3" providerId="ADAL" clId="{1D96413A-4AED-4202-908F-9A41C5DDF3C9}" dt="2026-08-31T08:21:27.982" v="192" actId="20577"/>
      <pc:docMkLst>
        <pc:docMk/>
      </pc:docMkLst>
      <pc:sldChg chg="addSp modSp mod">
        <pc:chgData name="Mahesh J" userId="b7ace5f2-e186-4f88-8cb8-0786fee668d3" providerId="ADAL" clId="{1D96413A-4AED-4202-908F-9A41C5DDF3C9}" dt="2026-08-31T08:16:24.770" v="138" actId="14100"/>
        <pc:sldMkLst>
          <pc:docMk/>
          <pc:sldMk cId="2364582226" sldId="256"/>
        </pc:sldMkLst>
        <pc:spChg chg="mod">
          <ac:chgData name="Mahesh J" userId="b7ace5f2-e186-4f88-8cb8-0786fee668d3" providerId="ADAL" clId="{1D96413A-4AED-4202-908F-9A41C5DDF3C9}" dt="2026-08-31T08:13:25.503" v="96" actId="255"/>
          <ac:spMkLst>
            <pc:docMk/>
            <pc:sldMk cId="2364582226" sldId="256"/>
            <ac:spMk id="2" creationId="{88D4EE1D-FB04-DECE-9F42-22DA4C231E58}"/>
          </ac:spMkLst>
        </pc:spChg>
        <pc:spChg chg="mod">
          <ac:chgData name="Mahesh J" userId="b7ace5f2-e186-4f88-8cb8-0786fee668d3" providerId="ADAL" clId="{1D96413A-4AED-4202-908F-9A41C5DDF3C9}" dt="2026-08-31T08:13:34.033" v="97" actId="255"/>
          <ac:spMkLst>
            <pc:docMk/>
            <pc:sldMk cId="2364582226" sldId="256"/>
            <ac:spMk id="6" creationId="{BDB7EA5D-DE3C-BBDC-370A-88A37FC67AA8}"/>
          </ac:spMkLst>
        </pc:spChg>
        <pc:spChg chg="mod">
          <ac:chgData name="Mahesh J" userId="b7ace5f2-e186-4f88-8cb8-0786fee668d3" providerId="ADAL" clId="{1D96413A-4AED-4202-908F-9A41C5DDF3C9}" dt="2026-08-31T08:16:24.770" v="138" actId="14100"/>
          <ac:spMkLst>
            <pc:docMk/>
            <pc:sldMk cId="2364582226" sldId="256"/>
            <ac:spMk id="7" creationId="{55F301D8-45DB-343E-948E-DAB1B8D16B2E}"/>
          </ac:spMkLst>
        </pc:spChg>
        <pc:spChg chg="mod">
          <ac:chgData name="Mahesh J" userId="b7ace5f2-e186-4f88-8cb8-0786fee668d3" providerId="ADAL" clId="{1D96413A-4AED-4202-908F-9A41C5DDF3C9}" dt="2026-08-31T08:16:10.755" v="116" actId="20577"/>
          <ac:spMkLst>
            <pc:docMk/>
            <pc:sldMk cId="2364582226" sldId="256"/>
            <ac:spMk id="12" creationId="{A7EE3063-0308-2DD5-3C3B-A38FCA32D705}"/>
          </ac:spMkLst>
        </pc:spChg>
        <pc:cxnChg chg="add mod">
          <ac:chgData name="Mahesh J" userId="b7ace5f2-e186-4f88-8cb8-0786fee668d3" providerId="ADAL" clId="{1D96413A-4AED-4202-908F-9A41C5DDF3C9}" dt="2026-08-31T08:15:57.255" v="115" actId="208"/>
          <ac:cxnSpMkLst>
            <pc:docMk/>
            <pc:sldMk cId="2364582226" sldId="256"/>
            <ac:cxnSpMk id="5" creationId="{730F9445-B5AB-E5D1-DEA3-57612ACF4149}"/>
          </ac:cxnSpMkLst>
        </pc:cxnChg>
      </pc:sldChg>
      <pc:sldChg chg="modSp mod">
        <pc:chgData name="Mahesh J" userId="b7ace5f2-e186-4f88-8cb8-0786fee668d3" providerId="ADAL" clId="{1D96413A-4AED-4202-908F-9A41C5DDF3C9}" dt="2026-08-27T06:50:07.834" v="5" actId="20577"/>
        <pc:sldMkLst>
          <pc:docMk/>
          <pc:sldMk cId="1469795418" sldId="2147482460"/>
        </pc:sldMkLst>
        <pc:spChg chg="mod">
          <ac:chgData name="Mahesh J" userId="b7ace5f2-e186-4f88-8cb8-0786fee668d3" providerId="ADAL" clId="{1D96413A-4AED-4202-908F-9A41C5DDF3C9}" dt="2026-08-27T06:50:07.834" v="5" actId="20577"/>
          <ac:spMkLst>
            <pc:docMk/>
            <pc:sldMk cId="1469795418" sldId="2147482460"/>
            <ac:spMk id="7" creationId="{881EEF60-CB2A-EA40-51F5-8360913B98D9}"/>
          </ac:spMkLst>
        </pc:spChg>
      </pc:sldChg>
      <pc:sldChg chg="addSp modSp mod">
        <pc:chgData name="Mahesh J" userId="b7ace5f2-e186-4f88-8cb8-0786fee668d3" providerId="ADAL" clId="{1D96413A-4AED-4202-908F-9A41C5DDF3C9}" dt="2026-08-31T08:21:27.982" v="192" actId="20577"/>
        <pc:sldMkLst>
          <pc:docMk/>
          <pc:sldMk cId="2698950024" sldId="2147482481"/>
        </pc:sldMkLst>
        <pc:spChg chg="add mod">
          <ac:chgData name="Mahesh J" userId="b7ace5f2-e186-4f88-8cb8-0786fee668d3" providerId="ADAL" clId="{1D96413A-4AED-4202-908F-9A41C5DDF3C9}" dt="2026-08-31T08:21:27.982" v="192" actId="20577"/>
          <ac:spMkLst>
            <pc:docMk/>
            <pc:sldMk cId="2698950024" sldId="2147482481"/>
            <ac:spMk id="3" creationId="{CC5DA96A-6592-6466-936F-4F7AF414845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15DF4-3A47-4D5F-ABE0-CB1DB6DBED65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A4A5CC6B-F301-42DA-8103-A4A3AC244EE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API Communication:</a:t>
          </a:r>
          <a:r>
            <a:rPr lang="en-IN"/>
            <a:t> It acts as a bridge, passing information back and forth between the database, the server, and the user's web browser or mobile app.</a:t>
          </a:r>
          <a:endParaRPr lang="en-US"/>
        </a:p>
      </dgm:t>
    </dgm:pt>
    <dgm:pt modelId="{7DB5E175-2262-409A-B591-3212B5C062A5}" type="parTrans" cxnId="{1340C618-0228-4241-A045-6311B75F74EC}">
      <dgm:prSet/>
      <dgm:spPr/>
      <dgm:t>
        <a:bodyPr/>
        <a:lstStyle/>
        <a:p>
          <a:endParaRPr lang="en-US"/>
        </a:p>
      </dgm:t>
    </dgm:pt>
    <dgm:pt modelId="{8E5BCE44-CA7F-435D-9A5B-179669354181}" type="sibTrans" cxnId="{1340C618-0228-4241-A045-6311B75F74EC}">
      <dgm:prSet/>
      <dgm:spPr/>
      <dgm:t>
        <a:bodyPr/>
        <a:lstStyle/>
        <a:p>
          <a:endParaRPr lang="en-US"/>
        </a:p>
      </dgm:t>
    </dgm:pt>
    <dgm:pt modelId="{E61F9508-9C00-4905-B4F8-41B4D82BB1B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User Authentication &amp; Authorization:</a:t>
          </a:r>
          <a:r>
            <a:rPr lang="en-IN"/>
            <a:t> It checks who you are when you log in, ensuring you only see your own account and data.</a:t>
          </a:r>
          <a:endParaRPr lang="en-US"/>
        </a:p>
      </dgm:t>
    </dgm:pt>
    <dgm:pt modelId="{0AE38AF9-80FE-43C2-B729-8620EBC7D5A8}" type="parTrans" cxnId="{B988BF73-82E2-4D61-A1C6-F3154DE6AB60}">
      <dgm:prSet/>
      <dgm:spPr/>
      <dgm:t>
        <a:bodyPr/>
        <a:lstStyle/>
        <a:p>
          <a:endParaRPr lang="en-US"/>
        </a:p>
      </dgm:t>
    </dgm:pt>
    <dgm:pt modelId="{968E17E3-5EF0-46D0-AE3C-6BF964831885}" type="sibTrans" cxnId="{B988BF73-82E2-4D61-A1C6-F3154DE6AB60}">
      <dgm:prSet/>
      <dgm:spPr/>
      <dgm:t>
        <a:bodyPr/>
        <a:lstStyle/>
        <a:p>
          <a:endParaRPr lang="en-US"/>
        </a:p>
      </dgm:t>
    </dgm:pt>
    <dgm:pt modelId="{82BAE409-3E9A-4B94-9D5F-795E8DBAE13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Server-Side Logic:</a:t>
          </a:r>
          <a:r>
            <a:rPr lang="en-IN"/>
            <a:t> It applies the rules of the app (such as calculating the final price of an online order with shipping and taxes)</a:t>
          </a:r>
          <a:endParaRPr lang="en-US"/>
        </a:p>
      </dgm:t>
    </dgm:pt>
    <dgm:pt modelId="{C4092A47-5DF4-41E9-BDFD-58240DD7A113}" type="parTrans" cxnId="{0ACD77D0-0B7F-41DC-9A60-A7F0C8629146}">
      <dgm:prSet/>
      <dgm:spPr/>
      <dgm:t>
        <a:bodyPr/>
        <a:lstStyle/>
        <a:p>
          <a:endParaRPr lang="en-US"/>
        </a:p>
      </dgm:t>
    </dgm:pt>
    <dgm:pt modelId="{9140AFEF-540F-40B4-BEBC-313D57400003}" type="sibTrans" cxnId="{0ACD77D0-0B7F-41DC-9A60-A7F0C8629146}">
      <dgm:prSet/>
      <dgm:spPr/>
      <dgm:t>
        <a:bodyPr/>
        <a:lstStyle/>
        <a:p>
          <a:endParaRPr lang="en-US"/>
        </a:p>
      </dgm:t>
    </dgm:pt>
    <dgm:pt modelId="{662B3B2B-87FD-4F9C-B8CD-F8FC29E02F4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Database Management:</a:t>
          </a:r>
          <a:r>
            <a:rPr lang="en-IN"/>
            <a:t> It saves, changes, and retrieves information (such as user profiles, passwords, and shopping cart items) using systems like SQL or MongoDB.</a:t>
          </a:r>
          <a:endParaRPr lang="en-US"/>
        </a:p>
      </dgm:t>
    </dgm:pt>
    <dgm:pt modelId="{8162AD69-56EB-44F9-BF3C-996F09F6D39C}" type="parTrans" cxnId="{711043F0-34F0-4768-A01A-3E3A83844856}">
      <dgm:prSet/>
      <dgm:spPr/>
      <dgm:t>
        <a:bodyPr/>
        <a:lstStyle/>
        <a:p>
          <a:endParaRPr lang="en-US"/>
        </a:p>
      </dgm:t>
    </dgm:pt>
    <dgm:pt modelId="{182E0FE9-BE42-4ED0-9E43-54FDC033FD36}" type="sibTrans" cxnId="{711043F0-34F0-4768-A01A-3E3A83844856}">
      <dgm:prSet/>
      <dgm:spPr/>
      <dgm:t>
        <a:bodyPr/>
        <a:lstStyle/>
        <a:p>
          <a:endParaRPr lang="en-US"/>
        </a:p>
      </dgm:t>
    </dgm:pt>
    <dgm:pt modelId="{F2DF4AB1-D711-430A-8056-9356B54ABC9A}" type="pres">
      <dgm:prSet presAssocID="{38E15DF4-3A47-4D5F-ABE0-CB1DB6DBED65}" presName="root" presStyleCnt="0">
        <dgm:presLayoutVars>
          <dgm:dir/>
          <dgm:resizeHandles val="exact"/>
        </dgm:presLayoutVars>
      </dgm:prSet>
      <dgm:spPr/>
    </dgm:pt>
    <dgm:pt modelId="{66FDF188-1D6D-4E10-BC5B-E5D8CEB61BEE}" type="pres">
      <dgm:prSet presAssocID="{A4A5CC6B-F301-42DA-8103-A4A3AC244EE4}" presName="compNode" presStyleCnt="0"/>
      <dgm:spPr/>
    </dgm:pt>
    <dgm:pt modelId="{8AD70A6C-7312-4A82-A923-6A22D6E876ED}" type="pres">
      <dgm:prSet presAssocID="{A4A5CC6B-F301-42DA-8103-A4A3AC244EE4}" presName="bgRect" presStyleLbl="bgShp" presStyleIdx="0" presStyleCnt="4"/>
      <dgm:spPr/>
    </dgm:pt>
    <dgm:pt modelId="{B83579E8-CD4B-4C5B-9E79-0531BFE0B2F8}" type="pres">
      <dgm:prSet presAssocID="{A4A5CC6B-F301-42DA-8103-A4A3AC244EE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C63F741-1DD0-498B-BC08-BDC7DF7BF474}" type="pres">
      <dgm:prSet presAssocID="{A4A5CC6B-F301-42DA-8103-A4A3AC244EE4}" presName="spaceRect" presStyleCnt="0"/>
      <dgm:spPr/>
    </dgm:pt>
    <dgm:pt modelId="{C0EC180B-254F-457A-A478-C8CDB709FC9E}" type="pres">
      <dgm:prSet presAssocID="{A4A5CC6B-F301-42DA-8103-A4A3AC244EE4}" presName="parTx" presStyleLbl="revTx" presStyleIdx="0" presStyleCnt="4">
        <dgm:presLayoutVars>
          <dgm:chMax val="0"/>
          <dgm:chPref val="0"/>
        </dgm:presLayoutVars>
      </dgm:prSet>
      <dgm:spPr/>
    </dgm:pt>
    <dgm:pt modelId="{F3CBA193-2346-4D3F-85DE-CF57979C245E}" type="pres">
      <dgm:prSet presAssocID="{8E5BCE44-CA7F-435D-9A5B-179669354181}" presName="sibTrans" presStyleCnt="0"/>
      <dgm:spPr/>
    </dgm:pt>
    <dgm:pt modelId="{D0327140-B30B-459E-96F6-3E1C23D6A741}" type="pres">
      <dgm:prSet presAssocID="{E61F9508-9C00-4905-B4F8-41B4D82BB1B3}" presName="compNode" presStyleCnt="0"/>
      <dgm:spPr/>
    </dgm:pt>
    <dgm:pt modelId="{CAAD8252-ADA4-4344-A9CB-73C048D50EC9}" type="pres">
      <dgm:prSet presAssocID="{E61F9508-9C00-4905-B4F8-41B4D82BB1B3}" presName="bgRect" presStyleLbl="bgShp" presStyleIdx="1" presStyleCnt="4"/>
      <dgm:spPr/>
    </dgm:pt>
    <dgm:pt modelId="{219144A3-45EF-42EC-A598-ECAAB67C1D49}" type="pres">
      <dgm:prSet presAssocID="{E61F9508-9C00-4905-B4F8-41B4D82BB1B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17D9B5F-435D-4EF8-852A-686FB58C3F9F}" type="pres">
      <dgm:prSet presAssocID="{E61F9508-9C00-4905-B4F8-41B4D82BB1B3}" presName="spaceRect" presStyleCnt="0"/>
      <dgm:spPr/>
    </dgm:pt>
    <dgm:pt modelId="{FE9197CC-A938-405B-9CFA-BF7C8BF02460}" type="pres">
      <dgm:prSet presAssocID="{E61F9508-9C00-4905-B4F8-41B4D82BB1B3}" presName="parTx" presStyleLbl="revTx" presStyleIdx="1" presStyleCnt="4">
        <dgm:presLayoutVars>
          <dgm:chMax val="0"/>
          <dgm:chPref val="0"/>
        </dgm:presLayoutVars>
      </dgm:prSet>
      <dgm:spPr/>
    </dgm:pt>
    <dgm:pt modelId="{7E0B1F0D-0CB0-4963-9DB1-3D6CAE6A405D}" type="pres">
      <dgm:prSet presAssocID="{968E17E3-5EF0-46D0-AE3C-6BF964831885}" presName="sibTrans" presStyleCnt="0"/>
      <dgm:spPr/>
    </dgm:pt>
    <dgm:pt modelId="{98C79415-31A8-4BB7-896A-D1770BE63174}" type="pres">
      <dgm:prSet presAssocID="{82BAE409-3E9A-4B94-9D5F-795E8DBAE138}" presName="compNode" presStyleCnt="0"/>
      <dgm:spPr/>
    </dgm:pt>
    <dgm:pt modelId="{342BCBF3-0B12-4393-8506-D0E865ACCA6F}" type="pres">
      <dgm:prSet presAssocID="{82BAE409-3E9A-4B94-9D5F-795E8DBAE138}" presName="bgRect" presStyleLbl="bgShp" presStyleIdx="2" presStyleCnt="4"/>
      <dgm:spPr/>
    </dgm:pt>
    <dgm:pt modelId="{9C87F0F9-82D4-4480-AF07-CCF4EF6152B1}" type="pres">
      <dgm:prSet presAssocID="{82BAE409-3E9A-4B94-9D5F-795E8DBAE13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B91B4EE-4745-4AA5-B72D-99AC477C388E}" type="pres">
      <dgm:prSet presAssocID="{82BAE409-3E9A-4B94-9D5F-795E8DBAE138}" presName="spaceRect" presStyleCnt="0"/>
      <dgm:spPr/>
    </dgm:pt>
    <dgm:pt modelId="{AE0FF5D8-16C8-40B9-87F0-B09ADBF721CD}" type="pres">
      <dgm:prSet presAssocID="{82BAE409-3E9A-4B94-9D5F-795E8DBAE138}" presName="parTx" presStyleLbl="revTx" presStyleIdx="2" presStyleCnt="4">
        <dgm:presLayoutVars>
          <dgm:chMax val="0"/>
          <dgm:chPref val="0"/>
        </dgm:presLayoutVars>
      </dgm:prSet>
      <dgm:spPr/>
    </dgm:pt>
    <dgm:pt modelId="{FA7314EE-5F8D-4492-9709-CA8085E9752D}" type="pres">
      <dgm:prSet presAssocID="{9140AFEF-540F-40B4-BEBC-313D57400003}" presName="sibTrans" presStyleCnt="0"/>
      <dgm:spPr/>
    </dgm:pt>
    <dgm:pt modelId="{7663C8A2-38D6-495F-826F-1F5D876B8CEC}" type="pres">
      <dgm:prSet presAssocID="{662B3B2B-87FD-4F9C-B8CD-F8FC29E02F4E}" presName="compNode" presStyleCnt="0"/>
      <dgm:spPr/>
    </dgm:pt>
    <dgm:pt modelId="{B3523A8A-BBB4-4F72-8E27-8813E8731900}" type="pres">
      <dgm:prSet presAssocID="{662B3B2B-87FD-4F9C-B8CD-F8FC29E02F4E}" presName="bgRect" presStyleLbl="bgShp" presStyleIdx="3" presStyleCnt="4"/>
      <dgm:spPr/>
    </dgm:pt>
    <dgm:pt modelId="{98B4B530-A998-4F12-AAD5-23AA1DD6F122}" type="pres">
      <dgm:prSet presAssocID="{662B3B2B-87FD-4F9C-B8CD-F8FC29E02F4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BBDB69E-0137-4F92-AF58-DDDB5114B2FC}" type="pres">
      <dgm:prSet presAssocID="{662B3B2B-87FD-4F9C-B8CD-F8FC29E02F4E}" presName="spaceRect" presStyleCnt="0"/>
      <dgm:spPr/>
    </dgm:pt>
    <dgm:pt modelId="{1DEBD3C4-EEB5-4688-A10F-766B7E6DF8BA}" type="pres">
      <dgm:prSet presAssocID="{662B3B2B-87FD-4F9C-B8CD-F8FC29E02F4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340C618-0228-4241-A045-6311B75F74EC}" srcId="{38E15DF4-3A47-4D5F-ABE0-CB1DB6DBED65}" destId="{A4A5CC6B-F301-42DA-8103-A4A3AC244EE4}" srcOrd="0" destOrd="0" parTransId="{7DB5E175-2262-409A-B591-3212B5C062A5}" sibTransId="{8E5BCE44-CA7F-435D-9A5B-179669354181}"/>
    <dgm:cxn modelId="{B988BF73-82E2-4D61-A1C6-F3154DE6AB60}" srcId="{38E15DF4-3A47-4D5F-ABE0-CB1DB6DBED65}" destId="{E61F9508-9C00-4905-B4F8-41B4D82BB1B3}" srcOrd="1" destOrd="0" parTransId="{0AE38AF9-80FE-43C2-B729-8620EBC7D5A8}" sibTransId="{968E17E3-5EF0-46D0-AE3C-6BF964831885}"/>
    <dgm:cxn modelId="{1BAE5277-B975-47CC-96B0-5759165D0025}" type="presOf" srcId="{82BAE409-3E9A-4B94-9D5F-795E8DBAE138}" destId="{AE0FF5D8-16C8-40B9-87F0-B09ADBF721CD}" srcOrd="0" destOrd="0" presId="urn:microsoft.com/office/officeart/2018/2/layout/IconVerticalSolidList"/>
    <dgm:cxn modelId="{8F81AC98-6F22-4B69-B345-C87A51176F67}" type="presOf" srcId="{E61F9508-9C00-4905-B4F8-41B4D82BB1B3}" destId="{FE9197CC-A938-405B-9CFA-BF7C8BF02460}" srcOrd="0" destOrd="0" presId="urn:microsoft.com/office/officeart/2018/2/layout/IconVerticalSolidList"/>
    <dgm:cxn modelId="{0ACD77D0-0B7F-41DC-9A60-A7F0C8629146}" srcId="{38E15DF4-3A47-4D5F-ABE0-CB1DB6DBED65}" destId="{82BAE409-3E9A-4B94-9D5F-795E8DBAE138}" srcOrd="2" destOrd="0" parTransId="{C4092A47-5DF4-41E9-BDFD-58240DD7A113}" sibTransId="{9140AFEF-540F-40B4-BEBC-313D57400003}"/>
    <dgm:cxn modelId="{0B33C5EE-932F-42EC-B49A-12F576EB572D}" type="presOf" srcId="{38E15DF4-3A47-4D5F-ABE0-CB1DB6DBED65}" destId="{F2DF4AB1-D711-430A-8056-9356B54ABC9A}" srcOrd="0" destOrd="0" presId="urn:microsoft.com/office/officeart/2018/2/layout/IconVerticalSolidList"/>
    <dgm:cxn modelId="{711043F0-34F0-4768-A01A-3E3A83844856}" srcId="{38E15DF4-3A47-4D5F-ABE0-CB1DB6DBED65}" destId="{662B3B2B-87FD-4F9C-B8CD-F8FC29E02F4E}" srcOrd="3" destOrd="0" parTransId="{8162AD69-56EB-44F9-BF3C-996F09F6D39C}" sibTransId="{182E0FE9-BE42-4ED0-9E43-54FDC033FD36}"/>
    <dgm:cxn modelId="{62279AF3-CDDE-42DE-A7C9-BEA3F6406B17}" type="presOf" srcId="{A4A5CC6B-F301-42DA-8103-A4A3AC244EE4}" destId="{C0EC180B-254F-457A-A478-C8CDB709FC9E}" srcOrd="0" destOrd="0" presId="urn:microsoft.com/office/officeart/2018/2/layout/IconVerticalSolidList"/>
    <dgm:cxn modelId="{F9B6DCFD-7994-48FB-842A-5754CD050E8B}" type="presOf" srcId="{662B3B2B-87FD-4F9C-B8CD-F8FC29E02F4E}" destId="{1DEBD3C4-EEB5-4688-A10F-766B7E6DF8BA}" srcOrd="0" destOrd="0" presId="urn:microsoft.com/office/officeart/2018/2/layout/IconVerticalSolidList"/>
    <dgm:cxn modelId="{2E3561B8-0388-4F30-80A7-E075ACC584FA}" type="presParOf" srcId="{F2DF4AB1-D711-430A-8056-9356B54ABC9A}" destId="{66FDF188-1D6D-4E10-BC5B-E5D8CEB61BEE}" srcOrd="0" destOrd="0" presId="urn:microsoft.com/office/officeart/2018/2/layout/IconVerticalSolidList"/>
    <dgm:cxn modelId="{9730FA48-A74A-448A-AA7C-EA07EF93F1AF}" type="presParOf" srcId="{66FDF188-1D6D-4E10-BC5B-E5D8CEB61BEE}" destId="{8AD70A6C-7312-4A82-A923-6A22D6E876ED}" srcOrd="0" destOrd="0" presId="urn:microsoft.com/office/officeart/2018/2/layout/IconVerticalSolidList"/>
    <dgm:cxn modelId="{1BF84F38-131E-4E38-B04A-C42FB76407F4}" type="presParOf" srcId="{66FDF188-1D6D-4E10-BC5B-E5D8CEB61BEE}" destId="{B83579E8-CD4B-4C5B-9E79-0531BFE0B2F8}" srcOrd="1" destOrd="0" presId="urn:microsoft.com/office/officeart/2018/2/layout/IconVerticalSolidList"/>
    <dgm:cxn modelId="{77136EF5-1851-42DC-8C64-924FB062BFAE}" type="presParOf" srcId="{66FDF188-1D6D-4E10-BC5B-E5D8CEB61BEE}" destId="{1C63F741-1DD0-498B-BC08-BDC7DF7BF474}" srcOrd="2" destOrd="0" presId="urn:microsoft.com/office/officeart/2018/2/layout/IconVerticalSolidList"/>
    <dgm:cxn modelId="{97BD19CE-3950-4DFD-BA69-2716516B98BF}" type="presParOf" srcId="{66FDF188-1D6D-4E10-BC5B-E5D8CEB61BEE}" destId="{C0EC180B-254F-457A-A478-C8CDB709FC9E}" srcOrd="3" destOrd="0" presId="urn:microsoft.com/office/officeart/2018/2/layout/IconVerticalSolidList"/>
    <dgm:cxn modelId="{2CDD18DF-3E8D-455B-BDFF-8EE8F705155D}" type="presParOf" srcId="{F2DF4AB1-D711-430A-8056-9356B54ABC9A}" destId="{F3CBA193-2346-4D3F-85DE-CF57979C245E}" srcOrd="1" destOrd="0" presId="urn:microsoft.com/office/officeart/2018/2/layout/IconVerticalSolidList"/>
    <dgm:cxn modelId="{26D19C03-0638-4251-8456-022154521715}" type="presParOf" srcId="{F2DF4AB1-D711-430A-8056-9356B54ABC9A}" destId="{D0327140-B30B-459E-96F6-3E1C23D6A741}" srcOrd="2" destOrd="0" presId="urn:microsoft.com/office/officeart/2018/2/layout/IconVerticalSolidList"/>
    <dgm:cxn modelId="{9C672EB8-2E30-4712-AAB3-18D835706785}" type="presParOf" srcId="{D0327140-B30B-459E-96F6-3E1C23D6A741}" destId="{CAAD8252-ADA4-4344-A9CB-73C048D50EC9}" srcOrd="0" destOrd="0" presId="urn:microsoft.com/office/officeart/2018/2/layout/IconVerticalSolidList"/>
    <dgm:cxn modelId="{B017FF99-3D16-42F0-B614-09BB5CE48AAF}" type="presParOf" srcId="{D0327140-B30B-459E-96F6-3E1C23D6A741}" destId="{219144A3-45EF-42EC-A598-ECAAB67C1D49}" srcOrd="1" destOrd="0" presId="urn:microsoft.com/office/officeart/2018/2/layout/IconVerticalSolidList"/>
    <dgm:cxn modelId="{21C63E9B-1094-4972-B5B5-4611444BD2F0}" type="presParOf" srcId="{D0327140-B30B-459E-96F6-3E1C23D6A741}" destId="{217D9B5F-435D-4EF8-852A-686FB58C3F9F}" srcOrd="2" destOrd="0" presId="urn:microsoft.com/office/officeart/2018/2/layout/IconVerticalSolidList"/>
    <dgm:cxn modelId="{05A6985B-6859-4405-A97E-CA8F6D60F892}" type="presParOf" srcId="{D0327140-B30B-459E-96F6-3E1C23D6A741}" destId="{FE9197CC-A938-405B-9CFA-BF7C8BF02460}" srcOrd="3" destOrd="0" presId="urn:microsoft.com/office/officeart/2018/2/layout/IconVerticalSolidList"/>
    <dgm:cxn modelId="{B6C69EFF-D833-4621-877A-E6B68AFBA5E5}" type="presParOf" srcId="{F2DF4AB1-D711-430A-8056-9356B54ABC9A}" destId="{7E0B1F0D-0CB0-4963-9DB1-3D6CAE6A405D}" srcOrd="3" destOrd="0" presId="urn:microsoft.com/office/officeart/2018/2/layout/IconVerticalSolidList"/>
    <dgm:cxn modelId="{625E70CA-6628-44DB-9CD1-2D66883923B4}" type="presParOf" srcId="{F2DF4AB1-D711-430A-8056-9356B54ABC9A}" destId="{98C79415-31A8-4BB7-896A-D1770BE63174}" srcOrd="4" destOrd="0" presId="urn:microsoft.com/office/officeart/2018/2/layout/IconVerticalSolidList"/>
    <dgm:cxn modelId="{ACF489FA-7C47-4A4D-9F7F-BA51649B21A6}" type="presParOf" srcId="{98C79415-31A8-4BB7-896A-D1770BE63174}" destId="{342BCBF3-0B12-4393-8506-D0E865ACCA6F}" srcOrd="0" destOrd="0" presId="urn:microsoft.com/office/officeart/2018/2/layout/IconVerticalSolidList"/>
    <dgm:cxn modelId="{D03B0287-53F4-4315-9D54-71F32F89B509}" type="presParOf" srcId="{98C79415-31A8-4BB7-896A-D1770BE63174}" destId="{9C87F0F9-82D4-4480-AF07-CCF4EF6152B1}" srcOrd="1" destOrd="0" presId="urn:microsoft.com/office/officeart/2018/2/layout/IconVerticalSolidList"/>
    <dgm:cxn modelId="{C60FF24E-F3E7-4028-B6E2-3291EFB67334}" type="presParOf" srcId="{98C79415-31A8-4BB7-896A-D1770BE63174}" destId="{DB91B4EE-4745-4AA5-B72D-99AC477C388E}" srcOrd="2" destOrd="0" presId="urn:microsoft.com/office/officeart/2018/2/layout/IconVerticalSolidList"/>
    <dgm:cxn modelId="{B57EA2CB-3A7A-4359-B891-4FB5BAE0788C}" type="presParOf" srcId="{98C79415-31A8-4BB7-896A-D1770BE63174}" destId="{AE0FF5D8-16C8-40B9-87F0-B09ADBF721CD}" srcOrd="3" destOrd="0" presId="urn:microsoft.com/office/officeart/2018/2/layout/IconVerticalSolidList"/>
    <dgm:cxn modelId="{906D3C31-7889-4CB4-ADF1-9E3C280293B4}" type="presParOf" srcId="{F2DF4AB1-D711-430A-8056-9356B54ABC9A}" destId="{FA7314EE-5F8D-4492-9709-CA8085E9752D}" srcOrd="5" destOrd="0" presId="urn:microsoft.com/office/officeart/2018/2/layout/IconVerticalSolidList"/>
    <dgm:cxn modelId="{C59A2210-01C2-4A35-8C24-7E0F0D4D40B2}" type="presParOf" srcId="{F2DF4AB1-D711-430A-8056-9356B54ABC9A}" destId="{7663C8A2-38D6-495F-826F-1F5D876B8CEC}" srcOrd="6" destOrd="0" presId="urn:microsoft.com/office/officeart/2018/2/layout/IconVerticalSolidList"/>
    <dgm:cxn modelId="{E25B22A8-09FD-4AB1-950E-95A2BDBFB91C}" type="presParOf" srcId="{7663C8A2-38D6-495F-826F-1F5D876B8CEC}" destId="{B3523A8A-BBB4-4F72-8E27-8813E8731900}" srcOrd="0" destOrd="0" presId="urn:microsoft.com/office/officeart/2018/2/layout/IconVerticalSolidList"/>
    <dgm:cxn modelId="{31389A1F-E666-4B1E-B210-D7BFBCA9EA26}" type="presParOf" srcId="{7663C8A2-38D6-495F-826F-1F5D876B8CEC}" destId="{98B4B530-A998-4F12-AAD5-23AA1DD6F122}" srcOrd="1" destOrd="0" presId="urn:microsoft.com/office/officeart/2018/2/layout/IconVerticalSolidList"/>
    <dgm:cxn modelId="{B9E369AA-7102-49B4-BEE4-9F1DEAF107DB}" type="presParOf" srcId="{7663C8A2-38D6-495F-826F-1F5D876B8CEC}" destId="{EBBDB69E-0137-4F92-AF58-DDDB5114B2FC}" srcOrd="2" destOrd="0" presId="urn:microsoft.com/office/officeart/2018/2/layout/IconVerticalSolidList"/>
    <dgm:cxn modelId="{3D8637E0-3630-410C-A2C6-35C3DAD1DBE7}" type="presParOf" srcId="{7663C8A2-38D6-495F-826F-1F5D876B8CEC}" destId="{1DEBD3C4-EEB5-4688-A10F-766B7E6DF8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70A6C-7312-4A82-A923-6A22D6E876ED}">
      <dsp:nvSpPr>
        <dsp:cNvPr id="0" name=""/>
        <dsp:cNvSpPr/>
      </dsp:nvSpPr>
      <dsp:spPr>
        <a:xfrm>
          <a:off x="0" y="1822"/>
          <a:ext cx="11277600" cy="923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579E8-CD4B-4C5B-9E79-0531BFE0B2F8}">
      <dsp:nvSpPr>
        <dsp:cNvPr id="0" name=""/>
        <dsp:cNvSpPr/>
      </dsp:nvSpPr>
      <dsp:spPr>
        <a:xfrm>
          <a:off x="279468" y="209692"/>
          <a:ext cx="508125" cy="50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C180B-254F-457A-A478-C8CDB709FC9E}">
      <dsp:nvSpPr>
        <dsp:cNvPr id="0" name=""/>
        <dsp:cNvSpPr/>
      </dsp:nvSpPr>
      <dsp:spPr>
        <a:xfrm>
          <a:off x="1067062" y="1822"/>
          <a:ext cx="10210537" cy="923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76" tIns="97776" rIns="97776" bIns="9777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API Communication:</a:t>
          </a:r>
          <a:r>
            <a:rPr lang="en-IN" sz="2100" kern="1200"/>
            <a:t> It acts as a bridge, passing information back and forth between the database, the server, and the user's web browser or mobile app.</a:t>
          </a:r>
          <a:endParaRPr lang="en-US" sz="2100" kern="1200"/>
        </a:p>
      </dsp:txBody>
      <dsp:txXfrm>
        <a:off x="1067062" y="1822"/>
        <a:ext cx="10210537" cy="923864"/>
      </dsp:txXfrm>
    </dsp:sp>
    <dsp:sp modelId="{CAAD8252-ADA4-4344-A9CB-73C048D50EC9}">
      <dsp:nvSpPr>
        <dsp:cNvPr id="0" name=""/>
        <dsp:cNvSpPr/>
      </dsp:nvSpPr>
      <dsp:spPr>
        <a:xfrm>
          <a:off x="0" y="1156652"/>
          <a:ext cx="11277600" cy="923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144A3-45EF-42EC-A598-ECAAB67C1D49}">
      <dsp:nvSpPr>
        <dsp:cNvPr id="0" name=""/>
        <dsp:cNvSpPr/>
      </dsp:nvSpPr>
      <dsp:spPr>
        <a:xfrm>
          <a:off x="279468" y="1364522"/>
          <a:ext cx="508125" cy="50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197CC-A938-405B-9CFA-BF7C8BF02460}">
      <dsp:nvSpPr>
        <dsp:cNvPr id="0" name=""/>
        <dsp:cNvSpPr/>
      </dsp:nvSpPr>
      <dsp:spPr>
        <a:xfrm>
          <a:off x="1067062" y="1156652"/>
          <a:ext cx="10210537" cy="923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76" tIns="97776" rIns="97776" bIns="9777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User Authentication &amp; Authorization:</a:t>
          </a:r>
          <a:r>
            <a:rPr lang="en-IN" sz="2100" kern="1200"/>
            <a:t> It checks who you are when you log in, ensuring you only see your own account and data.</a:t>
          </a:r>
          <a:endParaRPr lang="en-US" sz="2100" kern="1200"/>
        </a:p>
      </dsp:txBody>
      <dsp:txXfrm>
        <a:off x="1067062" y="1156652"/>
        <a:ext cx="10210537" cy="923864"/>
      </dsp:txXfrm>
    </dsp:sp>
    <dsp:sp modelId="{342BCBF3-0B12-4393-8506-D0E865ACCA6F}">
      <dsp:nvSpPr>
        <dsp:cNvPr id="0" name=""/>
        <dsp:cNvSpPr/>
      </dsp:nvSpPr>
      <dsp:spPr>
        <a:xfrm>
          <a:off x="0" y="2311483"/>
          <a:ext cx="11277600" cy="923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87F0F9-82D4-4480-AF07-CCF4EF6152B1}">
      <dsp:nvSpPr>
        <dsp:cNvPr id="0" name=""/>
        <dsp:cNvSpPr/>
      </dsp:nvSpPr>
      <dsp:spPr>
        <a:xfrm>
          <a:off x="279468" y="2519352"/>
          <a:ext cx="508125" cy="50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FF5D8-16C8-40B9-87F0-B09ADBF721CD}">
      <dsp:nvSpPr>
        <dsp:cNvPr id="0" name=""/>
        <dsp:cNvSpPr/>
      </dsp:nvSpPr>
      <dsp:spPr>
        <a:xfrm>
          <a:off x="1067062" y="2311483"/>
          <a:ext cx="10210537" cy="923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76" tIns="97776" rIns="97776" bIns="9777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Server-Side Logic:</a:t>
          </a:r>
          <a:r>
            <a:rPr lang="en-IN" sz="2100" kern="1200"/>
            <a:t> It applies the rules of the app (such as calculating the final price of an online order with shipping and taxes)</a:t>
          </a:r>
          <a:endParaRPr lang="en-US" sz="2100" kern="1200"/>
        </a:p>
      </dsp:txBody>
      <dsp:txXfrm>
        <a:off x="1067062" y="2311483"/>
        <a:ext cx="10210537" cy="923864"/>
      </dsp:txXfrm>
    </dsp:sp>
    <dsp:sp modelId="{B3523A8A-BBB4-4F72-8E27-8813E8731900}">
      <dsp:nvSpPr>
        <dsp:cNvPr id="0" name=""/>
        <dsp:cNvSpPr/>
      </dsp:nvSpPr>
      <dsp:spPr>
        <a:xfrm>
          <a:off x="0" y="3466313"/>
          <a:ext cx="11277600" cy="92386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4B530-A998-4F12-AAD5-23AA1DD6F122}">
      <dsp:nvSpPr>
        <dsp:cNvPr id="0" name=""/>
        <dsp:cNvSpPr/>
      </dsp:nvSpPr>
      <dsp:spPr>
        <a:xfrm>
          <a:off x="279468" y="3674182"/>
          <a:ext cx="508125" cy="50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BD3C4-EEB5-4688-A10F-766B7E6DF8BA}">
      <dsp:nvSpPr>
        <dsp:cNvPr id="0" name=""/>
        <dsp:cNvSpPr/>
      </dsp:nvSpPr>
      <dsp:spPr>
        <a:xfrm>
          <a:off x="1067062" y="3466313"/>
          <a:ext cx="10210537" cy="923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776" tIns="97776" rIns="97776" bIns="97776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Database Management:</a:t>
          </a:r>
          <a:r>
            <a:rPr lang="en-IN" sz="2100" kern="1200"/>
            <a:t> It saves, changes, and retrieves information (such as user profiles, passwords, and shopping cart items) using systems like SQL or MongoDB.</a:t>
          </a:r>
          <a:endParaRPr lang="en-US" sz="2100" kern="1200"/>
        </a:p>
      </dsp:txBody>
      <dsp:txXfrm>
        <a:off x="1067062" y="3466313"/>
        <a:ext cx="10210537" cy="923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51DD8-B00C-4794-9F38-603E28FD22A0}" type="datetime1">
              <a:rPr lang="en-GB" sz="800" smtClean="0">
                <a:solidFill>
                  <a:schemeClr val="accent1"/>
                </a:solidFill>
              </a:rPr>
              <a:t>01/09/2026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800" smtClean="0">
                <a:solidFill>
                  <a:schemeClr val="accent1"/>
                </a:solidFill>
              </a:rPr>
              <a:t>‹#›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ingshuttle.com/blogs/spring-boot-folder-structure-best-practices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6CFAD1-D197-4A88-B173-A6412E995EE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2F52-14E2-45D5-A249-78CC2A66BD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EEDCFBE-27A6-4833-8A02-6F090B5FDABE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8B06C-D1C0-4719-87F3-6E1B46C516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8A4D158C-A6AB-44D9-9E3E-40314B363B1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82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38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30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238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048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B68C-2D4F-DC27-B509-47764D1F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E9A7C-1C90-B55C-262E-E2115998A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C2D7D-4D7D-1755-B4FD-68A90DB8D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520B3-D549-C4CD-FEEE-687B0390E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5F5C9-B1D3-948C-069C-4108564AE16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A8E915D-F630-103F-62B0-EF43983C798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3B7EB8-3C7D-E5C8-3F33-180A5E1BCC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228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F6A6-FD17-8F4C-7044-ABFEEA21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1703A-7F34-0354-48EF-A894969F4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A9356-B0D7-2C31-86F2-9D8D1C672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5975D-6B64-ED21-F0EC-3AE161FA6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2260F-4373-E5F5-0D82-6B3B07452A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3793B49-0AAD-38A9-92B4-DC3E084F87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AEFF9A-CB40-3348-9E8F-318B43070F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883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ACBA-D7EF-CEF5-39CC-1105D0B7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0A1CB-F537-F5E1-3191-8A0267C02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0C4A-2707-B5F7-599F-9CCA6D7DE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5D2D5-060F-1CB2-4843-81C908F22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A59CE-D4DC-6FF4-E8BB-3FB3F83FBB4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EE4A39C-C1C5-5F72-FD12-935AD74BD9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8E0AA8-C311-BBA5-5936-D1BBDAB252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34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3D33-A320-E46D-14F1-F7840D07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81539-C56E-FF2C-3113-65856459B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C4342-2B97-F676-D387-BCEC8D3F2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2214A-8C05-DA09-C5F4-900A1A6A9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E3A33-62EA-BE96-CB2C-A4094EAF42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78AFD88-D933-1C38-C025-8479A52A3A6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5A0C49-43FD-1768-7E48-20F5F3AA90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663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DB33-8A48-BE42-4C50-D29DAA27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098F3-D8BE-621C-6B22-8C5625078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351A3-E98E-F111-C9AF-BEFF0D50E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5FDA-CD65-45E5-F3A6-0AE7DB480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C063C-A744-0266-B39A-03D420E9B1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8B8172-AD5C-5397-A82C-36AEB6AA75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451183-CBA3-115E-5684-557E88C2AB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824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6BE3-97B0-E6B6-F91E-09D1F62E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E8548-646A-1C4E-6D6C-FD5E3402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28D7C-6DB8-EDF3-9312-6544D0BE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A5BEF-C0B6-936A-3431-3588FE518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523F2-6C8F-CC51-231C-9BB81A74199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9917E8D-080F-FE5A-68ED-0B06E6C3DD7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BBCEA1-8DCE-EFE3-3F6D-858B8C1F8E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668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ADDF-6DB3-E05C-7A10-11262961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B0132-E402-487D-A27E-7DAB23BE2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7A782-5FF8-7BE6-9548-5A7E980D3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C8552-1D69-32FA-2135-50069EC45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66B37-B1A8-491E-C193-7CB7A2E54D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D972DF1-CD76-2222-6119-B4483EDE5AB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843103-EFF1-F1F6-A0EA-0F8D2CA107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742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EBD04-A99C-D98B-C7F2-4C7E1B8D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CB9A8-1B30-01FA-FE1F-5F975BF43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C6C56-E1DD-ED4A-48A7-7E62030EC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>
                <a:hlinkClick r:id="rId3"/>
              </a:rPr>
              <a:t>Spring Boot Folder Structure (Best Practices) | Coding Shuttle</a:t>
            </a:r>
            <a:r>
              <a:rPr lang="en-IN"/>
              <a:t> – For Detailed References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3A417-5AD9-E912-2BA1-9FC457781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E7771-C695-FCCA-BD3B-C77C6BE879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0BBC0DE-6796-B3EA-5E60-4D029D3957B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B9675F5-9309-E4BD-DB5D-283FB0D925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220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07D1-726B-D60A-4C4C-DC6C32DA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EE4FE-196B-F582-FD21-BAB9C64C6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9CB62-C1AB-0D65-B9E3-BE710DD75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C236C-4144-2358-C6CD-E42139962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0F2EF-CBC5-5531-4357-8CE16BE1DF0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D1FF6AD9-FF01-2EB8-9850-44F50E42A51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77AFC4-7E55-BCAC-A1F2-133F85C4BE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357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6541-EDBD-C1D1-EA61-1EB2B727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CD5C1-D02D-86AE-D68F-1E6D5736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C10CA-C370-C535-4736-D03706F68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75389-1C9A-A0A8-5AD8-544A2F35E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9237B-4BD2-B3A7-B79B-CBFE4FDB410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C51A180-1F56-DC22-8144-5FA19D6995B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2D5EB02-D68B-76B9-A0C0-919441267B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148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459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4CA30-A1BB-22F4-26F4-2CD9BF34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CBA11-8D3A-CC3C-6ACC-A72F90316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D73F8-4583-2A98-8794-B4D6F85F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1D1B8-0036-5181-A4CE-C37A93A4F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9E01A-6160-FD5F-C475-BD344A14E2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8813700-F392-5802-3D72-EDAEA6EF98B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8BD7AA-A3D5-8AA9-9987-AE14AE7486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943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4FDD-37EC-276B-A5CB-95FFF959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1FAFB-11FD-3E00-3F50-4CF458C50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DE95D-D337-939F-75DA-60133A19B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559A0-EEF6-0C0A-3E26-8671E4DA6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C3881-2195-C7D8-A8A1-B06B8D7BEF3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77D267A-4AC1-A91A-94AD-7382154866C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682804-3FB5-7CA6-192D-AC091055AB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163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01/09/2026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97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340F0538-9B96-48A2-E0D3-51997329E811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A287E5-3103-5FAA-E5AA-89A61923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76796D24-E52C-91B9-433F-A5D1C511A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2743200" cy="33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38800"/>
            <a:ext cx="7002000" cy="1286506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914400" y="4219200"/>
            <a:ext cx="509040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add subtitle, one line 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651BDEF-5BAF-5895-1B1A-7FAE88270E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</a:t>
            </a:r>
            <a:r>
              <a:rPr lang="en-US" err="1"/>
              <a:t>Templafy</a:t>
            </a:r>
            <a:r>
              <a:rPr lang="en-US"/>
              <a:t>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Logo Placeholder 9">
            <a:extLst>
              <a:ext uri="{FF2B5EF4-FFF2-40B4-BE49-F238E27FC236}">
                <a16:creationId xmlns:a16="http://schemas.microsoft.com/office/drawing/2014/main" id="{D8410491-ACC1-B4F0-BB4F-E3E58AF6E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9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F24335D-38B7-3BBC-A3D8-1B37E89BAC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 Placeholder 9">
            <a:extLst>
              <a:ext uri="{FF2B5EF4-FFF2-40B4-BE49-F238E27FC236}">
                <a16:creationId xmlns:a16="http://schemas.microsoft.com/office/drawing/2014/main" id="{6321382D-5A07-31AA-0933-D4F46703D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B3C6D49B-5AA8-08F3-B147-E15E36F776DB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ABFFD0-7FB5-22D4-AEE3-9130103DE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914400"/>
            <a:ext cx="7956000" cy="49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41371CC-D25B-51AE-5ABB-421D01359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11199" y="1836000"/>
            <a:ext cx="7458163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6pPr>
            <a:lvl7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7pPr>
            <a:lvl8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8pPr>
            <a:lvl9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add agenda point                                                        Enter &amp; TAB to view highlight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96624D-FA1A-B68E-7DBE-8CCBAFF24F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1836000"/>
            <a:ext cx="396000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3pPr>
            <a:lvl4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4pPr>
            <a:lvl5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6pPr>
            <a:lvl7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7pPr>
            <a:lvl8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accent3"/>
                </a:solidFill>
              </a:defRPr>
            </a:lvl8pPr>
            <a:lvl9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01</a:t>
            </a:r>
          </a:p>
          <a:p>
            <a:pPr lvl="1"/>
            <a:r>
              <a:rPr lang="en-US"/>
              <a:t>02</a:t>
            </a:r>
          </a:p>
          <a:p>
            <a:pPr lvl="2"/>
            <a:r>
              <a:rPr lang="en-US"/>
              <a:t>03</a:t>
            </a:r>
          </a:p>
          <a:p>
            <a:pPr lvl="3"/>
            <a:r>
              <a:rPr lang="en-US"/>
              <a:t>04</a:t>
            </a:r>
          </a:p>
          <a:p>
            <a:pPr lvl="4"/>
            <a:r>
              <a:rPr lang="en-US"/>
              <a:t>05</a:t>
            </a:r>
          </a:p>
          <a:p>
            <a:pPr lvl="5"/>
            <a:r>
              <a:rPr lang="en-US"/>
              <a:t>06</a:t>
            </a:r>
          </a:p>
          <a:p>
            <a:pPr lvl="6"/>
            <a:r>
              <a:rPr lang="en-US"/>
              <a:t>07</a:t>
            </a:r>
          </a:p>
          <a:p>
            <a:pPr lvl="7"/>
            <a:r>
              <a:rPr lang="en-US"/>
              <a:t>08</a:t>
            </a:r>
          </a:p>
          <a:p>
            <a:pPr lvl="8"/>
            <a:r>
              <a:rPr lang="en-US"/>
              <a:t>09</a:t>
            </a:r>
          </a:p>
        </p:txBody>
      </p:sp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6337724D-6107-D752-5174-474B0390C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3DC341-C334-5512-74C4-08B4FC8DAC6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DE2604-0312-B234-C47D-460B0F77B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D4D25F-806C-BD90-FA02-0B54023D53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9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6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11277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Note 1 Sub 1">
            <a:extLst>
              <a:ext uri="{FF2B5EF4-FFF2-40B4-BE49-F238E27FC236}">
                <a16:creationId xmlns:a16="http://schemas.microsoft.com/office/drawing/2014/main" id="{38E65F5C-54FD-FBF2-4466-8B2C452C0C4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5548312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Note 1 Sub 1">
            <a:extLst>
              <a:ext uri="{FF2B5EF4-FFF2-40B4-BE49-F238E27FC236}">
                <a16:creationId xmlns:a16="http://schemas.microsoft.com/office/drawing/2014/main" id="{E61B1661-5972-8C49-8794-8B443A054B88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0" y="5763600"/>
            <a:ext cx="5548312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Note 2 23">
            <a:extLst>
              <a:ext uri="{FF2B5EF4-FFF2-40B4-BE49-F238E27FC236}">
                <a16:creationId xmlns:a16="http://schemas.microsoft.com/office/drawing/2014/main" id="{00181299-DF32-7C45-A085-197D1BDFB5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4592637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4" name="Note 1 Sub 1">
            <a:extLst>
              <a:ext uri="{FF2B5EF4-FFF2-40B4-BE49-F238E27FC236}">
                <a16:creationId xmlns:a16="http://schemas.microsoft.com/office/drawing/2014/main" id="{BEEEF4B7-428C-9762-96F2-F9AB99E081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4592637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Note 2 23">
            <a:extLst>
              <a:ext uri="{FF2B5EF4-FFF2-40B4-BE49-F238E27FC236}">
                <a16:creationId xmlns:a16="http://schemas.microsoft.com/office/drawing/2014/main" id="{EDAA4865-C74E-7685-66E0-F060C7A99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8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9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1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3639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4" name="Note 2 23">
            <a:extLst>
              <a:ext uri="{FF2B5EF4-FFF2-40B4-BE49-F238E27FC236}">
                <a16:creationId xmlns:a16="http://schemas.microsoft.com/office/drawing/2014/main" id="{68A05EFF-09AD-2BDE-63D2-FB5D533CF8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4664" y="5763600"/>
            <a:ext cx="3639600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674E71-B0C4-FEC5-FD69-32E7BBAEF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6009F8-89A8-30D5-6C9C-F7B53B666E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493320-A1EB-762E-F669-F1D7CAA4A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5675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2BD066-A79A-F43D-D356-7343A2D40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3614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D8AEAC-6B00-82AA-21E5-203CEA43691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6D243-0CFA-03C5-E855-8D687A3E94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A359F9-23D1-0B3C-C313-465E6E5C13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600" y="0"/>
            <a:ext cx="6098400" cy="6858000"/>
          </a:xfrm>
          <a:solidFill>
            <a:schemeClr val="tx1"/>
          </a:solidFill>
        </p:spPr>
        <p:txBody>
          <a:bodyPr tIns="108000" anchor="t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on frame and insert picture via </a:t>
            </a:r>
            <a:r>
              <a:rPr lang="en-US" noProof="0" err="1"/>
              <a:t>Templafy</a:t>
            </a:r>
            <a:r>
              <a:rPr lang="en-US" noProof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E9B-B320-E47B-3176-A493B0DC8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457200"/>
            <a:ext cx="5158800" cy="16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three lines optional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539132-A20E-07F0-8181-75BDE4793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1" y="2743200"/>
            <a:ext cx="51588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0" name="Note 1 Sub 1">
            <a:extLst>
              <a:ext uri="{FF2B5EF4-FFF2-40B4-BE49-F238E27FC236}">
                <a16:creationId xmlns:a16="http://schemas.microsoft.com/office/drawing/2014/main" id="{0C6B742A-91F9-666A-BF0F-8F57EAC178C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white">
          <a:xfrm>
            <a:off x="457200" y="5763600"/>
            <a:ext cx="515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A672A77-3A7D-E59F-FF4E-BE18A5E105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5345F-79A0-C72D-C867-4CB73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A7736-C906-07C5-0D5A-3DEDC5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1836B27C-B32A-1D89-C444-C52A127915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941FA-9D05-0D95-0EA0-CC5F7CE3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D0358-17F7-DF33-FD3A-550D27E8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F762D97-CF6A-B2DB-1D74-D6EE28701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CA731-A8F5-9D6D-8035-9447D93D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F029-4DD6-D941-BBCC-3AB2084844EF}" type="datetimeFigureOut">
              <a:rPr lang="en-US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0445F-105D-FC9D-2F49-01244898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33EF-A1D1-8B89-A354-C7E0EB0B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0581-F331-824A-B07B-43DA2241CC0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page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CE496233-C250-B88A-B964-7BF48F24B4E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40F7F431-C69E-3D80-0906-67F262A4E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1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A7FF08-497F-4E40-AED3-0532762F5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5548314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5A8F3-C789-43A7-B9C7-C2E8AD06CA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0504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" name="Note 1 Sub 1">
            <a:extLst>
              <a:ext uri="{FF2B5EF4-FFF2-40B4-BE49-F238E27FC236}">
                <a16:creationId xmlns:a16="http://schemas.microsoft.com/office/drawing/2014/main" id="{3B607106-140F-3336-3175-16463A0591A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Date Placeholder 11" hidden="1">
            <a:extLst>
              <a:ext uri="{FF2B5EF4-FFF2-40B4-BE49-F238E27FC236}">
                <a16:creationId xmlns:a16="http://schemas.microsoft.com/office/drawing/2014/main" id="{89B46E72-3A7F-5AA5-7986-0B5D443D5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D69141-87D9-4AAE-F9E7-65AF613F20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1ADA0BC-BBD9-2A8F-7617-20AC5215B2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F327-8516-9B76-E6C5-A70D73B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5E11-AC2D-CE0C-6212-92DB0611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0A03-A7F5-27B6-9E8F-8D97DFC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02F5E-8C20-931B-A57D-06A68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noFill/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light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2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15" y="2743200"/>
            <a:ext cx="2684948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7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6BED3-B0E8-BAB1-BE3F-D3833F541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106180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4164B-E3B7-2647-6166-D697CDEB6A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935E5A5E-EEC0-2CD1-F188-857C1C79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Enter &amp; TAB to view next text style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33548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618376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Enter &amp; TAB to view next text style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Enter &amp; TAB to view next text style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 bwMode="white"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7D7D3-77A7-E31E-5620-9C33844D5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81941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dark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1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94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Enter &amp; TAB to view next text style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Enter &amp; TAB to view next text style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D4E1EE-1242-874C-66B7-8C1E73BAF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60375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00A8D39C-F9B4-BF5F-FA96-4FE6B9BA84A9}"/>
              </a:ext>
            </a:extLst>
          </p:cNvPr>
          <p:cNvSpPr/>
          <p:nvPr userDrawn="1"/>
        </p:nvSpPr>
        <p:spPr>
          <a:xfrm>
            <a:off x="0" y="0"/>
            <a:ext cx="121920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CEDE22F-63BC-0AD4-6E95-B84229CFC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E48B-B220-3C21-F7F8-3DBB4D33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1720800"/>
            <a:ext cx="7002000" cy="1929600"/>
          </a:xfrm>
        </p:spPr>
        <p:txBody>
          <a:bodyPr anchor="b" anchorCtr="0"/>
          <a:lstStyle>
            <a:lvl1pPr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46F7B-BA1D-CEBB-3CEC-E0D54E6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2C7110B-C33C-F958-2789-F75D5065A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B4FDD3-0F0D-AB5B-7496-471F8B41A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DC7421-D19E-8E3B-4AB9-DB3C537AF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529327" cy="4572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1F31B9-278B-412D-32D9-19F1605D31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3949200"/>
            <a:ext cx="7002000" cy="332399"/>
          </a:xfrm>
        </p:spPr>
        <p:txBody>
          <a:bodyPr>
            <a:spAutoFit/>
          </a:bodyPr>
          <a:lstStyle>
            <a:lvl1pPr marL="324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2pPr>
            <a:lvl3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3pPr>
            <a:lvl4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4pPr>
            <a:lvl5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5pPr>
            <a:lvl6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6pPr>
            <a:lvl7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7pPr>
            <a:lvl8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8pPr>
            <a:lvl9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 source reference</a:t>
            </a:r>
          </a:p>
        </p:txBody>
      </p:sp>
    </p:spTree>
    <p:extLst>
      <p:ext uri="{BB962C8B-B14F-4D97-AF65-F5344CB8AC3E}">
        <p14:creationId xmlns:p14="http://schemas.microsoft.com/office/powerpoint/2010/main" val="110346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914400"/>
            <a:ext cx="5090400" cy="789447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654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CFB08-1F95-881D-F816-C86A590EE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40968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phone number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1F9A57-5B2A-8DD5-9ABF-4514F0C735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14400" y="4525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e-mail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20DEF4-2DF2-C891-22D0-C0202100A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4400" y="4957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WEB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9B4B28-D096-0D8A-10F6-02BF64665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14400" y="53856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address</a:t>
            </a:r>
          </a:p>
        </p:txBody>
      </p:sp>
    </p:spTree>
    <p:extLst>
      <p:ext uri="{BB962C8B-B14F-4D97-AF65-F5344CB8AC3E}">
        <p14:creationId xmlns:p14="http://schemas.microsoft.com/office/powerpoint/2010/main" val="688408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83325" y="1493850"/>
            <a:ext cx="2857250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2225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3987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02167" y="1493850"/>
            <a:ext cx="2856345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buttons in the Templafy pane on the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55613" y="463861"/>
            <a:ext cx="11277600" cy="494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56668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AB74252-A308-4DBB-A9A9-CA2BB4B51A09}" type="datetime1">
              <a:rPr lang="en-US" smtClean="0"/>
              <a:t>9/1/2026</a:t>
            </a:fld>
            <a:endParaRPr lang="en-US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134516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52" y="1493850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81118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81118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83816" y="568977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1118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086364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87108" y="5476821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1118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B47CC09-D412-46CC-B4F3-6A86C85F5C46}" type="datetime1">
              <a:rPr lang="en-US" smtClean="0"/>
              <a:t>9/1/2026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71600"/>
            <a:ext cx="11277600" cy="43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 (Enter &amp; TAB to view next text style, SHIFT+TAB to view previous text style)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4, Header</a:t>
            </a:r>
          </a:p>
          <a:p>
            <a:pPr lvl="4"/>
            <a:r>
              <a:rPr lang="en-US" noProof="0"/>
              <a:t>Level 5, Body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7, Small Header</a:t>
            </a:r>
          </a:p>
          <a:p>
            <a:pPr lvl="7"/>
            <a:r>
              <a:rPr lang="en-US" noProof="0"/>
              <a:t>Level 8, Small Body</a:t>
            </a:r>
          </a:p>
          <a:p>
            <a:pPr lvl="8"/>
            <a:r>
              <a:rPr lang="en-US" noProof="0"/>
              <a:t>Level 9, Infographic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noFill/>
              </a:defRPr>
            </a:lvl1pPr>
          </a:lstStyle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1" name="Grid" hidden="1">
            <a:extLst>
              <a:ext uri="{FF2B5EF4-FFF2-40B4-BE49-F238E27FC236}">
                <a16:creationId xmlns:a16="http://schemas.microsoft.com/office/drawing/2014/main" id="{3E9C1BF4-18A1-7A48-550F-37D0F8D2F27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57199" y="457200"/>
            <a:ext cx="11277599" cy="5943600"/>
            <a:chOff x="457199" y="457200"/>
            <a:chExt cx="11277599" cy="5943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418678-FD7F-814C-A0B7-ED5758643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2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4555C3-3F4D-87D5-E922-8B350C7FD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457199" y="457200"/>
              <a:ext cx="11277599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B548E8-35D0-6F71-801A-2FF7E309BE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86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FA8BF-27CD-55AE-9D76-0FCF533D3A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141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5B43D8-035E-E1B5-5A6C-85EE3476A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96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4053FB-DEA3-7227-C4EA-69E6C5675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051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441BB4-04CD-791B-8A1A-0F5FD09DD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06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77EC9A-AC61-B401-4184-3D2B84FB1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960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B7655-6675-3943-E913-D659C2DA4B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915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781662-9A76-A8A4-F4C3-D8F0A583C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70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CC8D-5899-F9BE-67D0-BE8698662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825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F98C2D-FD89-25EA-A132-F3014D6B6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780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</p:grpSp>
      <p:pic>
        <p:nvPicPr>
          <p:cNvPr id="34" name="Logo">
            <a:extLst>
              <a:ext uri="{FF2B5EF4-FFF2-40B4-BE49-F238E27FC236}">
                <a16:creationId xmlns:a16="http://schemas.microsoft.com/office/drawing/2014/main" id="{659CF7DA-83FD-55B4-BD19-ECAAB62AC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5" r:id="rId2"/>
    <p:sldLayoutId id="2147483813" r:id="rId3"/>
    <p:sldLayoutId id="2147483737" r:id="rId4"/>
    <p:sldLayoutId id="2147483731" r:id="rId5"/>
    <p:sldLayoutId id="2147483798" r:id="rId6"/>
    <p:sldLayoutId id="2147483799" r:id="rId7"/>
    <p:sldLayoutId id="2147483732" r:id="rId8"/>
    <p:sldLayoutId id="2147483755" r:id="rId9"/>
    <p:sldLayoutId id="2147483800" r:id="rId10"/>
    <p:sldLayoutId id="2147483803" r:id="rId11"/>
    <p:sldLayoutId id="2147483815" r:id="rId12"/>
    <p:sldLayoutId id="2147483772" r:id="rId13"/>
    <p:sldLayoutId id="2147483801" r:id="rId14"/>
    <p:sldLayoutId id="2147483804" r:id="rId15"/>
    <p:sldLayoutId id="2147483743" r:id="rId16"/>
    <p:sldLayoutId id="2147483814" r:id="rId17"/>
    <p:sldLayoutId id="2147483739" r:id="rId18"/>
    <p:sldLayoutId id="2147483806" r:id="rId19"/>
    <p:sldLayoutId id="2147483805" r:id="rId20"/>
    <p:sldLayoutId id="2147483767" r:id="rId21"/>
    <p:sldLayoutId id="2147483816" r:id="rId22"/>
    <p:sldLayoutId id="2147483807" r:id="rId23"/>
    <p:sldLayoutId id="2147483810" r:id="rId24"/>
    <p:sldLayoutId id="2147483809" r:id="rId25"/>
    <p:sldLayoutId id="2147483811" r:id="rId26"/>
    <p:sldLayoutId id="2147483812" r:id="rId27"/>
    <p:sldLayoutId id="2147483792" r:id="rId28"/>
    <p:sldLayoutId id="2147483751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20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14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sz="12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​"/>
        <a:defRPr sz="5400" b="1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76" userDrawn="1">
          <p15:clr>
            <a:srgbClr val="F26B43"/>
          </p15:clr>
        </p15:guide>
        <p15:guide id="2" pos="889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orient="horz" pos="4032" userDrawn="1">
          <p15:clr>
            <a:srgbClr val="F26B43"/>
          </p15:clr>
        </p15:guide>
        <p15:guide id="5" pos="287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pos="1377" userDrawn="1">
          <p15:clr>
            <a:srgbClr val="F26B43"/>
          </p15:clr>
        </p15:guide>
        <p15:guide id="8" pos="1490" userDrawn="1">
          <p15:clr>
            <a:srgbClr val="F26B43"/>
          </p15:clr>
        </p15:guide>
        <p15:guide id="9" pos="1978" userDrawn="1">
          <p15:clr>
            <a:srgbClr val="F26B43"/>
          </p15:clr>
        </p15:guide>
        <p15:guide id="10" pos="2092" userDrawn="1">
          <p15:clr>
            <a:srgbClr val="F26B43"/>
          </p15:clr>
        </p15:guide>
        <p15:guide id="11" pos="2580" userDrawn="1">
          <p15:clr>
            <a:srgbClr val="F26B43"/>
          </p15:clr>
        </p15:guide>
        <p15:guide id="12" pos="2693" userDrawn="1">
          <p15:clr>
            <a:srgbClr val="F26B43"/>
          </p15:clr>
        </p15:guide>
        <p15:guide id="13" pos="3181" userDrawn="1">
          <p15:clr>
            <a:srgbClr val="F26B43"/>
          </p15:clr>
        </p15:guide>
        <p15:guide id="14" pos="329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86" userDrawn="1">
          <p15:clr>
            <a:srgbClr val="F26B43"/>
          </p15:clr>
        </p15:guide>
        <p15:guide id="20" pos="5099" userDrawn="1">
          <p15:clr>
            <a:srgbClr val="F26B43"/>
          </p15:clr>
        </p15:guide>
        <p15:guide id="21" pos="5587" userDrawn="1">
          <p15:clr>
            <a:srgbClr val="F26B43"/>
          </p15:clr>
        </p15:guide>
        <p15:guide id="22" pos="5701" userDrawn="1">
          <p15:clr>
            <a:srgbClr val="F26B43"/>
          </p15:clr>
        </p15:guide>
        <p15:guide id="23" pos="6189" userDrawn="1">
          <p15:clr>
            <a:srgbClr val="F26B43"/>
          </p15:clr>
        </p15:guide>
        <p15:guide id="24" pos="6302" userDrawn="1">
          <p15:clr>
            <a:srgbClr val="F26B43"/>
          </p15:clr>
        </p15:guide>
        <p15:guide id="25" pos="6790" userDrawn="1">
          <p15:clr>
            <a:srgbClr val="F26B43"/>
          </p15:clr>
        </p15:guide>
        <p15:guide id="26" pos="6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9.svg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29.svg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notesSlide" Target="../notesSlides/notesSlide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EE3063-0308-2DD5-3C3B-A38FCA32D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2998581"/>
            <a:ext cx="8111359" cy="643253"/>
          </a:xfrm>
        </p:spPr>
        <p:txBody>
          <a:bodyPr/>
          <a:lstStyle/>
          <a:p>
            <a:r>
              <a:rPr lang="en-US">
                <a:cs typeface="Arial"/>
              </a:rPr>
              <a:t>Spring Boot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4EE1D-FB04-DECE-9F42-22DA4C231E5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14400" y="5752799"/>
            <a:ext cx="5090400" cy="246221"/>
          </a:xfrm>
        </p:spPr>
        <p:txBody>
          <a:bodyPr/>
          <a:lstStyle/>
          <a:p>
            <a:r>
              <a:rPr lang="en-US" sz="1600"/>
              <a:t>07/09/2025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732AD-EA4E-B14E-A59E-A855D13EF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59C3-93FB-E327-2C2C-0475F43A94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B7EA5D-DE3C-BBDC-370A-88A37FC67A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5397667"/>
            <a:ext cx="5090400" cy="276999"/>
          </a:xfrm>
        </p:spPr>
        <p:txBody>
          <a:bodyPr/>
          <a:lstStyle/>
          <a:p>
            <a:r>
              <a:rPr lang="en-US" sz="1800"/>
              <a:t>Saurav Sanyal, Syed Suhail</a:t>
            </a:r>
            <a:endParaRPr lang="en-IN" sz="18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5F301D8-45DB-343E-948E-DAB1B8D1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4219200"/>
            <a:ext cx="7945821" cy="664797"/>
          </a:xfrm>
        </p:spPr>
        <p:txBody>
          <a:bodyPr/>
          <a:lstStyle/>
          <a:p>
            <a:r>
              <a:rPr lang="en-IN"/>
              <a:t>A framework for production grade enterprise applications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0F9445-B5AB-E5D1-DEA3-57612ACF4149}"/>
              </a:ext>
            </a:extLst>
          </p:cNvPr>
          <p:cNvCxnSpPr>
            <a:cxnSpLocks/>
          </p:cNvCxnSpPr>
          <p:nvPr/>
        </p:nvCxnSpPr>
        <p:spPr>
          <a:xfrm>
            <a:off x="914399" y="4733494"/>
            <a:ext cx="4047214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6458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79"/>
    </mc:Choice>
    <mc:Fallback xmlns="">
      <p:transition spd="slow" advTm="501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3EB-8E20-2B34-FD04-0F57C8E8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1728"/>
            <a:ext cx="7956000" cy="496800"/>
          </a:xfrm>
        </p:spPr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1672A-2460-B997-8747-7A52919906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7976" y="1324272"/>
            <a:ext cx="10052823" cy="4500456"/>
          </a:xfrm>
        </p:spPr>
        <p:txBody>
          <a:bodyPr/>
          <a:lstStyle/>
          <a:p>
            <a:r>
              <a:rPr lang="en-IN"/>
              <a:t>Understanding Web Apps and Backend Engineering. </a:t>
            </a:r>
          </a:p>
          <a:p>
            <a:endParaRPr lang="en-IN"/>
          </a:p>
          <a:p>
            <a:r>
              <a:rPr lang="en-IN"/>
              <a:t>Intro To Spring</a:t>
            </a:r>
          </a:p>
          <a:p>
            <a:endParaRPr lang="en-IN"/>
          </a:p>
          <a:p>
            <a:r>
              <a:rPr lang="en-IN"/>
              <a:t>Core Spring Concepts</a:t>
            </a:r>
          </a:p>
          <a:p>
            <a:endParaRPr lang="en-IN"/>
          </a:p>
          <a:p>
            <a:pPr>
              <a:buNone/>
            </a:pPr>
            <a:r>
              <a:rPr lang="en-IN"/>
              <a:t>Creating a Spring Project</a:t>
            </a:r>
          </a:p>
          <a:p>
            <a:endParaRPr lang="en-IN"/>
          </a:p>
          <a:p>
            <a:r>
              <a:rPr lang="en-IN"/>
              <a:t>ReST API Development</a:t>
            </a:r>
          </a:p>
          <a:p>
            <a:endParaRPr lang="en-IN"/>
          </a:p>
          <a:p>
            <a:r>
              <a:rPr lang="en-US"/>
              <a:t>Hands on Exercises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BCA4B-B7CB-1537-B38C-3C922585DB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1324272"/>
            <a:ext cx="396000" cy="3650400"/>
          </a:xfrm>
        </p:spPr>
        <p:txBody>
          <a:bodyPr/>
          <a:lstStyle/>
          <a:p>
            <a:r>
              <a:rPr lang="en-IN"/>
              <a:t>01</a:t>
            </a:r>
          </a:p>
          <a:p>
            <a:endParaRPr lang="en-IN"/>
          </a:p>
          <a:p>
            <a:r>
              <a:rPr lang="en-IN"/>
              <a:t>02</a:t>
            </a:r>
          </a:p>
          <a:p>
            <a:endParaRPr lang="en-IN"/>
          </a:p>
          <a:p>
            <a:r>
              <a:rPr lang="en-IN"/>
              <a:t>03</a:t>
            </a:r>
          </a:p>
          <a:p>
            <a:endParaRPr lang="en-IN"/>
          </a:p>
          <a:p>
            <a:r>
              <a:rPr lang="en-IN"/>
              <a:t>04</a:t>
            </a:r>
          </a:p>
          <a:p>
            <a:endParaRPr lang="en-IN"/>
          </a:p>
          <a:p>
            <a:r>
              <a:rPr lang="en-IN"/>
              <a:t>05</a:t>
            </a:r>
          </a:p>
          <a:p>
            <a:endParaRPr lang="en-IN"/>
          </a:p>
          <a:p>
            <a:r>
              <a:rPr lang="en-IN"/>
              <a:t>06</a:t>
            </a:r>
          </a:p>
          <a:p>
            <a:endParaRPr lang="en-IN"/>
          </a:p>
          <a:p>
            <a:pPr>
              <a:buNone/>
            </a:pP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EB78-731C-E59B-0545-89BE99631FE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42E49-6F72-2F35-2D2C-AE22208B24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1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E5C19D-9118-18B0-C95D-E87DE6FB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Trainer Quick Intro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08F23-4E50-CEF4-E602-A3C7A653B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IN" b="1" dirty="0"/>
              <a:t>Syed Ameer Suhail</a:t>
            </a:r>
          </a:p>
          <a:p>
            <a:pPr marL="233680" indent="-233680"/>
            <a:r>
              <a:rPr lang="en-IN" b="1" dirty="0">
                <a:cs typeface="Arial"/>
              </a:rPr>
              <a:t>7.5 Years of experience in Backend Development</a:t>
            </a:r>
          </a:p>
          <a:p>
            <a:pPr marL="233680" indent="-233680"/>
            <a:r>
              <a:rPr lang="en-US" b="1" dirty="0">
                <a:cs typeface="Arial"/>
              </a:rPr>
              <a:t>Currently working as a Lead Software Engineer - Sales order Domain.</a:t>
            </a:r>
          </a:p>
          <a:p>
            <a:pPr marL="233680" indent="-233680"/>
            <a:r>
              <a:rPr lang="en-US" b="1" dirty="0">
                <a:cs typeface="Arial"/>
              </a:rPr>
              <a:t>Joined Ferguson in May 2025.</a:t>
            </a:r>
          </a:p>
          <a:p>
            <a:pPr marL="233680" indent="-233680"/>
            <a:r>
              <a:rPr lang="en-US" b="1" dirty="0">
                <a:cs typeface="Arial"/>
              </a:rPr>
              <a:t>Core Expertise: Java, Spring Boot, Microservices, Cloud (Azure) &amp; Backend Systems.</a:t>
            </a:r>
          </a:p>
          <a:p>
            <a:pPr marL="233680" indent="-233680"/>
            <a:endParaRPr lang="en-IN" b="1" dirty="0">
              <a:cs typeface="Arial"/>
            </a:endParaRP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D9304C-F040-9808-D53D-D786F08236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Saurav Sanyal</a:t>
            </a:r>
          </a:p>
          <a:p>
            <a:pPr lvl="0"/>
            <a:r>
              <a:rPr lang="en-IN" b="1"/>
              <a:t>Software Engineer with 6+ YoE </a:t>
            </a:r>
            <a:r>
              <a:rPr lang="en-IN"/>
              <a:t>in building backend and enterprise applications. </a:t>
            </a:r>
          </a:p>
          <a:p>
            <a:pPr lvl="0"/>
            <a:r>
              <a:rPr lang="en-IN"/>
              <a:t>Currently working as Lead Software Engineer at Omni#1 team, working on APIs, middleware, integrations, and event-driven systems. </a:t>
            </a:r>
          </a:p>
          <a:p>
            <a:pPr lvl="0"/>
            <a:r>
              <a:rPr lang="en-IN"/>
              <a:t>My core expertise includes </a:t>
            </a:r>
            <a:r>
              <a:rPr lang="en-IN" b="1"/>
              <a:t>Java, Spring Boot, Microservices, Cloud, Databases, and Distributed Systems</a:t>
            </a:r>
            <a:r>
              <a:rPr lang="en-IN"/>
              <a:t>. </a:t>
            </a:r>
          </a:p>
          <a:p>
            <a:pPr lvl="0"/>
            <a:r>
              <a:rPr lang="en-IN"/>
              <a:t>Currently expanding into </a:t>
            </a:r>
            <a:r>
              <a:rPr lang="en-IN" b="1"/>
              <a:t>AI Engineering</a:t>
            </a:r>
            <a:r>
              <a:rPr lang="en-IN"/>
              <a:t>, with hands-on work in </a:t>
            </a:r>
            <a:r>
              <a:rPr lang="en-IN" b="1"/>
              <a:t>RAG, LLMs, Vector Search, and AI-powered applications</a:t>
            </a:r>
            <a:r>
              <a:rPr lang="en-IN"/>
              <a:t>.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F22855D-02B5-D76E-F068-4BD7E3212CB3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1FB1BC-F45E-F5BB-0233-A1F4CC41B4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2BC18-A371-C031-0AD3-7699BDD5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EE3AB-F54F-C75E-4099-A57D611C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4E56B-AC78-75A0-19F6-CD8D364C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76A0-39F5-5203-8125-034158F3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to Web Applications</a:t>
            </a:r>
            <a:br>
              <a:rPr lang="en-IN"/>
            </a:br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FD4AAB-D7D5-09AF-84D7-E2DE2408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A3C558-982B-C745-A7B8-359ADE85D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noProof="0" smtClean="0"/>
              <a:pPr/>
              <a:t>9/1/2026</a:t>
            </a:fld>
            <a:endParaRPr lang="en-US" noProof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ED76512-1865-F147-5847-E14B9359FF5F}"/>
              </a:ext>
            </a:extLst>
          </p:cNvPr>
          <p:cNvGrpSpPr/>
          <p:nvPr/>
        </p:nvGrpSpPr>
        <p:grpSpPr>
          <a:xfrm>
            <a:off x="365127" y="1249519"/>
            <a:ext cx="3622674" cy="4358962"/>
            <a:chOff x="5049837" y="2050813"/>
            <a:chExt cx="4954587" cy="4358962"/>
          </a:xfrm>
        </p:grpSpPr>
        <p:sp>
          <p:nvSpPr>
            <p:cNvPr id="18" name="Triangle 51">
              <a:extLst>
                <a:ext uri="{FF2B5EF4-FFF2-40B4-BE49-F238E27FC236}">
                  <a16:creationId xmlns:a16="http://schemas.microsoft.com/office/drawing/2014/main" id="{B499EED0-4B49-FBDF-7217-F41402D1433B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19" name="Triangle 48">
              <a:extLst>
                <a:ext uri="{FF2B5EF4-FFF2-40B4-BE49-F238E27FC236}">
                  <a16:creationId xmlns:a16="http://schemas.microsoft.com/office/drawing/2014/main" id="{8DC7B19B-D15D-D6A6-A653-823374E5AED2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A983D4A-0796-BCD6-677A-D0D2998B8F68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What is a Web Application?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Examples of Web Applications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Components/Layers</a:t>
              </a:r>
            </a:p>
            <a:p>
              <a:pPr marL="285750" indent="-285750">
                <a:spcBef>
                  <a:spcPts val="6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IN"/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F21103-90B1-C688-252A-B5E86B524B9C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FA4E34-906D-342D-B534-6DAD329BBFED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r>
                <a:rPr lang="en-US" sz="3600" b="1" noProof="0"/>
                <a:t>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9468E7-F808-B1B5-82D2-1B91137E7974}"/>
              </a:ext>
            </a:extLst>
          </p:cNvPr>
          <p:cNvGrpSpPr/>
          <p:nvPr/>
        </p:nvGrpSpPr>
        <p:grpSpPr>
          <a:xfrm>
            <a:off x="4277017" y="1249519"/>
            <a:ext cx="3622674" cy="4358962"/>
            <a:chOff x="5049837" y="2050813"/>
            <a:chExt cx="4954587" cy="4358962"/>
          </a:xfrm>
        </p:grpSpPr>
        <p:sp>
          <p:nvSpPr>
            <p:cNvPr id="24" name="Triangle 51">
              <a:extLst>
                <a:ext uri="{FF2B5EF4-FFF2-40B4-BE49-F238E27FC236}">
                  <a16:creationId xmlns:a16="http://schemas.microsoft.com/office/drawing/2014/main" id="{1252381B-E546-F796-8DF8-2CF8B253ED53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5" name="Triangle 48">
              <a:extLst>
                <a:ext uri="{FF2B5EF4-FFF2-40B4-BE49-F238E27FC236}">
                  <a16:creationId xmlns:a16="http://schemas.microsoft.com/office/drawing/2014/main" id="{6D5A6BFC-5047-87E3-5BC0-EE115C10F068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85DDEF-4876-D93D-EC26-0B5773DEC419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Where Does the Backend Sit?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Browser → Backend → Database Flow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2C8003-842A-FAAB-874E-41F666E0860A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BBEF48-4804-8576-8999-F968647CE4D3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r>
                <a:rPr lang="en-US" sz="3600" b="1" noProof="0"/>
                <a:t>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37821D-5833-236D-376D-8B335F5B7A31}"/>
              </a:ext>
            </a:extLst>
          </p:cNvPr>
          <p:cNvGrpSpPr/>
          <p:nvPr/>
        </p:nvGrpSpPr>
        <p:grpSpPr>
          <a:xfrm>
            <a:off x="8188906" y="1249519"/>
            <a:ext cx="3622674" cy="4358962"/>
            <a:chOff x="5049837" y="2050813"/>
            <a:chExt cx="4954587" cy="4358962"/>
          </a:xfrm>
        </p:grpSpPr>
        <p:sp>
          <p:nvSpPr>
            <p:cNvPr id="30" name="Triangle 51">
              <a:extLst>
                <a:ext uri="{FF2B5EF4-FFF2-40B4-BE49-F238E27FC236}">
                  <a16:creationId xmlns:a16="http://schemas.microsoft.com/office/drawing/2014/main" id="{33CBED87-4D7C-5DC5-E038-8198D5D11B06}"/>
                </a:ext>
              </a:extLst>
            </p:cNvPr>
            <p:cNvSpPr/>
            <p:nvPr/>
          </p:nvSpPr>
          <p:spPr>
            <a:xfrm rot="12600000">
              <a:off x="970128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1" name="Triangle 48">
              <a:extLst>
                <a:ext uri="{FF2B5EF4-FFF2-40B4-BE49-F238E27FC236}">
                  <a16:creationId xmlns:a16="http://schemas.microsoft.com/office/drawing/2014/main" id="{8087F8D9-9C3C-2160-7B6B-C545911EE4D6}"/>
                </a:ext>
              </a:extLst>
            </p:cNvPr>
            <p:cNvSpPr/>
            <p:nvPr/>
          </p:nvSpPr>
          <p:spPr>
            <a:xfrm rot="9000000">
              <a:off x="5089040" y="2892090"/>
              <a:ext cx="263942" cy="227536"/>
            </a:xfrm>
            <a:prstGeom prst="triangle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B8295F-305B-E31C-4005-055E196F5A49}"/>
                </a:ext>
              </a:extLst>
            </p:cNvPr>
            <p:cNvSpPr/>
            <p:nvPr/>
          </p:nvSpPr>
          <p:spPr>
            <a:xfrm>
              <a:off x="5230813" y="2973858"/>
              <a:ext cx="4593600" cy="3435917"/>
            </a:xfrm>
            <a:prstGeom prst="rect">
              <a:avLst/>
            </a:prstGeom>
            <a:solidFill>
              <a:schemeClr val="bg2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274320" rIns="182880" bIns="182880" rtlCol="0" anchor="t"/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What Does a Backend Do?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Receive Requests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Business Logic Processing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Database Interaction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API Integration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Return Responses</a:t>
              </a:r>
            </a:p>
            <a:p>
              <a:pPr marL="285750" indent="-285750">
                <a:spcBef>
                  <a:spcPts val="6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IN">
                <a:solidFill>
                  <a:schemeClr val="tx1"/>
                </a:solidFill>
              </a:endParaRP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US" sz="1400" noProof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CBCF19F-171D-3505-750D-8807BB2E1B6F}"/>
                </a:ext>
              </a:extLst>
            </p:cNvPr>
            <p:cNvSpPr/>
            <p:nvPr/>
          </p:nvSpPr>
          <p:spPr>
            <a:xfrm>
              <a:off x="5049837" y="2185060"/>
              <a:ext cx="4954587" cy="788799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05840" tIns="36000" rIns="72000" bIns="36576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endParaRPr lang="en-US" sz="1800" noProof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F92459E-FBEE-886C-4AD1-1667C5C02B92}"/>
                </a:ext>
              </a:extLst>
            </p:cNvPr>
            <p:cNvSpPr/>
            <p:nvPr/>
          </p:nvSpPr>
          <p:spPr>
            <a:xfrm>
              <a:off x="5392186" y="2050813"/>
              <a:ext cx="1095122" cy="1019836"/>
            </a:xfrm>
            <a:prstGeom prst="rect">
              <a:avLst/>
            </a:prstGeom>
            <a:solidFill>
              <a:schemeClr val="accent3"/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>
                <a:spcBef>
                  <a:spcPts val="600"/>
                </a:spcBef>
                <a:spcAft>
                  <a:spcPts val="300"/>
                </a:spcAft>
              </a:pPr>
              <a:r>
                <a:rPr lang="en-US" sz="3600" b="1" noProof="0"/>
                <a:t>3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164CAF-3D4D-E278-2C5C-BA3F5D55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3126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223"/>
    </mc:Choice>
    <mc:Fallback xmlns="">
      <p:transition spd="slow" advTm="7822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EE41-992A-CBCE-528D-128A1759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</p:spPr>
        <p:txBody>
          <a:bodyPr anchor="t">
            <a:normAutofit/>
          </a:bodyPr>
          <a:lstStyle/>
          <a:p>
            <a:r>
              <a:rPr lang="en-IN"/>
              <a:t>Web Application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E2A5FE7-52C4-0B4D-778C-2B8F5800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201" y="1371600"/>
            <a:ext cx="2685600" cy="4392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6DDD08-81DD-00F5-912F-D5050A3E4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1371600"/>
            <a:ext cx="7458075" cy="439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/>
              <a:t>A Web application is a interactive software application that you can access through a web browser over the internet.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/>
              <a:t>Examples :</a:t>
            </a:r>
          </a:p>
          <a:p>
            <a:r>
              <a:rPr lang="en-IN"/>
              <a:t>Online Banking</a:t>
            </a:r>
          </a:p>
          <a:p>
            <a:r>
              <a:rPr lang="en-IN"/>
              <a:t>E-commerce Application</a:t>
            </a:r>
          </a:p>
          <a:p>
            <a:r>
              <a:rPr lang="en-IN"/>
              <a:t>Food Delivery app</a:t>
            </a:r>
          </a:p>
          <a:p>
            <a:r>
              <a:rPr lang="en-IN"/>
              <a:t>Social media platform</a:t>
            </a:r>
          </a:p>
          <a:p>
            <a:r>
              <a:rPr lang="en-IN"/>
              <a:t>Learning Portal</a:t>
            </a:r>
          </a:p>
        </p:txBody>
      </p:sp>
      <p:sp>
        <p:nvSpPr>
          <p:cNvPr id="21" name="Subtitle 4">
            <a:extLst>
              <a:ext uri="{FF2B5EF4-FFF2-40B4-BE49-F238E27FC236}">
                <a16:creationId xmlns:a16="http://schemas.microsoft.com/office/drawing/2014/main" id="{3FCB211D-8D8B-72AF-E6BB-464BCB7D6377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57201" y="5763600"/>
            <a:ext cx="7458075" cy="1800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6E069F8D-AFAA-F73E-92F5-0E3C1883694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64D7A1-F1E3-8B5F-11C5-2BDBA76B44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23AA811B-2EBD-4900-905E-5BE206449611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9C2E325-667C-D144-4AFE-739046EBF6A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12BF0955-E111-49E5-806D-9FAAAF2C0916}" type="datetime1">
              <a:rPr lang="en-US" smtClean="0"/>
              <a:pPr>
                <a:spcAft>
                  <a:spcPts val="600"/>
                </a:spcAft>
              </a:pPr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8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C6F8-3E9E-F957-A13C-5323754F8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1" y="457200"/>
            <a:ext cx="11277600" cy="496800"/>
          </a:xfrm>
        </p:spPr>
        <p:txBody>
          <a:bodyPr anchor="ctr">
            <a:normAutofit/>
          </a:bodyPr>
          <a:lstStyle/>
          <a:p>
            <a:r>
              <a:rPr lang="en-IN" sz="3400"/>
              <a:t>Standard Web Application Architecture 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C491BC3-0989-43E5-6DC1-F0FF96E642B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961187" y="1462134"/>
            <a:ext cx="5634361" cy="4352544"/>
          </a:xfrm>
          <a:prstGeom prst="rect">
            <a:avLst/>
          </a:prstGeom>
          <a:noFill/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66B0CAB-71A1-78E3-F46A-25544C40DA9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12BF0955-E111-49E5-806D-9FAAAF2C0916}" type="datetime1">
              <a:rPr lang="en-US" smtClean="0"/>
              <a:pPr>
                <a:spcAft>
                  <a:spcPts val="600"/>
                </a:spcAft>
              </a:pPr>
              <a:t>9/1/2026</a:t>
            </a:fld>
            <a:endParaRPr lang="en-US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50F8D5-5F88-1E24-1DE8-4D548BC338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23AA811B-2EBD-4900-905E-5BE206449611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5DA96A-6592-6466-936F-4F7AF4148450}"/>
              </a:ext>
            </a:extLst>
          </p:cNvPr>
          <p:cNvSpPr/>
          <p:nvPr/>
        </p:nvSpPr>
        <p:spPr>
          <a:xfrm>
            <a:off x="2969070" y="5381126"/>
            <a:ext cx="5552192" cy="425669"/>
          </a:xfrm>
          <a:prstGeom prst="rect">
            <a:avLst/>
          </a:prstGeom>
          <a:solidFill>
            <a:srgbClr val="11111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en-IN"/>
              <a:t>Web Application Architecture</a:t>
            </a:r>
            <a:endParaRPr lang="en-IN" sz="1800" noProof="0"/>
          </a:p>
        </p:txBody>
      </p:sp>
    </p:spTree>
    <p:extLst>
      <p:ext uri="{BB962C8B-B14F-4D97-AF65-F5344CB8AC3E}">
        <p14:creationId xmlns:p14="http://schemas.microsoft.com/office/powerpoint/2010/main" val="2698950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FDD8E10-7A0F-1A49-156C-238F86142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</p:spPr>
        <p:txBody>
          <a:bodyPr anchor="t">
            <a:normAutofit fontScale="90000"/>
          </a:bodyPr>
          <a:lstStyle/>
          <a:p>
            <a:r>
              <a:rPr lang="en-IN"/>
              <a:t>Backend In Web Apps</a:t>
            </a:r>
            <a:br>
              <a:rPr lang="en-IN" sz="1700"/>
            </a:br>
            <a:endParaRPr lang="en-IN" sz="1700"/>
          </a:p>
        </p:txBody>
      </p:sp>
      <p:sp>
        <p:nvSpPr>
          <p:cNvPr id="15" name="Subtitle 3">
            <a:extLst>
              <a:ext uri="{FF2B5EF4-FFF2-40B4-BE49-F238E27FC236}">
                <a16:creationId xmlns:a16="http://schemas.microsoft.com/office/drawing/2014/main" id="{761D32E6-084F-6E84-0BF4-D96E1F91A3FD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57201" y="5763600"/>
            <a:ext cx="11277600" cy="180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024F831-EF05-2F63-5836-E396E2A1D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1572B-FA5A-D947-E47F-8F1CAB87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23AA811B-2EBD-4900-905E-5BE206449611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92630-13BA-B79D-66E3-7848550CA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6E08D24-9AFA-434C-9914-D4EE76D7A6F1}" type="datetime1">
              <a:rPr lang="en-US" smtClean="0"/>
              <a:pPr>
                <a:spcAft>
                  <a:spcPts val="600"/>
                </a:spcAft>
              </a:pPr>
              <a:t>9/1/2026</a:t>
            </a:fld>
            <a:endParaRPr lang="en-US"/>
          </a:p>
        </p:txBody>
      </p:sp>
      <p:graphicFrame>
        <p:nvGraphicFramePr>
          <p:cNvPr id="11" name="Text Placeholder 6">
            <a:extLst>
              <a:ext uri="{FF2B5EF4-FFF2-40B4-BE49-F238E27FC236}">
                <a16:creationId xmlns:a16="http://schemas.microsoft.com/office/drawing/2014/main" id="{459C26A3-BFBB-427D-C374-1846A13A37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0715571"/>
              </p:ext>
            </p:extLst>
          </p:nvPr>
        </p:nvGraphicFramePr>
        <p:xfrm>
          <a:off x="457201" y="1371600"/>
          <a:ext cx="11277600" cy="439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1357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27C02A4-745E-5DFB-9D3A-A1F175F52B4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2281"/>
          <a:stretch>
            <a:fillRect/>
          </a:stretch>
        </p:blipFill>
        <p:spPr>
          <a:xfrm>
            <a:off x="6093600" y="10"/>
            <a:ext cx="6098400" cy="6857990"/>
          </a:xfrm>
          <a:prstGeom prst="rect">
            <a:avLst/>
          </a:prstGeom>
          <a:noFill/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BFEA10C-35EB-D040-6C32-4AA0608E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158800" cy="1143000"/>
          </a:xfrm>
        </p:spPr>
        <p:txBody>
          <a:bodyPr anchor="t">
            <a:normAutofit/>
          </a:bodyPr>
          <a:lstStyle/>
          <a:p>
            <a:r>
              <a:rPr lang="en-IN"/>
              <a:t>Sample Request &amp; Response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8FDAD78-4FBA-A15E-E747-25624C58C2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1" y="2743200"/>
            <a:ext cx="5158800" cy="3020400"/>
          </a:xfrm>
        </p:spPr>
        <p:txBody>
          <a:bodyPr>
            <a:normAutofit/>
          </a:bodyPr>
          <a:lstStyle/>
          <a:p>
            <a:r>
              <a:rPr lang="en-US"/>
              <a:t>Request url:  </a:t>
            </a:r>
            <a:r>
              <a:rPr lang="en-IN"/>
              <a:t>https://api.example.com/products/watches</a:t>
            </a:r>
            <a:endParaRPr lang="en-US"/>
          </a:p>
        </p:txBody>
      </p:sp>
      <p:sp>
        <p:nvSpPr>
          <p:cNvPr id="33" name="Subtitle 4">
            <a:extLst>
              <a:ext uri="{FF2B5EF4-FFF2-40B4-BE49-F238E27FC236}">
                <a16:creationId xmlns:a16="http://schemas.microsoft.com/office/drawing/2014/main" id="{ACD4AE44-74E2-792E-75B0-0C2E37BD8EED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57200" y="5763600"/>
            <a:ext cx="5158800" cy="180000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Footer Placeholder 6">
            <a:extLst>
              <a:ext uri="{FF2B5EF4-FFF2-40B4-BE49-F238E27FC236}">
                <a16:creationId xmlns:a16="http://schemas.microsoft.com/office/drawing/2014/main" id="{141F07EA-60C4-BB2F-F636-432EF6A1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2200" y="6604629"/>
            <a:ext cx="4593600" cy="10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AFCF-16B3-0679-8DCC-BDCDBE3D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23AA811B-2EBD-4900-905E-5BE206449611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4950C-1A65-4CF7-2E7A-B47814D8046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pPr>
              <a:spcAft>
                <a:spcPts val="600"/>
              </a:spcAft>
            </a:pPr>
            <a:fld id="{755E0C25-3140-4A2E-92AD-AEF235DC4E58}" type="datetime1">
              <a:rPr lang="en-US" smtClean="0"/>
              <a:pPr>
                <a:spcAft>
                  <a:spcPts val="600"/>
                </a:spcAft>
              </a:pPr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7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036AB-61C2-ED4F-C802-F142FF16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What Does a Backend Engineer Do?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03E6-46E7-ACEE-D901-453EC4A13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11277600" cy="4769318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A backend engineer builds and maintains the </a:t>
            </a:r>
            <a:r>
              <a:rPr lang="en-IN" b="1"/>
              <a:t>server-side part of an application</a:t>
            </a:r>
            <a:r>
              <a:rPr lang="en-IN"/>
              <a:t>.</a:t>
            </a:r>
          </a:p>
          <a:p>
            <a:pPr marL="0" indent="0">
              <a:buNone/>
            </a:pPr>
            <a:r>
              <a:rPr lang="en-IN" b="1"/>
              <a:t>Core responsibilities</a:t>
            </a:r>
          </a:p>
          <a:p>
            <a:pPr lvl="0"/>
            <a:r>
              <a:rPr lang="en-IN"/>
              <a:t>Build </a:t>
            </a:r>
            <a:r>
              <a:rPr lang="en-IN" b="1"/>
              <a:t>REST APIs</a:t>
            </a:r>
            <a:endParaRPr lang="en-IN"/>
          </a:p>
          <a:p>
            <a:pPr lvl="0"/>
            <a:r>
              <a:rPr lang="en-IN"/>
              <a:t>Implement </a:t>
            </a:r>
            <a:r>
              <a:rPr lang="en-IN" b="1"/>
              <a:t>business logic</a:t>
            </a:r>
            <a:endParaRPr lang="en-IN"/>
          </a:p>
          <a:p>
            <a:pPr lvl="0"/>
            <a:r>
              <a:rPr lang="en-IN"/>
              <a:t>Work with </a:t>
            </a:r>
            <a:r>
              <a:rPr lang="en-IN" b="1"/>
              <a:t>databases</a:t>
            </a:r>
            <a:endParaRPr lang="en-IN"/>
          </a:p>
          <a:p>
            <a:pPr lvl="0"/>
            <a:r>
              <a:rPr lang="en-IN"/>
              <a:t>Implement </a:t>
            </a:r>
            <a:r>
              <a:rPr lang="en-IN" b="1"/>
              <a:t>authentication &amp; authorization</a:t>
            </a:r>
            <a:endParaRPr lang="en-IN"/>
          </a:p>
          <a:p>
            <a:pPr lvl="0"/>
            <a:r>
              <a:rPr lang="en-IN"/>
              <a:t>Validate and process incoming data</a:t>
            </a:r>
          </a:p>
          <a:p>
            <a:pPr lvl="0"/>
            <a:r>
              <a:rPr lang="en-IN"/>
              <a:t>Handle errors and exceptions</a:t>
            </a:r>
          </a:p>
          <a:p>
            <a:pPr lvl="0"/>
            <a:r>
              <a:rPr lang="en-IN"/>
              <a:t>Integrate with other services</a:t>
            </a:r>
          </a:p>
          <a:p>
            <a:pPr lvl="0"/>
            <a:r>
              <a:rPr lang="en-IN"/>
              <a:t>Write unit &amp; integration tests</a:t>
            </a:r>
          </a:p>
          <a:p>
            <a:pPr lvl="0"/>
            <a:r>
              <a:rPr lang="en-IN"/>
              <a:t>Improve application performance</a:t>
            </a:r>
          </a:p>
          <a:p>
            <a:pPr lvl="0"/>
            <a:r>
              <a:rPr lang="en-IN"/>
              <a:t>Monitor and troubleshoot applications</a:t>
            </a:r>
          </a:p>
          <a:p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0529C9F-C5FA-6663-9354-CE718113054B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57201" y="6502140"/>
            <a:ext cx="11277600" cy="180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C7DE8-5CFA-5CBD-5865-79C504C40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51800" y="6312529"/>
            <a:ext cx="4593600" cy="10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8C77-6E41-0B1B-49B7-0ACA2BC8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365BF-A35C-7A3E-3106-544B8741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23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0269-6CD1-41B7-D38B-053A0FBA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4CCFB-C941-3603-CED6-5A331BC9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2F710-7B54-50CD-0F41-C3423453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190CD-1C8B-2E0F-E45B-046940C5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/>
              <a:pPr/>
              <a:t>9/1/2026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CD333A-D04A-9F68-1F15-AE2B3D126D6C}"/>
              </a:ext>
            </a:extLst>
          </p:cNvPr>
          <p:cNvGrpSpPr/>
          <p:nvPr/>
        </p:nvGrpSpPr>
        <p:grpSpPr>
          <a:xfrm>
            <a:off x="457201" y="1384516"/>
            <a:ext cx="3638550" cy="4616375"/>
            <a:chOff x="457201" y="1384516"/>
            <a:chExt cx="3638550" cy="46163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67F0FE-DEFC-0D84-6278-52C5A7B11241}"/>
                </a:ext>
              </a:extLst>
            </p:cNvPr>
            <p:cNvSpPr/>
            <p:nvPr/>
          </p:nvSpPr>
          <p:spPr>
            <a:xfrm>
              <a:off x="457201" y="1384516"/>
              <a:ext cx="3638550" cy="4616375"/>
            </a:xfrm>
            <a:prstGeom prst="rect">
              <a:avLst/>
            </a:prstGeom>
            <a:solidFill>
              <a:schemeClr val="bg1"/>
            </a:solidFill>
            <a:ln w="15875">
              <a:gradFill>
                <a:gsLst>
                  <a:gs pos="0">
                    <a:schemeClr val="bg1"/>
                  </a:gs>
                  <a:gs pos="56000">
                    <a:schemeClr val="bg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097280" rIns="182880" bIns="182880" rtlCol="0" anchor="t" anchorCtr="0">
              <a:noAutofit/>
            </a:bodyPr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Why Do We Need Spring Boot?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Challenges before Spring Boot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Benefits of Spring Boot</a:t>
              </a: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IN">
                <a:solidFill>
                  <a:schemeClr val="tx1"/>
                </a:solidFill>
              </a:endParaRP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DAEA95-C77A-663F-7DAD-D211AE8F5468}"/>
                </a:ext>
              </a:extLst>
            </p:cNvPr>
            <p:cNvGrpSpPr/>
            <p:nvPr/>
          </p:nvGrpSpPr>
          <p:grpSpPr>
            <a:xfrm>
              <a:off x="457201" y="1384516"/>
              <a:ext cx="3638549" cy="948690"/>
              <a:chOff x="457201" y="1257300"/>
              <a:chExt cx="3638549" cy="94869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D2D189B-FB53-4713-3E6F-D32543B440AC}"/>
                  </a:ext>
                </a:extLst>
              </p:cNvPr>
              <p:cNvSpPr/>
              <p:nvPr/>
            </p:nvSpPr>
            <p:spPr>
              <a:xfrm>
                <a:off x="457201" y="1257300"/>
                <a:ext cx="3638549" cy="7429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36C17A2-497D-9580-CCA7-4986ACD6CCF0}"/>
                  </a:ext>
                </a:extLst>
              </p:cNvPr>
              <p:cNvSpPr/>
              <p:nvPr/>
            </p:nvSpPr>
            <p:spPr>
              <a:xfrm>
                <a:off x="1859280" y="1371600"/>
                <a:ext cx="834390" cy="8343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  <a:effectLst>
                <a:outerShdw blurRad="190500" dir="5400000" algn="tl" rotWithShape="0">
                  <a:schemeClr val="accent2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pic>
            <p:nvPicPr>
              <p:cNvPr id="18" name="Graphic 17" descr="Badge 1 outline">
                <a:extLst>
                  <a:ext uri="{FF2B5EF4-FFF2-40B4-BE49-F238E27FC236}">
                    <a16:creationId xmlns:a16="http://schemas.microsoft.com/office/drawing/2014/main" id="{A4CBCDAD-D1A5-3543-A429-83B3ADCE99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2003475" y="1515795"/>
                <a:ext cx="546000" cy="546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81C65B-D9CA-E727-D568-41783334C10D}"/>
              </a:ext>
            </a:extLst>
          </p:cNvPr>
          <p:cNvGrpSpPr/>
          <p:nvPr/>
        </p:nvGrpSpPr>
        <p:grpSpPr>
          <a:xfrm>
            <a:off x="4270377" y="1384516"/>
            <a:ext cx="3644898" cy="4616375"/>
            <a:chOff x="4270377" y="1384516"/>
            <a:chExt cx="3644898" cy="46163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BC6512-7D44-45E9-F1E5-89D039563061}"/>
                </a:ext>
              </a:extLst>
            </p:cNvPr>
            <p:cNvSpPr/>
            <p:nvPr/>
          </p:nvSpPr>
          <p:spPr>
            <a:xfrm>
              <a:off x="4270377" y="1384516"/>
              <a:ext cx="3638550" cy="4616375"/>
            </a:xfrm>
            <a:prstGeom prst="rect">
              <a:avLst/>
            </a:prstGeom>
            <a:solidFill>
              <a:schemeClr val="bg1"/>
            </a:solidFill>
            <a:ln w="15875">
              <a:gradFill>
                <a:gsLst>
                  <a:gs pos="0">
                    <a:schemeClr val="bg1"/>
                  </a:gs>
                  <a:gs pos="56000">
                    <a:schemeClr val="bg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097280" rIns="182880" bIns="182880" rtlCol="0" anchor="t" anchorCtr="0">
              <a:noAutofit/>
            </a:bodyPr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What is Spring Boot?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Framework Overview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Embedded Servers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Auto Configuration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Starter Projects</a:t>
              </a:r>
            </a:p>
            <a:p>
              <a:pPr marL="285750" indent="-285750">
                <a:spcBef>
                  <a:spcPts val="6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lang="en-US" sz="1600" noProof="0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7807A92-2112-CED8-5A90-294FE3D552E4}"/>
                </a:ext>
              </a:extLst>
            </p:cNvPr>
            <p:cNvGrpSpPr/>
            <p:nvPr/>
          </p:nvGrpSpPr>
          <p:grpSpPr>
            <a:xfrm>
              <a:off x="4276726" y="1384516"/>
              <a:ext cx="3638549" cy="948690"/>
              <a:chOff x="457201" y="1257300"/>
              <a:chExt cx="3638549" cy="94869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7112A6A-9D78-B70E-27E3-CE09BBE26312}"/>
                  </a:ext>
                </a:extLst>
              </p:cNvPr>
              <p:cNvSpPr/>
              <p:nvPr/>
            </p:nvSpPr>
            <p:spPr>
              <a:xfrm>
                <a:off x="457201" y="1257300"/>
                <a:ext cx="3638549" cy="7429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5AD8A1A-24AB-3D31-58D3-1A2F3C9620DF}"/>
                  </a:ext>
                </a:extLst>
              </p:cNvPr>
              <p:cNvSpPr/>
              <p:nvPr/>
            </p:nvSpPr>
            <p:spPr>
              <a:xfrm>
                <a:off x="1859280" y="1371600"/>
                <a:ext cx="834390" cy="8343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  <a:effectLst>
                <a:outerShdw blurRad="190500" dir="5400000" algn="tl" rotWithShape="0">
                  <a:schemeClr val="accent2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pic>
            <p:nvPicPr>
              <p:cNvPr id="26" name="Graphic 25" descr="Badge outline">
                <a:extLst>
                  <a:ext uri="{FF2B5EF4-FFF2-40B4-BE49-F238E27FC236}">
                    <a16:creationId xmlns:a16="http://schemas.microsoft.com/office/drawing/2014/main" id="{C80E6E63-2B23-2E76-3CA0-2B0131B7B0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003475" y="1515795"/>
                <a:ext cx="546000" cy="546000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4B92A3-5FD8-D3D3-6727-E55145E2AFDC}"/>
              </a:ext>
            </a:extLst>
          </p:cNvPr>
          <p:cNvGrpSpPr/>
          <p:nvPr/>
        </p:nvGrpSpPr>
        <p:grpSpPr>
          <a:xfrm>
            <a:off x="8084836" y="1384516"/>
            <a:ext cx="3643615" cy="4616375"/>
            <a:chOff x="8084836" y="1384516"/>
            <a:chExt cx="3643615" cy="46163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660DEE-AF07-0B7A-B804-1EEB05EF9B5C}"/>
                </a:ext>
              </a:extLst>
            </p:cNvPr>
            <p:cNvSpPr/>
            <p:nvPr/>
          </p:nvSpPr>
          <p:spPr>
            <a:xfrm>
              <a:off x="8084836" y="1384516"/>
              <a:ext cx="3638550" cy="4616375"/>
            </a:xfrm>
            <a:prstGeom prst="rect">
              <a:avLst/>
            </a:prstGeom>
            <a:solidFill>
              <a:schemeClr val="bg1"/>
            </a:solidFill>
            <a:ln w="15875">
              <a:gradFill>
                <a:gsLst>
                  <a:gs pos="0">
                    <a:schemeClr val="bg1"/>
                  </a:gs>
                  <a:gs pos="56000">
                    <a:schemeClr val="bg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097280" rIns="182880" bIns="182880" rtlCol="0" anchor="t" anchorCtr="0">
              <a:noAutofit/>
            </a:bodyPr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What Can We Build Using Spring Boot?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REST APIs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Microservices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Batch Applications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2349610-6811-2E47-5023-DF11CC6CF205}"/>
                </a:ext>
              </a:extLst>
            </p:cNvPr>
            <p:cNvGrpSpPr/>
            <p:nvPr/>
          </p:nvGrpSpPr>
          <p:grpSpPr>
            <a:xfrm>
              <a:off x="8089902" y="1384516"/>
              <a:ext cx="3638549" cy="948690"/>
              <a:chOff x="457201" y="1257300"/>
              <a:chExt cx="3638549" cy="94869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FB11833-C3DD-253C-A46D-230F50F67C88}"/>
                  </a:ext>
                </a:extLst>
              </p:cNvPr>
              <p:cNvSpPr/>
              <p:nvPr/>
            </p:nvSpPr>
            <p:spPr>
              <a:xfrm>
                <a:off x="457201" y="1257300"/>
                <a:ext cx="3638549" cy="7429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DF4EBD7-58F0-1383-225D-5DA0B09821DC}"/>
                  </a:ext>
                </a:extLst>
              </p:cNvPr>
              <p:cNvSpPr/>
              <p:nvPr/>
            </p:nvSpPr>
            <p:spPr>
              <a:xfrm>
                <a:off x="1859280" y="1371600"/>
                <a:ext cx="834390" cy="8343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  <a:effectLst>
                <a:outerShdw blurRad="190500" dir="5400000" algn="tl" rotWithShape="0">
                  <a:schemeClr val="accent2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pic>
            <p:nvPicPr>
              <p:cNvPr id="32" name="Graphic 31" descr="Badge 3 outline">
                <a:extLst>
                  <a:ext uri="{FF2B5EF4-FFF2-40B4-BE49-F238E27FC236}">
                    <a16:creationId xmlns:a16="http://schemas.microsoft.com/office/drawing/2014/main" id="{9426F944-9163-188C-A192-3C96BFB10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2003475" y="1515795"/>
                <a:ext cx="546000" cy="546000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AD90F4-38FC-CB9A-8463-7B5864CD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IN"/>
              <a:t>Introduction to Spring &amp; Spring Boot</a:t>
            </a:r>
            <a:br>
              <a:rPr lang="en-IN"/>
            </a:br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7336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495"/>
    </mc:Choice>
    <mc:Fallback xmlns="">
      <p:transition spd="slow" advTm="14049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5D43-2F8C-269C-5059-63D619C3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Spring Framework</a:t>
            </a:r>
            <a:br>
              <a:rPr lang="en-IN"/>
            </a:br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55974-1926-DF08-3D5F-6F6E0C3D2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11192255" cy="656929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The </a:t>
            </a:r>
            <a:r>
              <a:rPr lang="en-IN" b="1"/>
              <a:t>Spring Framework</a:t>
            </a:r>
            <a:r>
              <a:rPr lang="en-IN"/>
              <a:t> is a popular </a:t>
            </a:r>
            <a:r>
              <a:rPr lang="en-IN" b="1"/>
              <a:t>open-source Java framework</a:t>
            </a:r>
            <a:r>
              <a:rPr lang="en-IN"/>
              <a:t> used to build enterprise applications, especially </a:t>
            </a:r>
            <a:r>
              <a:rPr lang="en-IN" b="1"/>
              <a:t>backend and web applications</a:t>
            </a:r>
            <a:r>
              <a:rPr lang="en-IN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A178752-09AB-4A71-3708-6444BF4F8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85416"/>
            <a:ext cx="10661904" cy="4392000"/>
          </a:xfrm>
        </p:spPr>
        <p:txBody>
          <a:bodyPr/>
          <a:lstStyle/>
          <a:p>
            <a:pPr marL="0" indent="0">
              <a:buNone/>
            </a:pPr>
            <a:r>
              <a:rPr lang="en-IN" b="1"/>
              <a:t>What does Spring provide</a:t>
            </a:r>
          </a:p>
          <a:p>
            <a:pPr lvl="0"/>
            <a:r>
              <a:rPr lang="en-IN" b="1"/>
              <a:t>Spring Core</a:t>
            </a:r>
            <a:r>
              <a:rPr lang="en-IN"/>
              <a:t> — Dependency Injection and IoC (Inversion of Control)</a:t>
            </a:r>
          </a:p>
          <a:p>
            <a:pPr lvl="0"/>
            <a:r>
              <a:rPr lang="en-IN" b="1"/>
              <a:t>Spring MVC</a:t>
            </a:r>
            <a:r>
              <a:rPr lang="en-IN"/>
              <a:t> — Web applications and REST APIs</a:t>
            </a:r>
          </a:p>
          <a:p>
            <a:pPr lvl="0"/>
            <a:r>
              <a:rPr lang="en-IN" b="1"/>
              <a:t>Spring Data</a:t>
            </a:r>
            <a:r>
              <a:rPr lang="en-IN"/>
              <a:t> — Easier database access</a:t>
            </a:r>
          </a:p>
          <a:p>
            <a:pPr lvl="0"/>
            <a:r>
              <a:rPr lang="en-IN" b="1"/>
              <a:t>Spring Security</a:t>
            </a:r>
            <a:r>
              <a:rPr lang="en-IN"/>
              <a:t> — Authentication and authorization</a:t>
            </a:r>
          </a:p>
          <a:p>
            <a:pPr lvl="0"/>
            <a:r>
              <a:rPr lang="en-IN" b="1"/>
              <a:t>Spring AOP</a:t>
            </a:r>
            <a:r>
              <a:rPr lang="en-IN"/>
              <a:t> — Cross-cutting functionality such as logging and transactions</a:t>
            </a:r>
          </a:p>
          <a:p>
            <a:pPr lvl="0"/>
            <a:r>
              <a:rPr lang="en-IN" b="1"/>
              <a:t>Spring Test</a:t>
            </a:r>
            <a:r>
              <a:rPr lang="en-IN"/>
              <a:t> — Testing support</a:t>
            </a:r>
          </a:p>
          <a:p>
            <a:endParaRPr lang="en-IN" b="1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FEB7F8D-C905-497C-48CE-F9289C54242F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00A17A6-CFF2-9801-C2ED-937C2FD446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57320-1524-0ACE-66DC-4B6B50E6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1FD25-DF6B-F1F2-E2A3-3C0F8F78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6A02F-207E-0020-2C41-4A56094F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85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E879-4758-8234-5D12-5F9A1A65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What is Spring Boot?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E279-D287-8BEC-A02B-FFFCFD195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Spring Boot is a tool built on top of Spring that makes using Spring much easier.</a:t>
            </a:r>
          </a:p>
          <a:p>
            <a:endParaRPr lang="en-IN" b="1"/>
          </a:p>
          <a:p>
            <a:pPr marL="0" indent="0" algn="ctr">
              <a:buNone/>
            </a:pPr>
            <a:r>
              <a:rPr lang="en-IN"/>
              <a:t>Java</a:t>
            </a:r>
          </a:p>
          <a:p>
            <a:pPr marL="0" indent="0" algn="ctr">
              <a:buNone/>
            </a:pPr>
            <a:r>
              <a:rPr lang="en-IN"/>
              <a:t>  ↓</a:t>
            </a:r>
          </a:p>
          <a:p>
            <a:pPr marL="0" indent="0" algn="ctr">
              <a:buNone/>
            </a:pPr>
            <a:r>
              <a:rPr lang="en-IN"/>
              <a:t>Spring</a:t>
            </a:r>
          </a:p>
          <a:p>
            <a:pPr marL="0" indent="0" algn="ctr">
              <a:buNone/>
            </a:pPr>
            <a:r>
              <a:rPr lang="en-IN"/>
              <a:t>  ↓</a:t>
            </a:r>
          </a:p>
          <a:p>
            <a:pPr marL="0" indent="0" algn="ctr">
              <a:buNone/>
            </a:pPr>
            <a:r>
              <a:rPr lang="en-IN"/>
              <a:t>Spring Boot</a:t>
            </a:r>
          </a:p>
          <a:p>
            <a:pPr marL="0" indent="0" algn="ctr">
              <a:buNone/>
            </a:pPr>
            <a:endParaRPr lang="en-IN"/>
          </a:p>
          <a:p>
            <a:r>
              <a:rPr lang="en-IN"/>
              <a:t>Java is the programming language.</a:t>
            </a:r>
          </a:p>
          <a:p>
            <a:r>
              <a:rPr lang="en-IN"/>
              <a:t>Spring is a framework that provides lots of infrastructure for Java applications.</a:t>
            </a:r>
          </a:p>
          <a:p>
            <a:r>
              <a:rPr lang="en-IN"/>
              <a:t>Spring Boot makes setting up and using Spring applications much easier.</a:t>
            </a:r>
          </a:p>
          <a:p>
            <a:br>
              <a:rPr lang="en-IN"/>
            </a:br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551537F-8852-C678-5083-3EE1E1EFA7B3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FEF6F-2BAE-8071-3D41-02F77B96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C7AF4-45D4-1275-29C4-95AFB0E3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9F5FC-DE40-543C-E81B-FC73C2F8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9/1/2026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3D23A1-300A-92D9-9E5B-DE37A2FE5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941" y="1895117"/>
            <a:ext cx="3477110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40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E6D9C-23DC-7A0B-BD52-31F3CF9C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4F9B1-1899-28AE-FF53-DB283ABE2E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98EAF-9945-06D3-0403-867814C82B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D59CE-0C6F-095D-98D7-FDF125D3928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AF8805-360A-573B-7570-775FB6BC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643253"/>
          </a:xfrm>
        </p:spPr>
        <p:txBody>
          <a:bodyPr/>
          <a:lstStyle/>
          <a:p>
            <a:r>
              <a:rPr lang="en-US"/>
              <a:t>Core Spring Concepts</a:t>
            </a:r>
          </a:p>
        </p:txBody>
      </p:sp>
    </p:spTree>
    <p:extLst>
      <p:ext uri="{BB962C8B-B14F-4D97-AF65-F5344CB8AC3E}">
        <p14:creationId xmlns:p14="http://schemas.microsoft.com/office/powerpoint/2010/main" val="383309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7BEF-3205-FBF7-2205-6E41F7F3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49EF-7EF1-0ED6-376A-02DB8B97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6327092" cy="496800"/>
          </a:xfrm>
        </p:spPr>
        <p:txBody>
          <a:bodyPr/>
          <a:lstStyle/>
          <a:p>
            <a:r>
              <a:rPr lang="en-IN"/>
              <a:t>Dependency Injection (DI)</a:t>
            </a: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2AA3BF-D018-A2D2-FDCB-589B3E9B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235AC28-963C-EA0F-FA20-DBDDAC47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ADE9A5-A7E0-EECE-45B1-9C3AE69A13A0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D5D045-3480-F11E-48FE-863CE253ED51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8486C4-B818-7D88-66B8-84FD8721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5638800" cy="886968"/>
          </a:xfrm>
        </p:spPr>
        <p:txBody>
          <a:bodyPr/>
          <a:lstStyle/>
          <a:p>
            <a:pPr marL="342900" lvl="0" indent="-342900" fontAlgn="t"/>
            <a:r>
              <a:rPr lang="en-IN"/>
              <a:t>Benefits of DI</a:t>
            </a:r>
          </a:p>
          <a:p>
            <a:pPr marL="342900" lvl="0" indent="-342900" fontAlgn="t"/>
            <a:r>
              <a:rPr lang="en-IN"/>
              <a:t>Types of Dependency Injection</a:t>
            </a:r>
          </a:p>
          <a:p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E867D0-0843-ABB0-CD3C-E16E8CF69336}"/>
              </a:ext>
            </a:extLst>
          </p:cNvPr>
          <p:cNvSpPr txBox="1">
            <a:spLocks/>
          </p:cNvSpPr>
          <p:nvPr/>
        </p:nvSpPr>
        <p:spPr>
          <a:xfrm>
            <a:off x="454800" y="2413318"/>
            <a:ext cx="6329493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Inversion of Control (IoC)</a:t>
            </a:r>
            <a:br>
              <a:rPr lang="en-IN"/>
            </a:br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6504281-1398-B837-3F80-9DB5A0FDBBCD}"/>
              </a:ext>
            </a:extLst>
          </p:cNvPr>
          <p:cNvSpPr txBox="1">
            <a:spLocks/>
          </p:cNvSpPr>
          <p:nvPr/>
        </p:nvSpPr>
        <p:spPr>
          <a:xfrm>
            <a:off x="454800" y="3064868"/>
            <a:ext cx="6329493" cy="2421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In the Spring Framework, </a:t>
            </a:r>
            <a:r>
              <a:rPr lang="en-IN" b="1"/>
              <a:t>IoC (Inversion of Control)</a:t>
            </a:r>
            <a:r>
              <a:rPr lang="en-IN"/>
              <a:t> is a design principle where the control of object creation, configuration, and lifecycle management is transferred from the developer to the framework. </a:t>
            </a:r>
          </a:p>
          <a:p>
            <a:r>
              <a:rPr lang="en-IN"/>
              <a:t>Instead of manually instantiating classes using the new keyword, an external container manages these tasks for you</a:t>
            </a:r>
          </a:p>
        </p:txBody>
      </p:sp>
    </p:spTree>
    <p:extLst>
      <p:ext uri="{BB962C8B-B14F-4D97-AF65-F5344CB8AC3E}">
        <p14:creationId xmlns:p14="http://schemas.microsoft.com/office/powerpoint/2010/main" val="347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023D-26D0-1ED2-1E36-E33C5ADE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1722-F84F-E476-B9FE-509DB2EF8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Spring Beans</a:t>
            </a:r>
            <a:br>
              <a:rPr lang="en-IN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A95671-2044-BFE3-68CB-51A2C5B3D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4214584" cy="4464000"/>
          </a:xfrm>
        </p:spPr>
        <p:txBody>
          <a:bodyPr/>
          <a:lstStyle/>
          <a:p>
            <a:pPr marL="342900" lvl="0" indent="-342900" fontAlgn="t"/>
            <a:r>
              <a:rPr lang="en-IN"/>
              <a:t>What is a Bean</a:t>
            </a:r>
          </a:p>
          <a:p>
            <a:pPr marL="342900" lvl="0" indent="-342900" fontAlgn="t"/>
            <a:r>
              <a:rPr lang="en-IN"/>
              <a:t>Bean Lifecycle (High Level)</a:t>
            </a:r>
          </a:p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ED3EA54-B170-E6A1-7DA1-BCBB320C8D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785" y="548143"/>
            <a:ext cx="6540501" cy="4583778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ACA661C-D1CA-8B5A-274E-86922209FF7A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457200" y="5835600"/>
            <a:ext cx="10755086" cy="108000"/>
          </a:xfrm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457895-D0FA-AC4A-195F-AF261814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146A2EA-35E3-BC46-D57F-B14D6886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AEC923C-6F79-8738-D1CD-90181F0E5718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F22671-2D68-4CF9-92D4-65A5482A724C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30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6BA6-138B-83DB-3B06-643C7FEB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Annotations in SpringBoot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FF92D67-3C8B-CEAE-C859-10213EC0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 @SpringBootApplication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/>
              <a:t>@SpringBootConfiguration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/>
              <a:t>@EnableAutoConfiguration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/>
              <a:t>@ComponentScan</a:t>
            </a:r>
          </a:p>
          <a:p>
            <a:r>
              <a:rPr lang="en-IN"/>
              <a:t>@Component</a:t>
            </a:r>
          </a:p>
          <a:p>
            <a:r>
              <a:rPr lang="en-IN"/>
              <a:t>@Autowired</a:t>
            </a:r>
          </a:p>
          <a:p>
            <a:r>
              <a:rPr lang="en-IN"/>
              <a:t>@Service</a:t>
            </a:r>
          </a:p>
          <a:p>
            <a:r>
              <a:rPr lang="en-IN"/>
              <a:t>@Repository</a:t>
            </a:r>
          </a:p>
          <a:p>
            <a:r>
              <a:rPr lang="en-IN"/>
              <a:t>@Configuration</a:t>
            </a:r>
          </a:p>
          <a:p>
            <a:r>
              <a:rPr lang="en-IN"/>
              <a:t>@RestController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b="1"/>
          </a:p>
          <a:p>
            <a:pPr marL="468000" lvl="2" indent="0">
              <a:buNone/>
            </a:pPr>
            <a:endParaRPr lang="en-IN" b="1"/>
          </a:p>
          <a:p>
            <a:pPr lvl="2"/>
            <a:endParaRPr lang="en-IN" b="1"/>
          </a:p>
          <a:p>
            <a:pPr marL="468000" lvl="2" indent="0">
              <a:buNone/>
            </a:pPr>
            <a:endParaRPr lang="en-IN" b="1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07082E34-0983-8D8D-61C1-6EF58EA3594D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F704191-B81A-FDEE-B700-A707FA37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6A6FA0-CBC8-8916-8647-B418A930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567C34B-AC60-F364-15BD-A59C3B38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82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7CF5-969A-4D03-6A27-5E951645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C6E16-A75A-6782-33D3-45992A0B35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1B60D-5FBD-6501-6313-10FEC10F28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280B7-0A08-F7A5-24FF-BE83938D63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DE7249-7A4C-B059-DD6D-5EC23C36A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643253"/>
          </a:xfrm>
        </p:spPr>
        <p:txBody>
          <a:bodyPr/>
          <a:lstStyle/>
          <a:p>
            <a:r>
              <a:rPr lang="en-IN"/>
              <a:t>Creating a Spring Boot Project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CFFB-1009-3E29-1306-9F121E8C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6457-9E27-7F5A-0312-7A382DF9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Creation</a:t>
            </a: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D8A9D2-3F03-E15F-910C-81095234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D3BD39-8EB8-71B1-8679-6B5D521D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1AF1CAD-274D-EA0C-4C90-5AF732808F4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513E5E-2501-C5A5-0826-051AA9F2860A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E600C4-AEFB-2B05-0C58-7F16DFCB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3835666" cy="4392000"/>
          </a:xfrm>
        </p:spPr>
        <p:txBody>
          <a:bodyPr/>
          <a:lstStyle/>
          <a:p>
            <a:pPr marL="342900" lvl="0" indent="-342900" fontAlgn="t"/>
            <a:r>
              <a:rPr lang="en-IN"/>
              <a:t>Spring </a:t>
            </a:r>
            <a:r>
              <a:rPr lang="en-IN" err="1"/>
              <a:t>Initializr</a:t>
            </a:r>
            <a:endParaRPr lang="en-IN"/>
          </a:p>
          <a:p>
            <a:pPr marL="576900" lvl="1" indent="-342900" fontAlgn="t"/>
            <a:r>
              <a:rPr lang="en-IN"/>
              <a:t>Build Tool (Gradle/Maven)</a:t>
            </a:r>
          </a:p>
          <a:p>
            <a:pPr marL="576900" lvl="1" indent="-342900" fontAlgn="t"/>
            <a:r>
              <a:rPr lang="en-IN"/>
              <a:t>Language</a:t>
            </a:r>
          </a:p>
          <a:p>
            <a:pPr marL="576900" lvl="1" indent="-342900" fontAlgn="t"/>
            <a:r>
              <a:rPr lang="en-IN"/>
              <a:t>Significance Of Group &amp; Artifact</a:t>
            </a:r>
          </a:p>
          <a:p>
            <a:pPr marL="576900" lvl="1" indent="-342900" fontAlgn="t"/>
            <a:r>
              <a:rPr lang="en-IN"/>
              <a:t>Packaging</a:t>
            </a:r>
          </a:p>
          <a:p>
            <a:pPr marL="576900" lvl="1" indent="-342900" fontAlgn="t"/>
            <a:r>
              <a:rPr lang="en-IN"/>
              <a:t>Configuration</a:t>
            </a:r>
          </a:p>
          <a:p>
            <a:pPr marL="342900" lvl="0" indent="-342900" fontAlgn="t"/>
            <a:r>
              <a:rPr lang="en-IN"/>
              <a:t>Selecting Dependencies</a:t>
            </a:r>
          </a:p>
          <a:p>
            <a:pPr marL="576900" lvl="1" indent="-342900" fontAlgn="t"/>
            <a:r>
              <a:rPr lang="en-IN"/>
              <a:t>What Are Dependencies?</a:t>
            </a:r>
          </a:p>
          <a:p>
            <a:pPr marL="576900" lvl="1" indent="-342900" fontAlgn="t"/>
            <a:r>
              <a:rPr lang="en-IN"/>
              <a:t>Who Owns Them?</a:t>
            </a:r>
          </a:p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F2504-E86E-987A-A0DA-622F9C6A9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67" y="1339596"/>
            <a:ext cx="6979933" cy="417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5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2BCD-18A5-9B9E-01ED-F076CD7F9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4AA0-52B7-EA8D-D872-7BC61EC6A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Understanding Maven</a:t>
            </a: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38A41C-B8B4-E548-D280-7556F409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D793A81-B154-9502-4FF4-79CCDC8A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3603660-5326-A6C2-3D12-CD0A5CA731ED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8F3EC5-54A2-7960-E98F-50ECA0DA4ABE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738EEB-07D4-A922-5121-4D1A5F671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6329493" cy="1020984"/>
          </a:xfrm>
        </p:spPr>
        <p:txBody>
          <a:bodyPr/>
          <a:lstStyle/>
          <a:p>
            <a:pPr marL="342900" lvl="0" indent="-342900" fontAlgn="t"/>
            <a:r>
              <a:rPr lang="en-IN"/>
              <a:t>Build Tool</a:t>
            </a:r>
          </a:p>
          <a:p>
            <a:pPr marL="342900" lvl="0" indent="-342900" fontAlgn="t"/>
            <a:r>
              <a:rPr lang="en-IN"/>
              <a:t>Dependency Management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C302CAA-5F4C-FAE8-B0F5-ED4EA4BA2895}"/>
              </a:ext>
            </a:extLst>
          </p:cNvPr>
          <p:cNvSpPr txBox="1">
            <a:spLocks/>
          </p:cNvSpPr>
          <p:nvPr/>
        </p:nvSpPr>
        <p:spPr>
          <a:xfrm>
            <a:off x="454800" y="3133368"/>
            <a:ext cx="6557445" cy="24871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4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20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tabLst/>
              <a:defRPr sz="1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400" b="1" kern="1200" cap="all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sz="1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​"/>
              <a:defRPr sz="5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t"/>
            <a:r>
              <a:rPr lang="en-IN"/>
              <a:t>mvn clean</a:t>
            </a:r>
          </a:p>
          <a:p>
            <a:pPr marL="342900" lvl="0" indent="-342900" fontAlgn="t"/>
            <a:r>
              <a:rPr lang="en-IN"/>
              <a:t>mvn compile</a:t>
            </a:r>
          </a:p>
          <a:p>
            <a:pPr marL="342900" lvl="0" indent="-342900" fontAlgn="t"/>
            <a:r>
              <a:rPr lang="en-IN"/>
              <a:t>mvn package</a:t>
            </a:r>
          </a:p>
          <a:p>
            <a:pPr marL="342900" lvl="0" indent="-342900" fontAlgn="t"/>
            <a:r>
              <a:rPr lang="en-IN"/>
              <a:t>mvn </a:t>
            </a:r>
            <a:r>
              <a:rPr lang="en-IN" err="1"/>
              <a:t>spring-boot:run</a:t>
            </a:r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4B5538-6EAA-C8AE-70EF-0876773CFD4B}"/>
              </a:ext>
            </a:extLst>
          </p:cNvPr>
          <p:cNvSpPr txBox="1">
            <a:spLocks/>
          </p:cNvSpPr>
          <p:nvPr/>
        </p:nvSpPr>
        <p:spPr>
          <a:xfrm>
            <a:off x="454800" y="2514576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Common Maven Commands</a:t>
            </a:r>
            <a:br>
              <a:rPr lang="en-IN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5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CDA0-D03A-2568-4E4B-3375F4D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9EAF-0D9F-D6DA-344C-D46CDA9D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POM.xml</a:t>
            </a: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99E4C8-F2ED-84AB-9A90-575B5647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968CD8A-2C0C-176E-97AB-19054170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01F0E8-590F-C0FF-68F6-CA93CFF7142C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8D332-38D0-0474-FB59-FD305A690429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90A679-9ACD-53A6-D12A-8EDBD5D60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11275200" cy="4392000"/>
          </a:xfrm>
        </p:spPr>
        <p:txBody>
          <a:bodyPr/>
          <a:lstStyle/>
          <a:p>
            <a:pPr fontAlgn="t">
              <a:spcAft>
                <a:spcPts val="0"/>
              </a:spcAft>
            </a:pPr>
            <a:r>
              <a:rPr lang="en-IN" sz="1100"/>
              <a:t>A </a:t>
            </a:r>
            <a:r>
              <a:rPr lang="en-IN" sz="1100" b="1"/>
              <a:t>POM</a:t>
            </a:r>
            <a:r>
              <a:rPr lang="en-IN" sz="1100"/>
              <a:t> (Project Object Model) file is an XML file that serves as the fundamental building block of a Maven project. It contains information about the project and configuration details to manage dependencies, plugins, build settings, and more.</a:t>
            </a:r>
          </a:p>
          <a:p>
            <a:pPr>
              <a:spcAft>
                <a:spcPts val="0"/>
              </a:spcAft>
            </a:pPr>
            <a:r>
              <a:rPr lang="en-IN" sz="1100" b="1"/>
              <a:t>Importance of the POM File</a:t>
            </a:r>
          </a:p>
          <a:p>
            <a:pPr lvl="1">
              <a:spcAft>
                <a:spcPts val="0"/>
              </a:spcAft>
            </a:pPr>
            <a:r>
              <a:rPr lang="en-IN" sz="1100"/>
              <a:t>The POM file is pivotal in Maven-based projects for various reasons:</a:t>
            </a:r>
          </a:p>
          <a:p>
            <a:pPr lvl="1">
              <a:spcAft>
                <a:spcPts val="0"/>
              </a:spcAft>
            </a:pPr>
            <a:r>
              <a:rPr lang="en-IN" sz="1100" b="1"/>
              <a:t>Dependency Management</a:t>
            </a:r>
            <a:r>
              <a:rPr lang="en-IN" sz="1100"/>
              <a:t>: It defines project dependencies and their versions, ensuring that the required libraries are available during compilation and runtime.</a:t>
            </a:r>
          </a:p>
          <a:p>
            <a:pPr lvl="1">
              <a:spcAft>
                <a:spcPts val="0"/>
              </a:spcAft>
            </a:pPr>
            <a:r>
              <a:rPr lang="en-IN" sz="1100" b="1"/>
              <a:t>Lifecycle Management</a:t>
            </a:r>
            <a:r>
              <a:rPr lang="en-IN" sz="1100"/>
              <a:t>: It defines the build lifecycle phases and their associated goals, allowing developers to execute tasks such as compilation, testing, packaging, etc.</a:t>
            </a:r>
          </a:p>
          <a:p>
            <a:pPr lvl="1">
              <a:spcAft>
                <a:spcPts val="0"/>
              </a:spcAft>
            </a:pPr>
            <a:r>
              <a:rPr lang="en-IN" sz="1100" b="1"/>
              <a:t>Plugin Configuration</a:t>
            </a:r>
            <a:r>
              <a:rPr lang="en-IN" sz="1100"/>
              <a:t>: It specifies which plugins should be used in the build process and how they should be configured.</a:t>
            </a:r>
          </a:p>
          <a:p>
            <a:pPr marL="342900" lvl="0" indent="-342900" fontAlgn="t"/>
            <a:r>
              <a:rPr lang="en-IN" sz="1100"/>
              <a:t>Project Metadata</a:t>
            </a:r>
          </a:p>
          <a:p>
            <a:pPr marL="342900" lvl="0" indent="-342900" fontAlgn="t"/>
            <a:r>
              <a:rPr lang="en-IN" sz="1100"/>
              <a:t>Parent POM</a:t>
            </a:r>
          </a:p>
          <a:p>
            <a:pPr marL="342900" lvl="0" indent="-342900" fontAlgn="t"/>
            <a:r>
              <a:rPr lang="en-IN" sz="1100"/>
              <a:t>Dependencies</a:t>
            </a:r>
          </a:p>
          <a:p>
            <a:pPr marL="342900" lvl="0" indent="-342900" fontAlgn="t"/>
            <a:r>
              <a:rPr lang="en-IN" sz="1100"/>
              <a:t>Plugins</a:t>
            </a:r>
          </a:p>
          <a:p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38013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552D-AB13-DFC9-C361-CBE74B584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259E-DC26-9D1E-1175-88B4BE38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Understanding Project Structure &amp; Layer</a:t>
            </a:r>
            <a:br>
              <a:rPr lang="en-IN"/>
            </a:b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AC44E4-380E-58A9-3BC7-62D28A18B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576E8D8-B8B1-7178-6184-D5ABB73A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975CF3-D535-CDA3-546A-9ED5FFF907C9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046AF6-C891-5C16-7DE9-8A0D6EE7E1C0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6B97D6-7E62-7FB2-A154-81949FF01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71600"/>
            <a:ext cx="5443080" cy="4392000"/>
          </a:xfrm>
        </p:spPr>
        <p:txBody>
          <a:bodyPr/>
          <a:lstStyle/>
          <a:p>
            <a:pPr marL="0" lvl="0" indent="0" fontAlgn="t">
              <a:buNone/>
            </a:pPr>
            <a:r>
              <a:rPr lang="en-IN" b="1"/>
              <a:t>Benefits</a:t>
            </a:r>
          </a:p>
          <a:p>
            <a:pPr fontAlgn="t"/>
            <a:r>
              <a:rPr lang="en-IN"/>
              <a:t>Separation of Concerns</a:t>
            </a:r>
          </a:p>
          <a:p>
            <a:pPr fontAlgn="t"/>
            <a:r>
              <a:rPr lang="en-IN"/>
              <a:t>Maintainability</a:t>
            </a:r>
          </a:p>
          <a:p>
            <a:pPr fontAlgn="t"/>
            <a:r>
              <a:rPr lang="en-IN"/>
              <a:t>Testability</a:t>
            </a:r>
          </a:p>
          <a:p>
            <a:endParaRPr lang="en-IN"/>
          </a:p>
          <a:p>
            <a:pPr marL="0" indent="0">
              <a:buNone/>
            </a:pPr>
            <a:r>
              <a:rPr lang="en-IN" b="1"/>
              <a:t>Types of Layers</a:t>
            </a:r>
          </a:p>
          <a:p>
            <a:r>
              <a:rPr lang="en-IN"/>
              <a:t>Controller</a:t>
            </a:r>
          </a:p>
          <a:p>
            <a:r>
              <a:rPr lang="en-IN"/>
              <a:t>Service</a:t>
            </a:r>
          </a:p>
          <a:p>
            <a:r>
              <a:rPr lang="en-IN"/>
              <a:t>Repository</a:t>
            </a:r>
          </a:p>
          <a:p>
            <a:r>
              <a:rPr lang="en-IN"/>
              <a:t>Database</a:t>
            </a:r>
          </a:p>
        </p:txBody>
      </p:sp>
      <p:pic>
        <p:nvPicPr>
          <p:cNvPr id="3" name="Content Placeholder 15">
            <a:extLst>
              <a:ext uri="{FF2B5EF4-FFF2-40B4-BE49-F238E27FC236}">
                <a16:creationId xmlns:a16="http://schemas.microsoft.com/office/drawing/2014/main" id="{81A2DFB9-76A8-95E3-76EE-888741C3C8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91721" y="1094400"/>
            <a:ext cx="3410711" cy="488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06DEE-1088-253F-42A7-8919B786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024C-FF1C-D143-AEDC-434F3E58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Configuration Files</a:t>
            </a:r>
            <a:br>
              <a:rPr lang="en-IN"/>
            </a:b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919255-A27C-F30E-EABB-B2BC7F762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022DC54-F392-5AC6-AED0-A26AED01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06E55A-F745-DE90-CEDD-9FD1594DEE36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671F2E-BF10-6CC1-D1A3-B7A56D902E5A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7592AB-4D45-FE9A-BDCA-FD416ECD7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6329493" cy="4392000"/>
          </a:xfrm>
        </p:spPr>
        <p:txBody>
          <a:bodyPr/>
          <a:lstStyle/>
          <a:p>
            <a:pPr marL="342900" lvl="0" indent="-342900" fontAlgn="t"/>
            <a:r>
              <a:rPr lang="en-IN" err="1"/>
              <a:t>application.properties</a:t>
            </a:r>
            <a:endParaRPr lang="en-IN"/>
          </a:p>
          <a:p>
            <a:pPr marL="342900" lvl="0" indent="-342900" fontAlgn="t"/>
            <a:r>
              <a:rPr lang="en-IN" err="1"/>
              <a:t>application.yml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25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95FE-FE19-CDB9-FB43-FCCADEF3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28A05-720E-3389-C5DB-92633A1611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DCC00-6427-C1E8-809F-253C1A7BE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B3887-E050-E490-A08D-9A349D0125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EB899C-9DF2-C32F-904D-13DD76DF6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651717"/>
          </a:xfrm>
        </p:spPr>
        <p:txBody>
          <a:bodyPr/>
          <a:lstStyle/>
          <a:p>
            <a:pPr fontAlgn="t"/>
            <a:r>
              <a:rPr lang="en-IN"/>
              <a:t>ReST API Development</a:t>
            </a:r>
          </a:p>
        </p:txBody>
      </p:sp>
    </p:spTree>
    <p:extLst>
      <p:ext uri="{BB962C8B-B14F-4D97-AF65-F5344CB8AC3E}">
        <p14:creationId xmlns:p14="http://schemas.microsoft.com/office/powerpoint/2010/main" val="405946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71"/>
    </mc:Choice>
    <mc:Fallback xmlns="">
      <p:transition spd="slow" advTm="5087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620BC-3A88-3788-8326-DB088335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6C78B-8D61-699D-9E9A-CDCC14B7C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/>
              <a:pPr/>
              <a:t>24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40E7E-E60F-53A1-C6E2-34F93A3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/>
              <a:pPr/>
              <a:t>9/1/2026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C4917C4-B27A-1954-EDB0-11C40E58AEAC}"/>
              </a:ext>
            </a:extLst>
          </p:cNvPr>
          <p:cNvGrpSpPr/>
          <p:nvPr/>
        </p:nvGrpSpPr>
        <p:grpSpPr>
          <a:xfrm>
            <a:off x="457201" y="1384516"/>
            <a:ext cx="3638550" cy="4616375"/>
            <a:chOff x="457201" y="1384516"/>
            <a:chExt cx="3638550" cy="46163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FB909C-B420-516E-DAFE-9FDBE0703C22}"/>
                </a:ext>
              </a:extLst>
            </p:cNvPr>
            <p:cNvSpPr/>
            <p:nvPr/>
          </p:nvSpPr>
          <p:spPr>
            <a:xfrm>
              <a:off x="457201" y="1384516"/>
              <a:ext cx="3638550" cy="4616375"/>
            </a:xfrm>
            <a:prstGeom prst="rect">
              <a:avLst/>
            </a:prstGeom>
            <a:solidFill>
              <a:schemeClr val="bg1"/>
            </a:solidFill>
            <a:ln w="15875">
              <a:gradFill>
                <a:gsLst>
                  <a:gs pos="0">
                    <a:schemeClr val="bg1"/>
                  </a:gs>
                  <a:gs pos="56000">
                    <a:schemeClr val="bg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097280" rIns="182880" bIns="182880" rtlCol="0" anchor="t" anchorCtr="0">
              <a:noAutofit/>
            </a:bodyPr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What is REST?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Resource Based Design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Stateless Communication</a:t>
              </a: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IN">
                <a:solidFill>
                  <a:schemeClr val="tx1"/>
                </a:solidFill>
              </a:endParaRP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US" sz="1400" b="1" i="1">
                <a:solidFill>
                  <a:schemeClr val="tx1"/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2783A80-9261-7867-55D2-895B21A109C6}"/>
                </a:ext>
              </a:extLst>
            </p:cNvPr>
            <p:cNvGrpSpPr/>
            <p:nvPr/>
          </p:nvGrpSpPr>
          <p:grpSpPr>
            <a:xfrm>
              <a:off x="457201" y="1384516"/>
              <a:ext cx="3638549" cy="948690"/>
              <a:chOff x="457201" y="1257300"/>
              <a:chExt cx="3638549" cy="94869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0D63697-A50A-152C-4885-C6AA8BB0A91D}"/>
                  </a:ext>
                </a:extLst>
              </p:cNvPr>
              <p:cNvSpPr/>
              <p:nvPr/>
            </p:nvSpPr>
            <p:spPr>
              <a:xfrm>
                <a:off x="457201" y="1257300"/>
                <a:ext cx="3638549" cy="7429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4C7BF2B-68E8-748C-909E-4EC846FC12F6}"/>
                  </a:ext>
                </a:extLst>
              </p:cNvPr>
              <p:cNvSpPr/>
              <p:nvPr/>
            </p:nvSpPr>
            <p:spPr>
              <a:xfrm>
                <a:off x="1859280" y="1371600"/>
                <a:ext cx="834390" cy="8343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  <a:effectLst>
                <a:outerShdw blurRad="190500" dir="5400000" algn="tl" rotWithShape="0">
                  <a:schemeClr val="accent2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pic>
            <p:nvPicPr>
              <p:cNvPr id="18" name="Graphic 17" descr="Badge 1 outline">
                <a:extLst>
                  <a:ext uri="{FF2B5EF4-FFF2-40B4-BE49-F238E27FC236}">
                    <a16:creationId xmlns:a16="http://schemas.microsoft.com/office/drawing/2014/main" id="{F74C46EB-9AE0-C2C5-9CC9-4823351D1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2003475" y="1515795"/>
                <a:ext cx="546000" cy="546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7D68AD-BD92-D040-69E7-32095243FC52}"/>
              </a:ext>
            </a:extLst>
          </p:cNvPr>
          <p:cNvGrpSpPr/>
          <p:nvPr/>
        </p:nvGrpSpPr>
        <p:grpSpPr>
          <a:xfrm>
            <a:off x="4270377" y="1384516"/>
            <a:ext cx="3644898" cy="4616375"/>
            <a:chOff x="4270377" y="1384516"/>
            <a:chExt cx="3644898" cy="46163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1EEF60-CB2A-EA40-51F5-8360913B98D9}"/>
                </a:ext>
              </a:extLst>
            </p:cNvPr>
            <p:cNvSpPr/>
            <p:nvPr/>
          </p:nvSpPr>
          <p:spPr>
            <a:xfrm>
              <a:off x="4270377" y="1384516"/>
              <a:ext cx="3638550" cy="4616375"/>
            </a:xfrm>
            <a:prstGeom prst="rect">
              <a:avLst/>
            </a:prstGeom>
            <a:solidFill>
              <a:schemeClr val="bg1"/>
            </a:solidFill>
            <a:ln w="15875">
              <a:gradFill>
                <a:gsLst>
                  <a:gs pos="0">
                    <a:schemeClr val="bg1"/>
                  </a:gs>
                  <a:gs pos="56000">
                    <a:schemeClr val="bg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097280" rIns="182880" bIns="182880" rtlCol="0" anchor="t" anchorCtr="0">
              <a:noAutofit/>
            </a:bodyPr>
            <a:lstStyle/>
            <a:p>
              <a:pPr>
                <a:spcBef>
                  <a:spcPts val="600"/>
                </a:spcBef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HTTP Methods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GET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POST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PUT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PATCH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DELETE</a:t>
              </a: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IN">
                <a:solidFill>
                  <a:schemeClr val="tx1"/>
                </a:solidFill>
              </a:endParaRPr>
            </a:p>
            <a:p>
              <a:pPr>
                <a:spcBef>
                  <a:spcPts val="600"/>
                </a:spcBef>
                <a:spcAft>
                  <a:spcPts val="300"/>
                </a:spcAft>
              </a:pPr>
              <a:endParaRPr lang="en-US" b="1" i="1" noProof="0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794173-7728-C0C2-3B5C-B88D553C1BE0}"/>
                </a:ext>
              </a:extLst>
            </p:cNvPr>
            <p:cNvGrpSpPr/>
            <p:nvPr/>
          </p:nvGrpSpPr>
          <p:grpSpPr>
            <a:xfrm>
              <a:off x="4276726" y="1384516"/>
              <a:ext cx="3638549" cy="948690"/>
              <a:chOff x="457201" y="1257300"/>
              <a:chExt cx="3638549" cy="94869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A120785-8131-3818-BCE1-7DCE1767FEC6}"/>
                  </a:ext>
                </a:extLst>
              </p:cNvPr>
              <p:cNvSpPr/>
              <p:nvPr/>
            </p:nvSpPr>
            <p:spPr>
              <a:xfrm>
                <a:off x="457201" y="1257300"/>
                <a:ext cx="3638549" cy="7429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2D46A9D-5FB6-05A3-C4A4-05C3EF7DB7A8}"/>
                  </a:ext>
                </a:extLst>
              </p:cNvPr>
              <p:cNvSpPr/>
              <p:nvPr/>
            </p:nvSpPr>
            <p:spPr>
              <a:xfrm>
                <a:off x="1859280" y="1371600"/>
                <a:ext cx="834390" cy="8343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  <a:effectLst>
                <a:outerShdw blurRad="190500" dir="5400000" algn="tl" rotWithShape="0">
                  <a:schemeClr val="accent2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pic>
            <p:nvPicPr>
              <p:cNvPr id="26" name="Graphic 25" descr="Badge outline">
                <a:extLst>
                  <a:ext uri="{FF2B5EF4-FFF2-40B4-BE49-F238E27FC236}">
                    <a16:creationId xmlns:a16="http://schemas.microsoft.com/office/drawing/2014/main" id="{999666DD-B155-2398-495C-7B079793D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003475" y="1515795"/>
                <a:ext cx="546000" cy="546000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B01094-27B7-9229-F9CA-CBF60777EBB4}"/>
              </a:ext>
            </a:extLst>
          </p:cNvPr>
          <p:cNvGrpSpPr/>
          <p:nvPr/>
        </p:nvGrpSpPr>
        <p:grpSpPr>
          <a:xfrm>
            <a:off x="8084836" y="1384516"/>
            <a:ext cx="3643615" cy="4616375"/>
            <a:chOff x="8084836" y="1384516"/>
            <a:chExt cx="3643615" cy="461637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052B2C-B4EF-6568-1C36-CC4B8BF85023}"/>
                </a:ext>
              </a:extLst>
            </p:cNvPr>
            <p:cNvSpPr/>
            <p:nvPr/>
          </p:nvSpPr>
          <p:spPr>
            <a:xfrm>
              <a:off x="8084836" y="1384516"/>
              <a:ext cx="3638550" cy="4616375"/>
            </a:xfrm>
            <a:prstGeom prst="rect">
              <a:avLst/>
            </a:prstGeom>
            <a:solidFill>
              <a:schemeClr val="bg1"/>
            </a:solidFill>
            <a:ln w="15875">
              <a:gradFill>
                <a:gsLst>
                  <a:gs pos="0">
                    <a:schemeClr val="bg1"/>
                  </a:gs>
                  <a:gs pos="56000">
                    <a:schemeClr val="bg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097280" rIns="182880" bIns="182880" rtlCol="0" anchor="t" anchorCtr="0">
              <a:noAutofit/>
            </a:bodyPr>
            <a:lstStyle/>
            <a:p>
              <a:pPr>
                <a:spcAft>
                  <a:spcPts val="300"/>
                </a:spcAft>
              </a:pPr>
              <a:r>
                <a:rPr lang="en-IN">
                  <a:solidFill>
                    <a:schemeClr val="tx1"/>
                  </a:solidFill>
                </a:rPr>
                <a:t>Request &amp; Response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URL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Path Variables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Query Parameters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Request Body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JSON Response</a:t>
              </a:r>
            </a:p>
            <a:p>
              <a:pPr marL="342900" lvl="0" indent="-342900" fontAlgn="t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IN">
                  <a:solidFill>
                    <a:schemeClr val="tx1"/>
                  </a:solidFill>
                </a:rPr>
                <a:t>Status Codes</a:t>
              </a:r>
            </a:p>
            <a:p>
              <a:pPr>
                <a:spcAft>
                  <a:spcPts val="300"/>
                </a:spcAft>
              </a:pPr>
              <a:endParaRPr lang="en-US" sz="1400" i="1">
                <a:solidFill>
                  <a:schemeClr val="tx1"/>
                </a:solidFill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D2E4500-54FB-8ECF-C78F-02A4CAE49794}"/>
                </a:ext>
              </a:extLst>
            </p:cNvPr>
            <p:cNvGrpSpPr/>
            <p:nvPr/>
          </p:nvGrpSpPr>
          <p:grpSpPr>
            <a:xfrm>
              <a:off x="8089902" y="1384516"/>
              <a:ext cx="3638549" cy="948690"/>
              <a:chOff x="457201" y="1257300"/>
              <a:chExt cx="3638549" cy="94869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2438E33-669D-C5ED-E847-FE24BC3D6188}"/>
                  </a:ext>
                </a:extLst>
              </p:cNvPr>
              <p:cNvSpPr/>
              <p:nvPr/>
            </p:nvSpPr>
            <p:spPr>
              <a:xfrm>
                <a:off x="457201" y="1257300"/>
                <a:ext cx="3638549" cy="7429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C6360B4-E0B0-5F74-F09D-F0AC03394B6F}"/>
                  </a:ext>
                </a:extLst>
              </p:cNvPr>
              <p:cNvSpPr/>
              <p:nvPr/>
            </p:nvSpPr>
            <p:spPr>
              <a:xfrm>
                <a:off x="1859280" y="1371600"/>
                <a:ext cx="834390" cy="83439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  <a:effectLst>
                <a:outerShdw blurRad="190500" dir="5400000" algn="tl" rotWithShape="0">
                  <a:schemeClr val="accent2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endParaRPr lang="en-US" sz="1800" noProof="0"/>
              </a:p>
            </p:txBody>
          </p:sp>
          <p:pic>
            <p:nvPicPr>
              <p:cNvPr id="32" name="Graphic 31" descr="Badge 3 outline">
                <a:extLst>
                  <a:ext uri="{FF2B5EF4-FFF2-40B4-BE49-F238E27FC236}">
                    <a16:creationId xmlns:a16="http://schemas.microsoft.com/office/drawing/2014/main" id="{69546E4A-4BED-7CA7-5615-F13BD4BC5B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2003475" y="1515795"/>
                <a:ext cx="546000" cy="546000"/>
              </a:xfrm>
              <a:prstGeom prst="rect">
                <a:avLst/>
              </a:prstGeom>
            </p:spPr>
          </p:pic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B16147-7EC7-64B0-BFF0-817CF810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Fundamentals Of ReST</a:t>
            </a:r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6979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484"/>
    </mc:Choice>
    <mc:Fallback xmlns="">
      <p:transition spd="slow" advTm="143484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F3A16-1258-8EC4-80D3-5886677E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C767A-4305-54D2-DF17-CE63557A6F7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64A2A-0503-12EF-3862-A94959D1BF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7A4B3-8F7B-992C-19BB-B8B8759CC0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29775F-B1C1-310A-6C29-E6D39F9C3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643253"/>
          </a:xfrm>
        </p:spPr>
        <p:txBody>
          <a:bodyPr/>
          <a:lstStyle/>
          <a:p>
            <a:r>
              <a:rPr lang="en-US"/>
              <a:t>Hands on Exercises</a:t>
            </a:r>
          </a:p>
        </p:txBody>
      </p:sp>
    </p:spTree>
    <p:extLst>
      <p:ext uri="{BB962C8B-B14F-4D97-AF65-F5344CB8AC3E}">
        <p14:creationId xmlns:p14="http://schemas.microsoft.com/office/powerpoint/2010/main" val="8770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71"/>
    </mc:Choice>
    <mc:Fallback xmlns="">
      <p:transition spd="slow" advTm="5087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70BD-1848-791C-9E93-D072D8F6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B0F0-9781-CBE2-9015-9E17214B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Build It Yourself</a:t>
            </a:r>
            <a:br>
              <a:rPr lang="en-IN"/>
            </a:b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C99D9D-CB57-0EB1-0AF5-F4696984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3BCBE5-2D6D-542B-9178-165C3BB1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9/1/2026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47D0AE5-8E55-9C0E-E516-C0FF3E6D7DE3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5136CC-B43B-5C29-EEC0-FA4FFCE51E98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8C2983-11E2-7FFE-F7CD-923AC49AD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6329493" cy="4392000"/>
          </a:xfrm>
        </p:spPr>
        <p:txBody>
          <a:bodyPr vert="horz" lIns="0" tIns="0" rIns="0" bIns="0" rtlCol="0" anchor="t">
            <a:noAutofit/>
          </a:bodyPr>
          <a:lstStyle/>
          <a:p>
            <a:pPr marL="342900" lvl="0" indent="-342900" fontAlgn="t"/>
            <a:r>
              <a:rPr lang="en-IN"/>
              <a:t>DB Integration</a:t>
            </a:r>
          </a:p>
          <a:p>
            <a:pPr marL="342900" lvl="0" indent="-342900" fontAlgn="t"/>
            <a:r>
              <a:rPr lang="en-IN"/>
              <a:t>Order CRUD API</a:t>
            </a:r>
          </a:p>
          <a:p>
            <a:pPr marL="342900" lvl="0" indent="-342900" fontAlgn="t"/>
            <a:r>
              <a:rPr lang="en-IN"/>
              <a:t>Customer CRUD API</a:t>
            </a:r>
          </a:p>
          <a:p>
            <a:pPr marL="342900" indent="-342900" fontAlgn="t"/>
            <a:r>
              <a:rPr lang="en-IN"/>
              <a:t>External API Integration</a:t>
            </a:r>
          </a:p>
          <a:p>
            <a:pPr marL="342900" indent="-342900" fontAlgn="t"/>
            <a:r>
              <a:rPr lang="en-IN"/>
              <a:t>Validation (Bonus)</a:t>
            </a:r>
          </a:p>
          <a:p>
            <a:pPr marL="342900" lvl="0" indent="-342900" fontAlgn="t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0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D316-45E1-8D39-A7AF-D3F472422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F0DD0-C916-A327-796C-80658FD022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F3C4-FE20-4B92-E3D2-B381BAB958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A8454-3046-D390-CFE8-8871DF64B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DF50C3-6434-88D1-8350-5945ABCC8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DB8C16-F17F-DE27-C4B6-58647D2670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FERGUSON.COM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D3A2C1-C170-8CC0-5833-229883FEC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IN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287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41"/>
    </mc:Choice>
    <mc:Fallback xmlns="">
      <p:transition spd="slow" advTm="57141"/>
    </mc:Fallback>
  </mc:AlternateContent>
</p:sld>
</file>

<file path=ppt/theme/theme1.xml><?xml version="1.0" encoding="utf-8"?>
<a:theme xmlns:a="http://schemas.openxmlformats.org/drawingml/2006/main" name="Ferguson Enterprises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spcBef>
            <a:spcPts val="600"/>
          </a:spcBef>
          <a:spcAft>
            <a:spcPts val="300"/>
          </a:spcAft>
          <a:defRPr sz="18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spcAft>
            <a:spcPts val="300"/>
          </a:spcAft>
          <a:defRPr sz="1800" dirty="0">
            <a:solidFill>
              <a:srgbClr val="595454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eTemplate 16-9 UK.potx" id="{DA555A82-A902-4BA8-A4E4-A7823948678F}" vid="{0BF9AC09-53C4-40C5-AED0-BEF8E19CEC5F}"/>
    </a:ext>
  </a:extLst>
</a:theme>
</file>

<file path=ppt/theme/theme2.xml><?xml version="1.0" encoding="utf-8"?>
<a:theme xmlns:a="http://schemas.openxmlformats.org/drawingml/2006/main" name="Office-tema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54" row="9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395A683-4272-F04F-936C-BC7D120E070B}">
  <we:reference id="d2164860-9689-45e3-a1e5-90c76032056e" version="1.0.0.7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6B80F0-DC3E-4EF2-B8DD-D690B43CF21E}">
  <we:reference id="d52b89d3-14ec-4607-aed0-cc521be658dc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084fd3bb-98f0-4b5e-bf5f-1b4614b25114" xsi:nil="true"/>
    <_activity xmlns="084fd3bb-98f0-4b5e-bf5f-1b4614b25114" xsi:nil="true"/>
  </documentManagement>
</p:properties>
</file>

<file path=customXml/item3.xml><?xml version="1.0" encoding="utf-8"?>
<TemplafyTemplateConfiguration><![CDATA[{"elementsMetadata":[],"transformationConfigurations":[],"templateName":"Ferguson PowerPoint Template","templateDescription":"","enableDocumentContentUpdater":false,"version":"2.0"}]]></TemplafyTemplateConfiguration>
</file>

<file path=customXml/item4.xml><?xml version="1.0" encoding="utf-8"?>
<TemplafyFormConfiguration><![CDATA[{"formFields":[],"formDataEntries":[]}]]></Templafy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466A0E4AD6CE4F87EFC28E5B6FF020" ma:contentTypeVersion="10" ma:contentTypeDescription="Create a new document." ma:contentTypeScope="" ma:versionID="c3d606ecad7937c73d01a33a69607ea6">
  <xsd:schema xmlns:xsd="http://www.w3.org/2001/XMLSchema" xmlns:xs="http://www.w3.org/2001/XMLSchema" xmlns:p="http://schemas.microsoft.com/office/2006/metadata/properties" xmlns:ns3="084fd3bb-98f0-4b5e-bf5f-1b4614b25114" targetNamespace="http://schemas.microsoft.com/office/2006/metadata/properties" ma:root="true" ma:fieldsID="38d9bc12ec287056ac8c30895db3d78c" ns3:_="">
    <xsd:import namespace="084fd3bb-98f0-4b5e-bf5f-1b4614b2511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fd3bb-98f0-4b5e-bf5f-1b4614b2511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813109864123406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10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63813109864126131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4BA9A057-C5DA-4007-BEE1-BC419C0B74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ABDC19-9982-4205-B071-D93F658E248B}">
  <ds:schemaRefs>
    <ds:schemaRef ds:uri="http://purl.org/dc/dcmitype/"/>
    <ds:schemaRef ds:uri="http://schemas.microsoft.com/office/2006/documentManagement/types"/>
    <ds:schemaRef ds:uri="084fd3bb-98f0-4b5e-bf5f-1b4614b25114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B88E25B-4A04-40F4-BB18-E378D867DF0F}">
  <ds:schemaRefs/>
</ds:datastoreItem>
</file>

<file path=customXml/itemProps4.xml><?xml version="1.0" encoding="utf-8"?>
<ds:datastoreItem xmlns:ds="http://schemas.openxmlformats.org/officeDocument/2006/customXml" ds:itemID="{8EB4871E-07B5-4541-BDA0-6B126859C4B6}">
  <ds:schemaRefs/>
</ds:datastoreItem>
</file>

<file path=customXml/itemProps5.xml><?xml version="1.0" encoding="utf-8"?>
<ds:datastoreItem xmlns:ds="http://schemas.openxmlformats.org/officeDocument/2006/customXml" ds:itemID="{6462F70B-A3DB-4A01-A0DF-2DD81A17BD5C}">
  <ds:schemaRefs>
    <ds:schemaRef ds:uri="084fd3bb-98f0-4b5e-bf5f-1b4614b251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333CD5A0-665C-4003-AFD0-FF090DCB32E7}">
  <ds:schemaRefs/>
</ds:datastoreItem>
</file>

<file path=customXml/itemProps7.xml><?xml version="1.0" encoding="utf-8"?>
<ds:datastoreItem xmlns:ds="http://schemas.openxmlformats.org/officeDocument/2006/customXml" ds:itemID="{7B17F212-9E42-4B91-8217-5A05A4B4A278}">
  <ds:schemaRefs/>
</ds:datastoreItem>
</file>

<file path=customXml/itemProps8.xml><?xml version="1.0" encoding="utf-8"?>
<ds:datastoreItem xmlns:ds="http://schemas.openxmlformats.org/officeDocument/2006/customXml" ds:itemID="{88CA6FC9-132F-4F54-BDB4-E69AC79ED5FB}">
  <ds:schemaRefs/>
</ds:datastoreItem>
</file>

<file path=customXml/itemProps9.xml><?xml version="1.0" encoding="utf-8"?>
<ds:datastoreItem xmlns:ds="http://schemas.openxmlformats.org/officeDocument/2006/customXml" ds:itemID="{2F1260EE-F954-4CA5-BFEE-FFC96B9555B1}">
  <ds:schemaRefs/>
</ds:datastoreItem>
</file>

<file path=customXml/itemProps10.xml><?xml version="1.0" encoding="utf-8"?>
<ds:datastoreItem xmlns:ds="http://schemas.openxmlformats.org/officeDocument/2006/customXml" ds:itemID="{E3AA9764-37E3-44C7-8A11-F5F4E9A97C88}">
  <ds:schemaRefs/>
</ds:datastoreItem>
</file>

<file path=customXml/itemProps11.xml><?xml version="1.0" encoding="utf-8"?>
<ds:datastoreItem xmlns:ds="http://schemas.openxmlformats.org/officeDocument/2006/customXml" ds:itemID="{04353ECB-E6FD-448F-B0D9-C8293AB67A7F}">
  <ds:schemaRefs/>
</ds:datastoreItem>
</file>

<file path=customXml/itemProps12.xml><?xml version="1.0" encoding="utf-8"?>
<ds:datastoreItem xmlns:ds="http://schemas.openxmlformats.org/officeDocument/2006/customXml" ds:itemID="{AB5CC942-ED91-435A-93E7-549C0D2838B7}">
  <ds:schemaRefs/>
</ds:datastoreItem>
</file>

<file path=customXml/itemProps13.xml><?xml version="1.0" encoding="utf-8"?>
<ds:datastoreItem xmlns:ds="http://schemas.openxmlformats.org/officeDocument/2006/customXml" ds:itemID="{F0567FBA-A811-4FB9-B82B-1C4C88AA0648}">
  <ds:schemaRefs/>
</ds:datastoreItem>
</file>

<file path=docMetadata/LabelInfo.xml><?xml version="1.0" encoding="utf-8"?>
<clbl:labelList xmlns:clbl="http://schemas.microsoft.com/office/2020/mipLabelMetadata">
  <clbl:label id="{3c2f8435-994c-4552-8fe8-2aec2d0822e4}" enabled="0" method="" siteId="{3c2f8435-994c-4552-8fe8-2aec2d0822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Ferguson presentation</Template>
  <TotalTime>2</TotalTime>
  <Words>1164</Words>
  <Application>Microsoft Office PowerPoint</Application>
  <PresentationFormat>Widescreen</PresentationFormat>
  <Paragraphs>312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Courier New</vt:lpstr>
      <vt:lpstr>Wingdings</vt:lpstr>
      <vt:lpstr>Ferguson Enterprises</vt:lpstr>
      <vt:lpstr>Spring Boot</vt:lpstr>
      <vt:lpstr>Agenda</vt:lpstr>
      <vt:lpstr>Trainer Quick Intro</vt:lpstr>
      <vt:lpstr>Introduction to Web Applications </vt:lpstr>
      <vt:lpstr>Web Application</vt:lpstr>
      <vt:lpstr>Standard Web Application Architecture </vt:lpstr>
      <vt:lpstr>Backend In Web Apps </vt:lpstr>
      <vt:lpstr>Sample Request &amp; Response</vt:lpstr>
      <vt:lpstr>What Does a Backend Engineer Do? </vt:lpstr>
      <vt:lpstr>Introduction to Spring &amp; Spring Boot </vt:lpstr>
      <vt:lpstr>Spring Framework </vt:lpstr>
      <vt:lpstr>What is Spring Boot? </vt:lpstr>
      <vt:lpstr>Core Spring Concepts</vt:lpstr>
      <vt:lpstr>Dependency Injection (DI) </vt:lpstr>
      <vt:lpstr>Spring Beans </vt:lpstr>
      <vt:lpstr>Important Annotations in SpringBoot</vt:lpstr>
      <vt:lpstr>Creating a Spring Boot Project</vt:lpstr>
      <vt:lpstr>Project Creation </vt:lpstr>
      <vt:lpstr>Understanding Maven </vt:lpstr>
      <vt:lpstr>POM.xml </vt:lpstr>
      <vt:lpstr>Understanding Project Structure &amp; Layer  </vt:lpstr>
      <vt:lpstr>Configuration Files  </vt:lpstr>
      <vt:lpstr>ReST API Development</vt:lpstr>
      <vt:lpstr>Fundamentals Of ReST</vt:lpstr>
      <vt:lpstr>Hands on Exercises</vt:lpstr>
      <vt:lpstr>Build It Yourself 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saurav.sanyal@ferguson.com;syed.suhail@ferguson.com;mahesh.j@ferguson.com</dc:creator>
  <cp:keywords/>
  <dc:description/>
  <cp:lastModifiedBy>Saurav Sanyal</cp:lastModifiedBy>
  <cp:revision>1</cp:revision>
  <dcterms:created xsi:type="dcterms:W3CDTF">2025-12-22T17:52:22Z</dcterms:created>
  <dcterms:modified xsi:type="dcterms:W3CDTF">2026-09-01T09:15:06Z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TemplafyTimeStamp">
    <vt:lpwstr>2023-02-27T15:51:04</vt:lpwstr>
  </property>
  <property fmtid="{D5CDD505-2E9C-101B-9397-08002B2CF9AE}" pid="4" name="TemplafyTenantId">
    <vt:lpwstr>ferguson</vt:lpwstr>
  </property>
  <property fmtid="{D5CDD505-2E9C-101B-9397-08002B2CF9AE}" pid="5" name="TemplafyTemplateId">
    <vt:lpwstr>638131098632002359</vt:lpwstr>
  </property>
  <property fmtid="{D5CDD505-2E9C-101B-9397-08002B2CF9AE}" pid="6" name="TemplafyUserProfileId">
    <vt:lpwstr>719579052783960166</vt:lpwstr>
  </property>
  <property fmtid="{D5CDD505-2E9C-101B-9397-08002B2CF9AE}" pid="7" name="TemplafyFromBlank">
    <vt:bool>true</vt:bool>
  </property>
  <property fmtid="{D5CDD505-2E9C-101B-9397-08002B2CF9AE}" pid="8" name="ContentTypeId">
    <vt:lpwstr>0x0101005E466A0E4AD6CE4F87EFC28E5B6FF020</vt:lpwstr>
  </property>
  <property fmtid="{D5CDD505-2E9C-101B-9397-08002B2CF9AE}" pid="9" name="Order">
    <vt:r8>455400</vt:r8>
  </property>
  <property fmtid="{D5CDD505-2E9C-101B-9397-08002B2CF9AE}" pid="10" name="ComplianceAssetId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